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ink/ink35.xml" ContentType="application/inkml+xml"/>
  <Override PartName="/ppt/ink/ink36.xml" ContentType="application/inkml+xml"/>
  <Override PartName="/ppt/ink/ink37.xml" ContentType="application/inkml+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05" r:id="rId2"/>
    <p:sldMasterId id="2147483723" r:id="rId3"/>
    <p:sldMasterId id="2147483741" r:id="rId4"/>
  </p:sldMasterIdLst>
  <p:sldIdLst>
    <p:sldId id="256" r:id="rId5"/>
    <p:sldId id="307" r:id="rId6"/>
    <p:sldId id="298" r:id="rId7"/>
    <p:sldId id="301" r:id="rId8"/>
    <p:sldId id="302" r:id="rId9"/>
    <p:sldId id="304" r:id="rId10"/>
    <p:sldId id="261" r:id="rId11"/>
    <p:sldId id="257" r:id="rId12"/>
    <p:sldId id="305" r:id="rId13"/>
    <p:sldId id="306" r:id="rId14"/>
    <p:sldId id="312" r:id="rId15"/>
    <p:sldId id="320" r:id="rId16"/>
    <p:sldId id="362" r:id="rId17"/>
    <p:sldId id="363" r:id="rId18"/>
    <p:sldId id="325" r:id="rId19"/>
    <p:sldId id="368" r:id="rId20"/>
    <p:sldId id="330" r:id="rId21"/>
    <p:sldId id="318" r:id="rId22"/>
    <p:sldId id="317" r:id="rId23"/>
    <p:sldId id="322" r:id="rId24"/>
    <p:sldId id="316" r:id="rId25"/>
    <p:sldId id="370" r:id="rId26"/>
    <p:sldId id="372" r:id="rId27"/>
    <p:sldId id="374" r:id="rId28"/>
    <p:sldId id="379" r:id="rId29"/>
    <p:sldId id="308" r:id="rId30"/>
    <p:sldId id="311" r:id="rId31"/>
    <p:sldId id="366" r:id="rId32"/>
    <p:sldId id="328" r:id="rId33"/>
    <p:sldId id="342" r:id="rId34"/>
    <p:sldId id="369" r:id="rId35"/>
    <p:sldId id="310" r:id="rId36"/>
    <p:sldId id="348" r:id="rId37"/>
    <p:sldId id="343" r:id="rId38"/>
    <p:sldId id="344" r:id="rId39"/>
    <p:sldId id="347" r:id="rId40"/>
    <p:sldId id="359" r:id="rId41"/>
    <p:sldId id="324" r:id="rId42"/>
    <p:sldId id="326" r:id="rId43"/>
    <p:sldId id="354" r:id="rId44"/>
    <p:sldId id="355" r:id="rId45"/>
    <p:sldId id="360" r:id="rId46"/>
    <p:sldId id="346" r:id="rId47"/>
    <p:sldId id="351" r:id="rId48"/>
    <p:sldId id="352" r:id="rId49"/>
    <p:sldId id="353" r:id="rId50"/>
    <p:sldId id="380" r:id="rId51"/>
    <p:sldId id="367" r:id="rId52"/>
    <p:sldId id="365" r:id="rId53"/>
    <p:sldId id="323" r:id="rId54"/>
    <p:sldId id="333" r:id="rId55"/>
    <p:sldId id="375" r:id="rId56"/>
    <p:sldId id="335" r:id="rId57"/>
    <p:sldId id="345" r:id="rId58"/>
    <p:sldId id="313" r:id="rId59"/>
    <p:sldId id="361" r:id="rId60"/>
    <p:sldId id="364" r:id="rId61"/>
    <p:sldId id="356" r:id="rId62"/>
    <p:sldId id="357" r:id="rId63"/>
    <p:sldId id="358" r:id="rId64"/>
    <p:sldId id="315" r:id="rId65"/>
    <p:sldId id="378" r:id="rId66"/>
    <p:sldId id="314" r:id="rId67"/>
    <p:sldId id="377" r:id="rId68"/>
    <p:sldId id="331" r:id="rId69"/>
    <p:sldId id="350" r:id="rId70"/>
    <p:sldId id="349" r:id="rId71"/>
    <p:sldId id="329" r:id="rId72"/>
    <p:sldId id="341" r:id="rId73"/>
    <p:sldId id="332" r:id="rId74"/>
    <p:sldId id="309" r:id="rId75"/>
    <p:sldId id="327" r:id="rId76"/>
    <p:sldId id="371" r:id="rId77"/>
    <p:sldId id="321" r:id="rId78"/>
    <p:sldId id="373" r:id="rId79"/>
    <p:sldId id="336" r:id="rId80"/>
    <p:sldId id="338" r:id="rId81"/>
    <p:sldId id="339" r:id="rId82"/>
    <p:sldId id="340" r:id="rId83"/>
    <p:sldId id="319" r:id="rId84"/>
    <p:sldId id="337" r:id="rId85"/>
    <p:sldId id="334" r:id="rId86"/>
    <p:sldId id="376"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D4A56393-9F89-40C7-8F1F-3EB590CD8992}">
          <p14:sldIdLst>
            <p14:sldId id="256"/>
          </p14:sldIdLst>
        </p14:section>
        <p14:section name="Короткий зміст попередньої лекції" id="{1C3168D9-946F-4946-8735-92108FD864AE}">
          <p14:sldIdLst>
            <p14:sldId id="307"/>
            <p14:sldId id="298"/>
            <p14:sldId id="301"/>
            <p14:sldId id="302"/>
            <p14:sldId id="304"/>
            <p14:sldId id="261"/>
            <p14:sldId id="257"/>
            <p14:sldId id="305"/>
            <p14:sldId id="306"/>
          </p14:sldIdLst>
        </p14:section>
        <p14:section name="Політичні кроки Директорії" id="{62E92C31-1B64-434A-A4E0-A46AE8DE9875}">
          <p14:sldIdLst>
            <p14:sldId id="312"/>
            <p14:sldId id="320"/>
            <p14:sldId id="362"/>
            <p14:sldId id="363"/>
            <p14:sldId id="325"/>
            <p14:sldId id="368"/>
            <p14:sldId id="330"/>
            <p14:sldId id="318"/>
            <p14:sldId id="317"/>
            <p14:sldId id="322"/>
            <p14:sldId id="316"/>
            <p14:sldId id="370"/>
            <p14:sldId id="372"/>
            <p14:sldId id="374"/>
            <p14:sldId id="379"/>
            <p14:sldId id="308"/>
            <p14:sldId id="311"/>
            <p14:sldId id="366"/>
            <p14:sldId id="328"/>
            <p14:sldId id="342"/>
            <p14:sldId id="369"/>
            <p14:sldId id="310"/>
            <p14:sldId id="348"/>
            <p14:sldId id="343"/>
            <p14:sldId id="344"/>
            <p14:sldId id="347"/>
            <p14:sldId id="359"/>
            <p14:sldId id="324"/>
            <p14:sldId id="326"/>
            <p14:sldId id="354"/>
            <p14:sldId id="355"/>
            <p14:sldId id="360"/>
            <p14:sldId id="346"/>
            <p14:sldId id="351"/>
            <p14:sldId id="352"/>
            <p14:sldId id="353"/>
            <p14:sldId id="380"/>
            <p14:sldId id="367"/>
            <p14:sldId id="365"/>
            <p14:sldId id="323"/>
            <p14:sldId id="333"/>
            <p14:sldId id="375"/>
            <p14:sldId id="335"/>
            <p14:sldId id="345"/>
          </p14:sldIdLst>
        </p14:section>
        <p14:section name="Неукраїнські політичні сили" id="{501D64FC-FFB7-45AD-ABFF-0BD2F2209070}">
          <p14:sldIdLst>
            <p14:sldId id="313"/>
            <p14:sldId id="361"/>
            <p14:sldId id="364"/>
            <p14:sldId id="356"/>
            <p14:sldId id="357"/>
            <p14:sldId id="358"/>
            <p14:sldId id="315"/>
            <p14:sldId id="378"/>
            <p14:sldId id="314"/>
            <p14:sldId id="377"/>
            <p14:sldId id="331"/>
            <p14:sldId id="350"/>
            <p14:sldId id="349"/>
            <p14:sldId id="329"/>
            <p14:sldId id="341"/>
            <p14:sldId id="332"/>
            <p14:sldId id="309"/>
            <p14:sldId id="327"/>
            <p14:sldId id="371"/>
            <p14:sldId id="321"/>
            <p14:sldId id="373"/>
            <p14:sldId id="336"/>
            <p14:sldId id="338"/>
            <p14:sldId id="339"/>
            <p14:sldId id="340"/>
            <p14:sldId id="319"/>
            <p14:sldId id="337"/>
            <p14:sldId id="334"/>
            <p14:sldId id="3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heme" Target="theme/them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4FF7E7-8B7A-4EC6-BF55-D6CA4106A3D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uk-UA"/>
        </a:p>
      </dgm:t>
    </dgm:pt>
    <dgm:pt modelId="{EBABAD90-C469-44B0-8AB2-988AA38D3B97}">
      <dgm:prSet/>
      <dgm:spPr/>
      <dgm:t>
        <a:bodyPr/>
        <a:lstStyle/>
        <a:p>
          <a:pPr algn="ctr"/>
          <a:r>
            <a:rPr lang="ru-RU" b="0" i="1" baseline="0" dirty="0" err="1"/>
            <a:t>Відсутність</a:t>
          </a:r>
          <a:r>
            <a:rPr lang="ru-RU" b="0" i="1" baseline="0" dirty="0"/>
            <a:t> у </a:t>
          </a:r>
          <a:r>
            <a:rPr lang="ru-RU" b="0" i="1" baseline="0" dirty="0" err="1"/>
            <a:t>керівництва</a:t>
          </a:r>
          <a:r>
            <a:rPr lang="ru-RU" b="0" i="1" baseline="0" dirty="0"/>
            <a:t> УЦР </a:t>
          </a:r>
          <a:r>
            <a:rPr lang="ru-RU" b="0" i="1" baseline="0" dirty="0" err="1"/>
            <a:t>чіткої</a:t>
          </a:r>
          <a:r>
            <a:rPr lang="ru-RU" b="0" i="1" baseline="0" dirty="0"/>
            <a:t> </a:t>
          </a:r>
          <a:r>
            <a:rPr lang="ru-RU" b="0" i="1" baseline="0" dirty="0" err="1"/>
            <a:t>програми</a:t>
          </a:r>
          <a:r>
            <a:rPr lang="ru-RU" b="0" i="1" baseline="0" dirty="0"/>
            <a:t>, брак </a:t>
          </a:r>
          <a:r>
            <a:rPr lang="ru-RU" b="0" i="1" baseline="0" dirty="0" err="1"/>
            <a:t>політичного</a:t>
          </a:r>
          <a:r>
            <a:rPr lang="ru-RU" b="0" i="1" baseline="0" dirty="0"/>
            <a:t> </a:t>
          </a:r>
          <a:r>
            <a:rPr lang="ru-RU" b="0" i="1" baseline="0" dirty="0" err="1"/>
            <a:t>досвіду</a:t>
          </a:r>
          <a:r>
            <a:rPr lang="ru-RU" b="0" i="1" baseline="0" dirty="0"/>
            <a:t> </a:t>
          </a:r>
          <a:r>
            <a:rPr lang="ru-RU" b="0" i="1" baseline="0" dirty="0" err="1"/>
            <a:t>уповільнювали</a:t>
          </a:r>
          <a:r>
            <a:rPr lang="ru-RU" b="0" i="1" baseline="0" dirty="0"/>
            <a:t> </a:t>
          </a:r>
          <a:r>
            <a:rPr lang="ru-RU" b="0" i="1" baseline="0" dirty="0" err="1"/>
            <a:t>здійснення</a:t>
          </a:r>
          <a:r>
            <a:rPr lang="ru-RU" b="0" i="1" baseline="0" dirty="0"/>
            <a:t> реформ. </a:t>
          </a:r>
          <a:endParaRPr lang="uk-UA" dirty="0"/>
        </a:p>
      </dgm:t>
    </dgm:pt>
    <dgm:pt modelId="{C820D974-5930-4AE4-98EC-F84A109DF7A2}" type="parTrans" cxnId="{EE355384-52B1-499A-A7CD-730D52BBFF07}">
      <dgm:prSet/>
      <dgm:spPr/>
      <dgm:t>
        <a:bodyPr/>
        <a:lstStyle/>
        <a:p>
          <a:pPr algn="ctr"/>
          <a:endParaRPr lang="uk-UA"/>
        </a:p>
      </dgm:t>
    </dgm:pt>
    <dgm:pt modelId="{C8399288-48B5-4517-9480-966F19CC2CE8}" type="sibTrans" cxnId="{EE355384-52B1-499A-A7CD-730D52BBFF07}">
      <dgm:prSet/>
      <dgm:spPr/>
      <dgm:t>
        <a:bodyPr/>
        <a:lstStyle/>
        <a:p>
          <a:pPr algn="ctr"/>
          <a:endParaRPr lang="uk-UA"/>
        </a:p>
      </dgm:t>
    </dgm:pt>
    <dgm:pt modelId="{0AD22EEC-54C8-4F4A-B4CC-E5E0CBF640C8}">
      <dgm:prSet/>
      <dgm:spPr/>
      <dgm:t>
        <a:bodyPr/>
        <a:lstStyle/>
        <a:p>
          <a:pPr algn="ctr"/>
          <a:r>
            <a:rPr lang="ru-RU" b="0" i="1" baseline="0"/>
            <a:t>УЦР втратила час, вагаючись між автономією та незалежністю. </a:t>
          </a:r>
          <a:endParaRPr lang="uk-UA"/>
        </a:p>
      </dgm:t>
    </dgm:pt>
    <dgm:pt modelId="{7CD4DA04-0AFE-4C2F-AE93-A76738984529}" type="parTrans" cxnId="{37BB6FCF-7131-4C42-A2A6-6BD52BFE8B4B}">
      <dgm:prSet/>
      <dgm:spPr/>
      <dgm:t>
        <a:bodyPr/>
        <a:lstStyle/>
        <a:p>
          <a:pPr algn="ctr"/>
          <a:endParaRPr lang="uk-UA"/>
        </a:p>
      </dgm:t>
    </dgm:pt>
    <dgm:pt modelId="{462126F9-2E2F-4F34-9C4B-16957C57AD60}" type="sibTrans" cxnId="{37BB6FCF-7131-4C42-A2A6-6BD52BFE8B4B}">
      <dgm:prSet/>
      <dgm:spPr/>
      <dgm:t>
        <a:bodyPr/>
        <a:lstStyle/>
        <a:p>
          <a:pPr algn="ctr"/>
          <a:endParaRPr lang="uk-UA"/>
        </a:p>
      </dgm:t>
    </dgm:pt>
    <dgm:pt modelId="{9F73A008-26F8-478C-8D73-8BED435F6B89}">
      <dgm:prSet/>
      <dgm:spPr/>
      <dgm:t>
        <a:bodyPr/>
        <a:lstStyle/>
        <a:p>
          <a:pPr algn="ctr"/>
          <a:r>
            <a:rPr lang="ru-RU" b="0" i="1" baseline="0"/>
            <a:t>Суперечки всередині УЦР блокували державотворчу діяльність. </a:t>
          </a:r>
          <a:endParaRPr lang="uk-UA"/>
        </a:p>
      </dgm:t>
    </dgm:pt>
    <dgm:pt modelId="{F256232F-F7E1-4894-A9AC-2A20D5CD6AAC}" type="parTrans" cxnId="{5AEAB883-FF55-4F88-9B5D-21AA1057A732}">
      <dgm:prSet/>
      <dgm:spPr/>
      <dgm:t>
        <a:bodyPr/>
        <a:lstStyle/>
        <a:p>
          <a:pPr algn="ctr"/>
          <a:endParaRPr lang="uk-UA"/>
        </a:p>
      </dgm:t>
    </dgm:pt>
    <dgm:pt modelId="{4A466BEC-BAE2-432C-A615-B3A07A312A67}" type="sibTrans" cxnId="{5AEAB883-FF55-4F88-9B5D-21AA1057A732}">
      <dgm:prSet/>
      <dgm:spPr/>
      <dgm:t>
        <a:bodyPr/>
        <a:lstStyle/>
        <a:p>
          <a:pPr algn="ctr"/>
          <a:endParaRPr lang="uk-UA"/>
        </a:p>
      </dgm:t>
    </dgm:pt>
    <dgm:pt modelId="{0E92BF18-2EAB-453E-ADE1-F164509E1FCA}">
      <dgm:prSet/>
      <dgm:spPr/>
      <dgm:t>
        <a:bodyPr/>
        <a:lstStyle/>
        <a:p>
          <a:pPr algn="ctr"/>
          <a:r>
            <a:rPr lang="uk-UA" b="0" i="1" baseline="0"/>
            <a:t>Військове втручання більшовицької Росії посилило дестабілізацію</a:t>
          </a:r>
          <a:endParaRPr lang="uk-UA"/>
        </a:p>
      </dgm:t>
    </dgm:pt>
    <dgm:pt modelId="{AC92E690-8113-4E0A-B26E-CACF94FB4B8A}" type="parTrans" cxnId="{F3322573-5299-44FA-A94B-B45438B75D43}">
      <dgm:prSet/>
      <dgm:spPr/>
      <dgm:t>
        <a:bodyPr/>
        <a:lstStyle/>
        <a:p>
          <a:pPr algn="ctr"/>
          <a:endParaRPr lang="uk-UA"/>
        </a:p>
      </dgm:t>
    </dgm:pt>
    <dgm:pt modelId="{48067BE9-03E9-4D84-8EDC-CF28D9DB5BAB}" type="sibTrans" cxnId="{F3322573-5299-44FA-A94B-B45438B75D43}">
      <dgm:prSet/>
      <dgm:spPr/>
      <dgm:t>
        <a:bodyPr/>
        <a:lstStyle/>
        <a:p>
          <a:pPr algn="ctr"/>
          <a:endParaRPr lang="uk-UA"/>
        </a:p>
      </dgm:t>
    </dgm:pt>
    <dgm:pt modelId="{9C11FE1B-BA89-4B6F-9CD6-F924E357EEE9}" type="pres">
      <dgm:prSet presAssocID="{A14FF7E7-8B7A-4EC6-BF55-D6CA4106A3DE}" presName="vert0" presStyleCnt="0">
        <dgm:presLayoutVars>
          <dgm:dir/>
          <dgm:animOne val="branch"/>
          <dgm:animLvl val="lvl"/>
        </dgm:presLayoutVars>
      </dgm:prSet>
      <dgm:spPr/>
    </dgm:pt>
    <dgm:pt modelId="{363AC316-EA80-47E8-B3B9-E33A92B2C467}" type="pres">
      <dgm:prSet presAssocID="{EBABAD90-C469-44B0-8AB2-988AA38D3B97}" presName="thickLine" presStyleLbl="alignNode1" presStyleIdx="0" presStyleCnt="4"/>
      <dgm:spPr/>
    </dgm:pt>
    <dgm:pt modelId="{B8168EF0-E685-47C1-BB48-6016C2F2475F}" type="pres">
      <dgm:prSet presAssocID="{EBABAD90-C469-44B0-8AB2-988AA38D3B97}" presName="horz1" presStyleCnt="0"/>
      <dgm:spPr/>
    </dgm:pt>
    <dgm:pt modelId="{E19EAB9A-628D-43AE-AF73-2B315FDF21A9}" type="pres">
      <dgm:prSet presAssocID="{EBABAD90-C469-44B0-8AB2-988AA38D3B97}" presName="tx1" presStyleLbl="revTx" presStyleIdx="0" presStyleCnt="4"/>
      <dgm:spPr/>
    </dgm:pt>
    <dgm:pt modelId="{5C62464D-4ACA-459D-B714-ABE9C3615C67}" type="pres">
      <dgm:prSet presAssocID="{EBABAD90-C469-44B0-8AB2-988AA38D3B97}" presName="vert1" presStyleCnt="0"/>
      <dgm:spPr/>
    </dgm:pt>
    <dgm:pt modelId="{BC255631-1FDF-4060-B820-20C475A4389B}" type="pres">
      <dgm:prSet presAssocID="{0AD22EEC-54C8-4F4A-B4CC-E5E0CBF640C8}" presName="thickLine" presStyleLbl="alignNode1" presStyleIdx="1" presStyleCnt="4"/>
      <dgm:spPr/>
    </dgm:pt>
    <dgm:pt modelId="{A54969B2-E7C8-42A7-A479-89F816BD8B9C}" type="pres">
      <dgm:prSet presAssocID="{0AD22EEC-54C8-4F4A-B4CC-E5E0CBF640C8}" presName="horz1" presStyleCnt="0"/>
      <dgm:spPr/>
    </dgm:pt>
    <dgm:pt modelId="{3AC15B8C-300C-4E9E-BDEC-25F08505566A}" type="pres">
      <dgm:prSet presAssocID="{0AD22EEC-54C8-4F4A-B4CC-E5E0CBF640C8}" presName="tx1" presStyleLbl="revTx" presStyleIdx="1" presStyleCnt="4"/>
      <dgm:spPr/>
    </dgm:pt>
    <dgm:pt modelId="{B0F2AEDD-3B10-4D4F-B7B0-BB3722BD8342}" type="pres">
      <dgm:prSet presAssocID="{0AD22EEC-54C8-4F4A-B4CC-E5E0CBF640C8}" presName="vert1" presStyleCnt="0"/>
      <dgm:spPr/>
    </dgm:pt>
    <dgm:pt modelId="{B5E1A99F-3C24-4C44-84FB-36ED1E507033}" type="pres">
      <dgm:prSet presAssocID="{9F73A008-26F8-478C-8D73-8BED435F6B89}" presName="thickLine" presStyleLbl="alignNode1" presStyleIdx="2" presStyleCnt="4"/>
      <dgm:spPr/>
    </dgm:pt>
    <dgm:pt modelId="{176F4D12-2A91-46DF-AA60-A9B679682B17}" type="pres">
      <dgm:prSet presAssocID="{9F73A008-26F8-478C-8D73-8BED435F6B89}" presName="horz1" presStyleCnt="0"/>
      <dgm:spPr/>
    </dgm:pt>
    <dgm:pt modelId="{B233166A-7ADA-4800-96DE-1EA4493F22E1}" type="pres">
      <dgm:prSet presAssocID="{9F73A008-26F8-478C-8D73-8BED435F6B89}" presName="tx1" presStyleLbl="revTx" presStyleIdx="2" presStyleCnt="4"/>
      <dgm:spPr/>
    </dgm:pt>
    <dgm:pt modelId="{0F5B06C3-0C78-4BB4-B647-31EF10FC7566}" type="pres">
      <dgm:prSet presAssocID="{9F73A008-26F8-478C-8D73-8BED435F6B89}" presName="vert1" presStyleCnt="0"/>
      <dgm:spPr/>
    </dgm:pt>
    <dgm:pt modelId="{9435975D-33EF-4A4B-8772-319790DC148C}" type="pres">
      <dgm:prSet presAssocID="{0E92BF18-2EAB-453E-ADE1-F164509E1FCA}" presName="thickLine" presStyleLbl="alignNode1" presStyleIdx="3" presStyleCnt="4"/>
      <dgm:spPr/>
    </dgm:pt>
    <dgm:pt modelId="{E04A6564-6FDF-4E5F-81C3-96AF1570D8BB}" type="pres">
      <dgm:prSet presAssocID="{0E92BF18-2EAB-453E-ADE1-F164509E1FCA}" presName="horz1" presStyleCnt="0"/>
      <dgm:spPr/>
    </dgm:pt>
    <dgm:pt modelId="{D702A448-F20C-4726-9112-EBDD234C936D}" type="pres">
      <dgm:prSet presAssocID="{0E92BF18-2EAB-453E-ADE1-F164509E1FCA}" presName="tx1" presStyleLbl="revTx" presStyleIdx="3" presStyleCnt="4"/>
      <dgm:spPr/>
    </dgm:pt>
    <dgm:pt modelId="{69EEEB89-53DE-40DC-A704-4A5223E99B76}" type="pres">
      <dgm:prSet presAssocID="{0E92BF18-2EAB-453E-ADE1-F164509E1FCA}" presName="vert1" presStyleCnt="0"/>
      <dgm:spPr/>
    </dgm:pt>
  </dgm:ptLst>
  <dgm:cxnLst>
    <dgm:cxn modelId="{6A87DF0A-831A-4A8D-B5F3-B80CEC76FDA0}" type="presOf" srcId="{0AD22EEC-54C8-4F4A-B4CC-E5E0CBF640C8}" destId="{3AC15B8C-300C-4E9E-BDEC-25F08505566A}" srcOrd="0" destOrd="0" presId="urn:microsoft.com/office/officeart/2008/layout/LinedList"/>
    <dgm:cxn modelId="{F8EA0212-8EF1-4B37-BF9C-7774328F3554}" type="presOf" srcId="{0E92BF18-2EAB-453E-ADE1-F164509E1FCA}" destId="{D702A448-F20C-4726-9112-EBDD234C936D}" srcOrd="0" destOrd="0" presId="urn:microsoft.com/office/officeart/2008/layout/LinedList"/>
    <dgm:cxn modelId="{F3322573-5299-44FA-A94B-B45438B75D43}" srcId="{A14FF7E7-8B7A-4EC6-BF55-D6CA4106A3DE}" destId="{0E92BF18-2EAB-453E-ADE1-F164509E1FCA}" srcOrd="3" destOrd="0" parTransId="{AC92E690-8113-4E0A-B26E-CACF94FB4B8A}" sibTransId="{48067BE9-03E9-4D84-8EDC-CF28D9DB5BAB}"/>
    <dgm:cxn modelId="{5AEAB883-FF55-4F88-9B5D-21AA1057A732}" srcId="{A14FF7E7-8B7A-4EC6-BF55-D6CA4106A3DE}" destId="{9F73A008-26F8-478C-8D73-8BED435F6B89}" srcOrd="2" destOrd="0" parTransId="{F256232F-F7E1-4894-A9AC-2A20D5CD6AAC}" sibTransId="{4A466BEC-BAE2-432C-A615-B3A07A312A67}"/>
    <dgm:cxn modelId="{EE355384-52B1-499A-A7CD-730D52BBFF07}" srcId="{A14FF7E7-8B7A-4EC6-BF55-D6CA4106A3DE}" destId="{EBABAD90-C469-44B0-8AB2-988AA38D3B97}" srcOrd="0" destOrd="0" parTransId="{C820D974-5930-4AE4-98EC-F84A109DF7A2}" sibTransId="{C8399288-48B5-4517-9480-966F19CC2CE8}"/>
    <dgm:cxn modelId="{37BB6FCF-7131-4C42-A2A6-6BD52BFE8B4B}" srcId="{A14FF7E7-8B7A-4EC6-BF55-D6CA4106A3DE}" destId="{0AD22EEC-54C8-4F4A-B4CC-E5E0CBF640C8}" srcOrd="1" destOrd="0" parTransId="{7CD4DA04-0AFE-4C2F-AE93-A76738984529}" sibTransId="{462126F9-2E2F-4F34-9C4B-16957C57AD60}"/>
    <dgm:cxn modelId="{5014A1D3-CBAF-400E-B9A1-A89701DAB340}" type="presOf" srcId="{A14FF7E7-8B7A-4EC6-BF55-D6CA4106A3DE}" destId="{9C11FE1B-BA89-4B6F-9CD6-F924E357EEE9}" srcOrd="0" destOrd="0" presId="urn:microsoft.com/office/officeart/2008/layout/LinedList"/>
    <dgm:cxn modelId="{F81A8CE1-2335-4E0D-A9CB-6E17D59C8357}" type="presOf" srcId="{EBABAD90-C469-44B0-8AB2-988AA38D3B97}" destId="{E19EAB9A-628D-43AE-AF73-2B315FDF21A9}" srcOrd="0" destOrd="0" presId="urn:microsoft.com/office/officeart/2008/layout/LinedList"/>
    <dgm:cxn modelId="{083011EA-0DB5-4049-B43C-3BC7B6ABE970}" type="presOf" srcId="{9F73A008-26F8-478C-8D73-8BED435F6B89}" destId="{B233166A-7ADA-4800-96DE-1EA4493F22E1}" srcOrd="0" destOrd="0" presId="urn:microsoft.com/office/officeart/2008/layout/LinedList"/>
    <dgm:cxn modelId="{6BC33673-2D74-44EB-A731-76FCFD5E8540}" type="presParOf" srcId="{9C11FE1B-BA89-4B6F-9CD6-F924E357EEE9}" destId="{363AC316-EA80-47E8-B3B9-E33A92B2C467}" srcOrd="0" destOrd="0" presId="urn:microsoft.com/office/officeart/2008/layout/LinedList"/>
    <dgm:cxn modelId="{A8B55EB5-8A21-4157-9BCE-9EF36003A88E}" type="presParOf" srcId="{9C11FE1B-BA89-4B6F-9CD6-F924E357EEE9}" destId="{B8168EF0-E685-47C1-BB48-6016C2F2475F}" srcOrd="1" destOrd="0" presId="urn:microsoft.com/office/officeart/2008/layout/LinedList"/>
    <dgm:cxn modelId="{3D25FA7F-7E35-42E9-B1C8-D632195825F5}" type="presParOf" srcId="{B8168EF0-E685-47C1-BB48-6016C2F2475F}" destId="{E19EAB9A-628D-43AE-AF73-2B315FDF21A9}" srcOrd="0" destOrd="0" presId="urn:microsoft.com/office/officeart/2008/layout/LinedList"/>
    <dgm:cxn modelId="{850258DC-C250-4558-B0BE-947B30E894C0}" type="presParOf" srcId="{B8168EF0-E685-47C1-BB48-6016C2F2475F}" destId="{5C62464D-4ACA-459D-B714-ABE9C3615C67}" srcOrd="1" destOrd="0" presId="urn:microsoft.com/office/officeart/2008/layout/LinedList"/>
    <dgm:cxn modelId="{8CD3FA41-4127-4146-ABEB-9F5B5034A157}" type="presParOf" srcId="{9C11FE1B-BA89-4B6F-9CD6-F924E357EEE9}" destId="{BC255631-1FDF-4060-B820-20C475A4389B}" srcOrd="2" destOrd="0" presId="urn:microsoft.com/office/officeart/2008/layout/LinedList"/>
    <dgm:cxn modelId="{E35C3239-EEEC-4B9A-B487-701378585273}" type="presParOf" srcId="{9C11FE1B-BA89-4B6F-9CD6-F924E357EEE9}" destId="{A54969B2-E7C8-42A7-A479-89F816BD8B9C}" srcOrd="3" destOrd="0" presId="urn:microsoft.com/office/officeart/2008/layout/LinedList"/>
    <dgm:cxn modelId="{B4466474-FAA9-4620-A731-FDFFFDCAE7BA}" type="presParOf" srcId="{A54969B2-E7C8-42A7-A479-89F816BD8B9C}" destId="{3AC15B8C-300C-4E9E-BDEC-25F08505566A}" srcOrd="0" destOrd="0" presId="urn:microsoft.com/office/officeart/2008/layout/LinedList"/>
    <dgm:cxn modelId="{6F489770-E717-4BD6-949E-3FA3AAC5FD84}" type="presParOf" srcId="{A54969B2-E7C8-42A7-A479-89F816BD8B9C}" destId="{B0F2AEDD-3B10-4D4F-B7B0-BB3722BD8342}" srcOrd="1" destOrd="0" presId="urn:microsoft.com/office/officeart/2008/layout/LinedList"/>
    <dgm:cxn modelId="{6D1D4C7A-C0E3-4173-8DD2-C1CD32B07830}" type="presParOf" srcId="{9C11FE1B-BA89-4B6F-9CD6-F924E357EEE9}" destId="{B5E1A99F-3C24-4C44-84FB-36ED1E507033}" srcOrd="4" destOrd="0" presId="urn:microsoft.com/office/officeart/2008/layout/LinedList"/>
    <dgm:cxn modelId="{EBFF8532-4CDF-43D6-83A2-C8F6C4CC0716}" type="presParOf" srcId="{9C11FE1B-BA89-4B6F-9CD6-F924E357EEE9}" destId="{176F4D12-2A91-46DF-AA60-A9B679682B17}" srcOrd="5" destOrd="0" presId="urn:microsoft.com/office/officeart/2008/layout/LinedList"/>
    <dgm:cxn modelId="{19D66AAC-EFF9-4DC8-AFAB-6F77EC501BA9}" type="presParOf" srcId="{176F4D12-2A91-46DF-AA60-A9B679682B17}" destId="{B233166A-7ADA-4800-96DE-1EA4493F22E1}" srcOrd="0" destOrd="0" presId="urn:microsoft.com/office/officeart/2008/layout/LinedList"/>
    <dgm:cxn modelId="{A76C1906-8035-4B32-A45D-1695B41642C8}" type="presParOf" srcId="{176F4D12-2A91-46DF-AA60-A9B679682B17}" destId="{0F5B06C3-0C78-4BB4-B647-31EF10FC7566}" srcOrd="1" destOrd="0" presId="urn:microsoft.com/office/officeart/2008/layout/LinedList"/>
    <dgm:cxn modelId="{A327B502-6E52-4432-A6A5-317CD20D8C4B}" type="presParOf" srcId="{9C11FE1B-BA89-4B6F-9CD6-F924E357EEE9}" destId="{9435975D-33EF-4A4B-8772-319790DC148C}" srcOrd="6" destOrd="0" presId="urn:microsoft.com/office/officeart/2008/layout/LinedList"/>
    <dgm:cxn modelId="{C7754D49-4C06-42C2-A65B-A2A0967FCC90}" type="presParOf" srcId="{9C11FE1B-BA89-4B6F-9CD6-F924E357EEE9}" destId="{E04A6564-6FDF-4E5F-81C3-96AF1570D8BB}" srcOrd="7" destOrd="0" presId="urn:microsoft.com/office/officeart/2008/layout/LinedList"/>
    <dgm:cxn modelId="{E812B25B-BFAF-4074-BE8D-883C5F5D5CB8}" type="presParOf" srcId="{E04A6564-6FDF-4E5F-81C3-96AF1570D8BB}" destId="{D702A448-F20C-4726-9112-EBDD234C936D}" srcOrd="0" destOrd="0" presId="urn:microsoft.com/office/officeart/2008/layout/LinedList"/>
    <dgm:cxn modelId="{3D381909-5FE1-425C-A4DF-533CB1D86B9C}" type="presParOf" srcId="{E04A6564-6FDF-4E5F-81C3-96AF1570D8BB}" destId="{69EEEB89-53DE-40DC-A704-4A5223E99B7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8A469E-A649-4992-AEA7-B4C6060E8A4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6D16A2E6-7C96-4105-BD48-FF0D44F39B01}">
      <dgm:prSet/>
      <dgm:spPr/>
      <dgm:t>
        <a:bodyPr/>
        <a:lstStyle/>
        <a:p>
          <a:r>
            <a:rPr lang="ru-RU" b="0" i="0" baseline="0" dirty="0" err="1"/>
            <a:t>Українська</a:t>
          </a:r>
          <a:r>
            <a:rPr lang="ru-RU" b="0" i="0" baseline="0" dirty="0"/>
            <a:t> держава стане </a:t>
          </a:r>
          <a:r>
            <a:rPr lang="ru-RU" b="0" i="0" baseline="0" dirty="0" err="1"/>
            <a:t>найбільш</a:t>
          </a:r>
          <a:r>
            <a:rPr lang="ru-RU" b="0" i="0" baseline="0" dirty="0"/>
            <a:t> </a:t>
          </a:r>
          <a:r>
            <a:rPr lang="ru-RU" b="0" i="0" baseline="0" dirty="0" err="1"/>
            <a:t>тривалою</a:t>
          </a:r>
          <a:r>
            <a:rPr lang="ru-RU" b="0" i="0" baseline="0" dirty="0"/>
            <a:t> і </a:t>
          </a:r>
          <a:r>
            <a:rPr lang="ru-RU" b="0" i="0" baseline="0" dirty="0" err="1"/>
            <a:t>міцною</a:t>
          </a:r>
          <a:r>
            <a:rPr lang="ru-RU" b="0" i="0" baseline="0" dirty="0"/>
            <a:t> формою </a:t>
          </a:r>
          <a:r>
            <a:rPr lang="ru-RU" b="0" i="0" baseline="0" dirty="0" err="1"/>
            <a:t>існування</a:t>
          </a:r>
          <a:r>
            <a:rPr lang="ru-RU" b="0" i="0" baseline="0" dirty="0"/>
            <a:t> </a:t>
          </a:r>
          <a:r>
            <a:rPr lang="ru-RU" b="0" i="0" baseline="0" dirty="0" err="1"/>
            <a:t>самостійної</a:t>
          </a:r>
          <a:r>
            <a:rPr lang="ru-RU" b="0" i="0" baseline="0" dirty="0"/>
            <a:t> </a:t>
          </a:r>
          <a:r>
            <a:rPr lang="ru-RU" b="0" i="0" baseline="0" dirty="0" err="1"/>
            <a:t>України</a:t>
          </a:r>
          <a:r>
            <a:rPr lang="ru-RU" b="0" i="0" baseline="0" dirty="0"/>
            <a:t> в </a:t>
          </a:r>
          <a:r>
            <a:rPr lang="ru-RU" b="0" i="0" baseline="0" dirty="0" err="1"/>
            <a:t>період</a:t>
          </a:r>
          <a:r>
            <a:rPr lang="ru-RU" b="0" i="0" baseline="0" dirty="0"/>
            <a:t> </a:t>
          </a:r>
          <a:r>
            <a:rPr lang="ru-RU" b="0" i="0" baseline="0" dirty="0" err="1"/>
            <a:t>визвольник</a:t>
          </a:r>
          <a:r>
            <a:rPr lang="ru-RU" b="0" i="0" baseline="0" dirty="0"/>
            <a:t> </a:t>
          </a:r>
          <a:r>
            <a:rPr lang="ru-RU" b="0" i="0" baseline="0" dirty="0" err="1"/>
            <a:t>змагань</a:t>
          </a:r>
          <a:r>
            <a:rPr lang="ru-RU" b="0" i="0" baseline="0" dirty="0"/>
            <a:t> </a:t>
          </a:r>
          <a:r>
            <a:rPr lang="ru-RU" b="0" i="0" baseline="0" dirty="0" err="1"/>
            <a:t>рр</a:t>
          </a:r>
          <a:r>
            <a:rPr lang="ru-RU" b="0" i="0" baseline="0" dirty="0"/>
            <a:t>. </a:t>
          </a:r>
          <a:endParaRPr lang="uk-UA" dirty="0"/>
        </a:p>
      </dgm:t>
    </dgm:pt>
    <dgm:pt modelId="{B2EB8496-30B1-46B0-847C-B73855D6EDBF}" type="parTrans" cxnId="{338E3874-2903-4174-A0BC-FEB83AAB36C1}">
      <dgm:prSet/>
      <dgm:spPr/>
      <dgm:t>
        <a:bodyPr/>
        <a:lstStyle/>
        <a:p>
          <a:endParaRPr lang="uk-UA"/>
        </a:p>
      </dgm:t>
    </dgm:pt>
    <dgm:pt modelId="{E21FF751-2BE1-4F52-8F26-40DD896A493A}" type="sibTrans" cxnId="{338E3874-2903-4174-A0BC-FEB83AAB36C1}">
      <dgm:prSet/>
      <dgm:spPr/>
      <dgm:t>
        <a:bodyPr/>
        <a:lstStyle/>
        <a:p>
          <a:endParaRPr lang="uk-UA"/>
        </a:p>
      </dgm:t>
    </dgm:pt>
    <dgm:pt modelId="{7CAE2858-9A89-477A-AC47-B901525A4C19}">
      <dgm:prSet/>
      <dgm:spPr/>
      <dgm:t>
        <a:bodyPr/>
        <a:lstStyle/>
        <a:p>
          <a:r>
            <a:rPr lang="ru-RU" b="0" i="1" baseline="0"/>
            <a:t>Україна впевнено вийде на міжнародну арену, налагодить дипломатичні стосунки  </a:t>
          </a:r>
          <a:r>
            <a:rPr lang="uk-UA" b="0" i="1" baseline="0"/>
            <a:t>з 25 країнами. </a:t>
          </a:r>
          <a:endParaRPr lang="uk-UA"/>
        </a:p>
      </dgm:t>
    </dgm:pt>
    <dgm:pt modelId="{582F047A-ECB9-4C65-951B-DB5E52D2D262}" type="parTrans" cxnId="{A753E864-CEA0-4B84-9F72-102526274749}">
      <dgm:prSet/>
      <dgm:spPr/>
      <dgm:t>
        <a:bodyPr/>
        <a:lstStyle/>
        <a:p>
          <a:endParaRPr lang="uk-UA"/>
        </a:p>
      </dgm:t>
    </dgm:pt>
    <dgm:pt modelId="{C226F4D9-D0B5-4753-8D3D-99C5EF781F9A}" type="sibTrans" cxnId="{A753E864-CEA0-4B84-9F72-102526274749}">
      <dgm:prSet/>
      <dgm:spPr/>
      <dgm:t>
        <a:bodyPr/>
        <a:lstStyle/>
        <a:p>
          <a:endParaRPr lang="uk-UA"/>
        </a:p>
      </dgm:t>
    </dgm:pt>
    <dgm:pt modelId="{F27CBFD2-0C5E-4287-8F5D-C63F79DBB5AB}">
      <dgm:prSet/>
      <dgm:spPr/>
      <dgm:t>
        <a:bodyPr/>
        <a:lstStyle/>
        <a:p>
          <a:r>
            <a:rPr lang="ru-RU" b="0" i="1" baseline="0"/>
            <a:t>Активізується економічне життя, стабілізуються банківська і фінансова системи. </a:t>
          </a:r>
          <a:endParaRPr lang="uk-UA"/>
        </a:p>
      </dgm:t>
    </dgm:pt>
    <dgm:pt modelId="{BDEEBBBB-0026-480B-8321-B2B3F26B9FEB}" type="parTrans" cxnId="{BDC92684-F182-4CCD-A167-21E6593E7CE6}">
      <dgm:prSet/>
      <dgm:spPr/>
      <dgm:t>
        <a:bodyPr/>
        <a:lstStyle/>
        <a:p>
          <a:endParaRPr lang="uk-UA"/>
        </a:p>
      </dgm:t>
    </dgm:pt>
    <dgm:pt modelId="{3C33486F-4E23-4205-8CAE-87B90DFF519D}" type="sibTrans" cxnId="{BDC92684-F182-4CCD-A167-21E6593E7CE6}">
      <dgm:prSet/>
      <dgm:spPr/>
      <dgm:t>
        <a:bodyPr/>
        <a:lstStyle/>
        <a:p>
          <a:endParaRPr lang="uk-UA"/>
        </a:p>
      </dgm:t>
    </dgm:pt>
    <dgm:pt modelId="{F8ACA79B-3F19-4F63-81CD-FA7D491EB0E5}">
      <dgm:prSet/>
      <dgm:spPr/>
      <dgm:t>
        <a:bodyPr/>
        <a:lstStyle/>
        <a:p>
          <a:r>
            <a:rPr lang="ru-RU" b="0" i="0" baseline="0"/>
            <a:t>Розпочнеться творення української армії, значних зрушень буде досягнуто в культурній </a:t>
          </a:r>
          <a:r>
            <a:rPr lang="uk-UA" b="0" i="1" baseline="0"/>
            <a:t> </a:t>
          </a:r>
          <a:endParaRPr lang="uk-UA"/>
        </a:p>
      </dgm:t>
    </dgm:pt>
    <dgm:pt modelId="{193BB29A-4A55-401B-8669-6C58836600CF}" type="parTrans" cxnId="{262192DA-520C-4159-AD88-519FD75FBABB}">
      <dgm:prSet/>
      <dgm:spPr/>
      <dgm:t>
        <a:bodyPr/>
        <a:lstStyle/>
        <a:p>
          <a:endParaRPr lang="uk-UA"/>
        </a:p>
      </dgm:t>
    </dgm:pt>
    <dgm:pt modelId="{A7E2B9FD-2E49-462A-8A95-D14A8E4B59D7}" type="sibTrans" cxnId="{262192DA-520C-4159-AD88-519FD75FBABB}">
      <dgm:prSet/>
      <dgm:spPr/>
      <dgm:t>
        <a:bodyPr/>
        <a:lstStyle/>
        <a:p>
          <a:endParaRPr lang="uk-UA"/>
        </a:p>
      </dgm:t>
    </dgm:pt>
    <dgm:pt modelId="{E15CC25D-9675-4AD4-A3AA-BCCEA05C9204}" type="pres">
      <dgm:prSet presAssocID="{068A469E-A649-4992-AEA7-B4C6060E8A4A}" presName="linear" presStyleCnt="0">
        <dgm:presLayoutVars>
          <dgm:animLvl val="lvl"/>
          <dgm:resizeHandles val="exact"/>
        </dgm:presLayoutVars>
      </dgm:prSet>
      <dgm:spPr/>
    </dgm:pt>
    <dgm:pt modelId="{ED8575BA-5D50-49B1-BC57-DA005A09B6F6}" type="pres">
      <dgm:prSet presAssocID="{6D16A2E6-7C96-4105-BD48-FF0D44F39B01}" presName="parentText" presStyleLbl="node1" presStyleIdx="0" presStyleCnt="4">
        <dgm:presLayoutVars>
          <dgm:chMax val="0"/>
          <dgm:bulletEnabled val="1"/>
        </dgm:presLayoutVars>
      </dgm:prSet>
      <dgm:spPr/>
    </dgm:pt>
    <dgm:pt modelId="{E334CF57-46C3-4EE5-B2C8-78D122FDEB34}" type="pres">
      <dgm:prSet presAssocID="{E21FF751-2BE1-4F52-8F26-40DD896A493A}" presName="spacer" presStyleCnt="0"/>
      <dgm:spPr/>
    </dgm:pt>
    <dgm:pt modelId="{2B599467-8CD8-4A3F-8373-DCF3827996F8}" type="pres">
      <dgm:prSet presAssocID="{7CAE2858-9A89-477A-AC47-B901525A4C19}" presName="parentText" presStyleLbl="node1" presStyleIdx="1" presStyleCnt="4">
        <dgm:presLayoutVars>
          <dgm:chMax val="0"/>
          <dgm:bulletEnabled val="1"/>
        </dgm:presLayoutVars>
      </dgm:prSet>
      <dgm:spPr/>
    </dgm:pt>
    <dgm:pt modelId="{CFA6AE6E-4ABB-4C56-96EC-D461846D003D}" type="pres">
      <dgm:prSet presAssocID="{C226F4D9-D0B5-4753-8D3D-99C5EF781F9A}" presName="spacer" presStyleCnt="0"/>
      <dgm:spPr/>
    </dgm:pt>
    <dgm:pt modelId="{D4524DD9-544A-4CFF-AFBA-AD2C56A4350C}" type="pres">
      <dgm:prSet presAssocID="{F27CBFD2-0C5E-4287-8F5D-C63F79DBB5AB}" presName="parentText" presStyleLbl="node1" presStyleIdx="2" presStyleCnt="4">
        <dgm:presLayoutVars>
          <dgm:chMax val="0"/>
          <dgm:bulletEnabled val="1"/>
        </dgm:presLayoutVars>
      </dgm:prSet>
      <dgm:spPr/>
    </dgm:pt>
    <dgm:pt modelId="{33BA0C33-5B78-40B8-97B3-F19D9A8EF5A8}" type="pres">
      <dgm:prSet presAssocID="{3C33486F-4E23-4205-8CAE-87B90DFF519D}" presName="spacer" presStyleCnt="0"/>
      <dgm:spPr/>
    </dgm:pt>
    <dgm:pt modelId="{529F9F11-DAA7-432C-8C46-5A9C8281129E}" type="pres">
      <dgm:prSet presAssocID="{F8ACA79B-3F19-4F63-81CD-FA7D491EB0E5}" presName="parentText" presStyleLbl="node1" presStyleIdx="3" presStyleCnt="4">
        <dgm:presLayoutVars>
          <dgm:chMax val="0"/>
          <dgm:bulletEnabled val="1"/>
        </dgm:presLayoutVars>
      </dgm:prSet>
      <dgm:spPr/>
    </dgm:pt>
  </dgm:ptLst>
  <dgm:cxnLst>
    <dgm:cxn modelId="{5C8BE32B-C9BB-4725-B8BB-403589AA9221}" type="presOf" srcId="{7CAE2858-9A89-477A-AC47-B901525A4C19}" destId="{2B599467-8CD8-4A3F-8373-DCF3827996F8}" srcOrd="0" destOrd="0" presId="urn:microsoft.com/office/officeart/2005/8/layout/vList2"/>
    <dgm:cxn modelId="{A11C9861-61F1-4A68-A6B0-1712DD493DC5}" type="presOf" srcId="{068A469E-A649-4992-AEA7-B4C6060E8A4A}" destId="{E15CC25D-9675-4AD4-A3AA-BCCEA05C9204}" srcOrd="0" destOrd="0" presId="urn:microsoft.com/office/officeart/2005/8/layout/vList2"/>
    <dgm:cxn modelId="{A753E864-CEA0-4B84-9F72-102526274749}" srcId="{068A469E-A649-4992-AEA7-B4C6060E8A4A}" destId="{7CAE2858-9A89-477A-AC47-B901525A4C19}" srcOrd="1" destOrd="0" parTransId="{582F047A-ECB9-4C65-951B-DB5E52D2D262}" sibTransId="{C226F4D9-D0B5-4753-8D3D-99C5EF781F9A}"/>
    <dgm:cxn modelId="{02C16B68-918C-46B3-889A-ECFB5F3B77B0}" type="presOf" srcId="{F8ACA79B-3F19-4F63-81CD-FA7D491EB0E5}" destId="{529F9F11-DAA7-432C-8C46-5A9C8281129E}" srcOrd="0" destOrd="0" presId="urn:microsoft.com/office/officeart/2005/8/layout/vList2"/>
    <dgm:cxn modelId="{338E3874-2903-4174-A0BC-FEB83AAB36C1}" srcId="{068A469E-A649-4992-AEA7-B4C6060E8A4A}" destId="{6D16A2E6-7C96-4105-BD48-FF0D44F39B01}" srcOrd="0" destOrd="0" parTransId="{B2EB8496-30B1-46B0-847C-B73855D6EDBF}" sibTransId="{E21FF751-2BE1-4F52-8F26-40DD896A493A}"/>
    <dgm:cxn modelId="{BDC92684-F182-4CCD-A167-21E6593E7CE6}" srcId="{068A469E-A649-4992-AEA7-B4C6060E8A4A}" destId="{F27CBFD2-0C5E-4287-8F5D-C63F79DBB5AB}" srcOrd="2" destOrd="0" parTransId="{BDEEBBBB-0026-480B-8321-B2B3F26B9FEB}" sibTransId="{3C33486F-4E23-4205-8CAE-87B90DFF519D}"/>
    <dgm:cxn modelId="{4832C5AE-1591-4C18-BB98-1F331C7B222F}" type="presOf" srcId="{F27CBFD2-0C5E-4287-8F5D-C63F79DBB5AB}" destId="{D4524DD9-544A-4CFF-AFBA-AD2C56A4350C}" srcOrd="0" destOrd="0" presId="urn:microsoft.com/office/officeart/2005/8/layout/vList2"/>
    <dgm:cxn modelId="{3FE76DC8-DC75-4794-9801-E1BFC27CBEC4}" type="presOf" srcId="{6D16A2E6-7C96-4105-BD48-FF0D44F39B01}" destId="{ED8575BA-5D50-49B1-BC57-DA005A09B6F6}" srcOrd="0" destOrd="0" presId="urn:microsoft.com/office/officeart/2005/8/layout/vList2"/>
    <dgm:cxn modelId="{262192DA-520C-4159-AD88-519FD75FBABB}" srcId="{068A469E-A649-4992-AEA7-B4C6060E8A4A}" destId="{F8ACA79B-3F19-4F63-81CD-FA7D491EB0E5}" srcOrd="3" destOrd="0" parTransId="{193BB29A-4A55-401B-8669-6C58836600CF}" sibTransId="{A7E2B9FD-2E49-462A-8A95-D14A8E4B59D7}"/>
    <dgm:cxn modelId="{AE214914-79CD-4D7B-982C-1221AB2967E3}" type="presParOf" srcId="{E15CC25D-9675-4AD4-A3AA-BCCEA05C9204}" destId="{ED8575BA-5D50-49B1-BC57-DA005A09B6F6}" srcOrd="0" destOrd="0" presId="urn:microsoft.com/office/officeart/2005/8/layout/vList2"/>
    <dgm:cxn modelId="{36B32E60-4B12-405A-8BD7-69DE02D05CAE}" type="presParOf" srcId="{E15CC25D-9675-4AD4-A3AA-BCCEA05C9204}" destId="{E334CF57-46C3-4EE5-B2C8-78D122FDEB34}" srcOrd="1" destOrd="0" presId="urn:microsoft.com/office/officeart/2005/8/layout/vList2"/>
    <dgm:cxn modelId="{1A764527-5003-4A7D-8324-A96EFB1BEB46}" type="presParOf" srcId="{E15CC25D-9675-4AD4-A3AA-BCCEA05C9204}" destId="{2B599467-8CD8-4A3F-8373-DCF3827996F8}" srcOrd="2" destOrd="0" presId="urn:microsoft.com/office/officeart/2005/8/layout/vList2"/>
    <dgm:cxn modelId="{6BCB4D12-0592-40A9-9133-8C67E38607C6}" type="presParOf" srcId="{E15CC25D-9675-4AD4-A3AA-BCCEA05C9204}" destId="{CFA6AE6E-4ABB-4C56-96EC-D461846D003D}" srcOrd="3" destOrd="0" presId="urn:microsoft.com/office/officeart/2005/8/layout/vList2"/>
    <dgm:cxn modelId="{4B8131D6-010C-4FBA-83B8-B52FB07683E6}" type="presParOf" srcId="{E15CC25D-9675-4AD4-A3AA-BCCEA05C9204}" destId="{D4524DD9-544A-4CFF-AFBA-AD2C56A4350C}" srcOrd="4" destOrd="0" presId="urn:microsoft.com/office/officeart/2005/8/layout/vList2"/>
    <dgm:cxn modelId="{F324D541-0E1B-4780-B273-1F31FC5A0192}" type="presParOf" srcId="{E15CC25D-9675-4AD4-A3AA-BCCEA05C9204}" destId="{33BA0C33-5B78-40B8-97B3-F19D9A8EF5A8}" srcOrd="5" destOrd="0" presId="urn:microsoft.com/office/officeart/2005/8/layout/vList2"/>
    <dgm:cxn modelId="{A8B2149A-33BF-4CAA-B834-0AC26BE2BE98}" type="presParOf" srcId="{E15CC25D-9675-4AD4-A3AA-BCCEA05C9204}" destId="{529F9F11-DAA7-432C-8C46-5A9C8281129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91EDD7-0FBE-42D8-BEBF-D210E8FEDC4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2E2F11F-4D43-432D-BC1F-27022C868626}">
      <dgm:prSet/>
      <dgm:spPr/>
      <dgm:t>
        <a:bodyPr/>
        <a:lstStyle/>
        <a:p>
          <a:r>
            <a:rPr lang="ru-RU" b="0" i="1" baseline="0"/>
            <a:t>Гетьман П. Скоропадський, спираючись на  </a:t>
          </a:r>
          <a:r>
            <a:rPr lang="uk-UA" b="0" i="1" baseline="0"/>
            <a:t>німецьку окупаційну владу, великих землевласників та підприємців, запропонував інший шлях  розбудови держави в Україні. </a:t>
          </a:r>
          <a:endParaRPr lang="uk-UA"/>
        </a:p>
      </dgm:t>
    </dgm:pt>
    <dgm:pt modelId="{AD64405C-5F2C-4C4A-8918-A1A0CD322A0C}" type="parTrans" cxnId="{61EF3B84-F79C-4FD2-A1DA-7B819602FB24}">
      <dgm:prSet/>
      <dgm:spPr/>
      <dgm:t>
        <a:bodyPr/>
        <a:lstStyle/>
        <a:p>
          <a:endParaRPr lang="uk-UA"/>
        </a:p>
      </dgm:t>
    </dgm:pt>
    <dgm:pt modelId="{8BB04310-5667-4F42-BAC2-2C25F959628C}" type="sibTrans" cxnId="{61EF3B84-F79C-4FD2-A1DA-7B819602FB24}">
      <dgm:prSet/>
      <dgm:spPr/>
      <dgm:t>
        <a:bodyPr/>
        <a:lstStyle/>
        <a:p>
          <a:endParaRPr lang="uk-UA"/>
        </a:p>
      </dgm:t>
    </dgm:pt>
    <dgm:pt modelId="{1D29139F-FBB2-455E-BE74-84BBF67674E7}">
      <dgm:prSet/>
      <dgm:spPr/>
      <dgm:t>
        <a:bodyPr/>
        <a:lstStyle/>
        <a:p>
          <a:r>
            <a:rPr lang="ru-RU" b="0" i="1" baseline="0"/>
            <a:t>Заперечення здобутків УЦР зумовило перехід українських політичних партій в опозицію до гетьмана. </a:t>
          </a:r>
          <a:endParaRPr lang="uk-UA"/>
        </a:p>
      </dgm:t>
    </dgm:pt>
    <dgm:pt modelId="{1E550605-8553-4554-BE3D-D01F903CD25E}" type="parTrans" cxnId="{7D7993D2-A5F7-45FD-9F62-F48B53B17F9C}">
      <dgm:prSet/>
      <dgm:spPr/>
      <dgm:t>
        <a:bodyPr/>
        <a:lstStyle/>
        <a:p>
          <a:endParaRPr lang="uk-UA"/>
        </a:p>
      </dgm:t>
    </dgm:pt>
    <dgm:pt modelId="{9CF03ABF-CB59-4D98-BFFA-0DF917836DCD}" type="sibTrans" cxnId="{7D7993D2-A5F7-45FD-9F62-F48B53B17F9C}">
      <dgm:prSet/>
      <dgm:spPr/>
      <dgm:t>
        <a:bodyPr/>
        <a:lstStyle/>
        <a:p>
          <a:endParaRPr lang="uk-UA"/>
        </a:p>
      </dgm:t>
    </dgm:pt>
    <dgm:pt modelId="{DCD66A93-C466-4063-BBAB-FEC56A82D616}">
      <dgm:prSet/>
      <dgm:spPr/>
      <dgm:t>
        <a:bodyPr/>
        <a:lstStyle/>
        <a:p>
          <a:r>
            <a:rPr lang="uk-UA" b="0" i="1" baseline="0"/>
            <a:t>Прагнення задовільнити економічні та політичні вимоги німецької окупаційної влади спричинило посилення опору гетьманському режимові з боку селян і робітників. </a:t>
          </a:r>
          <a:endParaRPr lang="uk-UA"/>
        </a:p>
      </dgm:t>
    </dgm:pt>
    <dgm:pt modelId="{66BB2AA5-6582-4D67-BF3F-39EE0B8A2B48}" type="parTrans" cxnId="{13B5DD1E-75E6-4D19-968F-C2A2FE3C3B26}">
      <dgm:prSet/>
      <dgm:spPr/>
      <dgm:t>
        <a:bodyPr/>
        <a:lstStyle/>
        <a:p>
          <a:endParaRPr lang="uk-UA"/>
        </a:p>
      </dgm:t>
    </dgm:pt>
    <dgm:pt modelId="{4419D45B-5822-45D8-AFFA-513C9E63F5F6}" type="sibTrans" cxnId="{13B5DD1E-75E6-4D19-968F-C2A2FE3C3B26}">
      <dgm:prSet/>
      <dgm:spPr/>
      <dgm:t>
        <a:bodyPr/>
        <a:lstStyle/>
        <a:p>
          <a:endParaRPr lang="uk-UA"/>
        </a:p>
      </dgm:t>
    </dgm:pt>
    <dgm:pt modelId="{57E24160-834E-4B44-AF3B-E899108174C8}" type="pres">
      <dgm:prSet presAssocID="{B391EDD7-0FBE-42D8-BEBF-D210E8FEDC4F}" presName="linear" presStyleCnt="0">
        <dgm:presLayoutVars>
          <dgm:animLvl val="lvl"/>
          <dgm:resizeHandles val="exact"/>
        </dgm:presLayoutVars>
      </dgm:prSet>
      <dgm:spPr/>
    </dgm:pt>
    <dgm:pt modelId="{9E57D06E-E438-4E3B-A81E-AA0AB66EBD87}" type="pres">
      <dgm:prSet presAssocID="{D2E2F11F-4D43-432D-BC1F-27022C868626}" presName="parentText" presStyleLbl="node1" presStyleIdx="0" presStyleCnt="3">
        <dgm:presLayoutVars>
          <dgm:chMax val="0"/>
          <dgm:bulletEnabled val="1"/>
        </dgm:presLayoutVars>
      </dgm:prSet>
      <dgm:spPr/>
    </dgm:pt>
    <dgm:pt modelId="{A9AE5BE8-882C-4AA6-BB0F-1753B7A684BB}" type="pres">
      <dgm:prSet presAssocID="{8BB04310-5667-4F42-BAC2-2C25F959628C}" presName="spacer" presStyleCnt="0"/>
      <dgm:spPr/>
    </dgm:pt>
    <dgm:pt modelId="{7755F232-8AD7-43A7-9F26-C3AFC0A04D37}" type="pres">
      <dgm:prSet presAssocID="{1D29139F-FBB2-455E-BE74-84BBF67674E7}" presName="parentText" presStyleLbl="node1" presStyleIdx="1" presStyleCnt="3">
        <dgm:presLayoutVars>
          <dgm:chMax val="0"/>
          <dgm:bulletEnabled val="1"/>
        </dgm:presLayoutVars>
      </dgm:prSet>
      <dgm:spPr/>
    </dgm:pt>
    <dgm:pt modelId="{8D71C3EF-FB05-4E51-8D18-92B02DA17FAB}" type="pres">
      <dgm:prSet presAssocID="{9CF03ABF-CB59-4D98-BFFA-0DF917836DCD}" presName="spacer" presStyleCnt="0"/>
      <dgm:spPr/>
    </dgm:pt>
    <dgm:pt modelId="{6290CC39-A988-47C6-BFE8-CF79B8DC86F3}" type="pres">
      <dgm:prSet presAssocID="{DCD66A93-C466-4063-BBAB-FEC56A82D616}" presName="parentText" presStyleLbl="node1" presStyleIdx="2" presStyleCnt="3">
        <dgm:presLayoutVars>
          <dgm:chMax val="0"/>
          <dgm:bulletEnabled val="1"/>
        </dgm:presLayoutVars>
      </dgm:prSet>
      <dgm:spPr/>
    </dgm:pt>
  </dgm:ptLst>
  <dgm:cxnLst>
    <dgm:cxn modelId="{A7E0DD0D-79B8-479B-B9B5-27D307094B16}" type="presOf" srcId="{D2E2F11F-4D43-432D-BC1F-27022C868626}" destId="{9E57D06E-E438-4E3B-A81E-AA0AB66EBD87}" srcOrd="0" destOrd="0" presId="urn:microsoft.com/office/officeart/2005/8/layout/vList2"/>
    <dgm:cxn modelId="{B93FDB1D-8A3F-4B3B-811E-0998DB9BFF38}" type="presOf" srcId="{DCD66A93-C466-4063-BBAB-FEC56A82D616}" destId="{6290CC39-A988-47C6-BFE8-CF79B8DC86F3}" srcOrd="0" destOrd="0" presId="urn:microsoft.com/office/officeart/2005/8/layout/vList2"/>
    <dgm:cxn modelId="{13B5DD1E-75E6-4D19-968F-C2A2FE3C3B26}" srcId="{B391EDD7-0FBE-42D8-BEBF-D210E8FEDC4F}" destId="{DCD66A93-C466-4063-BBAB-FEC56A82D616}" srcOrd="2" destOrd="0" parTransId="{66BB2AA5-6582-4D67-BF3F-39EE0B8A2B48}" sibTransId="{4419D45B-5822-45D8-AFFA-513C9E63F5F6}"/>
    <dgm:cxn modelId="{61EF3B84-F79C-4FD2-A1DA-7B819602FB24}" srcId="{B391EDD7-0FBE-42D8-BEBF-D210E8FEDC4F}" destId="{D2E2F11F-4D43-432D-BC1F-27022C868626}" srcOrd="0" destOrd="0" parTransId="{AD64405C-5F2C-4C4A-8918-A1A0CD322A0C}" sibTransId="{8BB04310-5667-4F42-BAC2-2C25F959628C}"/>
    <dgm:cxn modelId="{7D7993D2-A5F7-45FD-9F62-F48B53B17F9C}" srcId="{B391EDD7-0FBE-42D8-BEBF-D210E8FEDC4F}" destId="{1D29139F-FBB2-455E-BE74-84BBF67674E7}" srcOrd="1" destOrd="0" parTransId="{1E550605-8553-4554-BE3D-D01F903CD25E}" sibTransId="{9CF03ABF-CB59-4D98-BFFA-0DF917836DCD}"/>
    <dgm:cxn modelId="{366C91D6-84C1-47C1-AA57-54EEC719FF73}" type="presOf" srcId="{B391EDD7-0FBE-42D8-BEBF-D210E8FEDC4F}" destId="{57E24160-834E-4B44-AF3B-E899108174C8}" srcOrd="0" destOrd="0" presId="urn:microsoft.com/office/officeart/2005/8/layout/vList2"/>
    <dgm:cxn modelId="{0C09ECD9-EF0A-4E34-8969-4F8AF52AC9BE}" type="presOf" srcId="{1D29139F-FBB2-455E-BE74-84BBF67674E7}" destId="{7755F232-8AD7-43A7-9F26-C3AFC0A04D37}" srcOrd="0" destOrd="0" presId="urn:microsoft.com/office/officeart/2005/8/layout/vList2"/>
    <dgm:cxn modelId="{5F7776D9-1E2B-409B-8107-E6D380CAF45C}" type="presParOf" srcId="{57E24160-834E-4B44-AF3B-E899108174C8}" destId="{9E57D06E-E438-4E3B-A81E-AA0AB66EBD87}" srcOrd="0" destOrd="0" presId="urn:microsoft.com/office/officeart/2005/8/layout/vList2"/>
    <dgm:cxn modelId="{0122D38C-95F4-4167-8DA3-21C649D0AF10}" type="presParOf" srcId="{57E24160-834E-4B44-AF3B-E899108174C8}" destId="{A9AE5BE8-882C-4AA6-BB0F-1753B7A684BB}" srcOrd="1" destOrd="0" presId="urn:microsoft.com/office/officeart/2005/8/layout/vList2"/>
    <dgm:cxn modelId="{5C0B8E42-50AA-44D0-9E2A-3E4EF0063EA6}" type="presParOf" srcId="{57E24160-834E-4B44-AF3B-E899108174C8}" destId="{7755F232-8AD7-43A7-9F26-C3AFC0A04D37}" srcOrd="2" destOrd="0" presId="urn:microsoft.com/office/officeart/2005/8/layout/vList2"/>
    <dgm:cxn modelId="{9D619602-E705-4C8A-99D2-C72F2FF9A24A}" type="presParOf" srcId="{57E24160-834E-4B44-AF3B-E899108174C8}" destId="{8D71C3EF-FB05-4E51-8D18-92B02DA17FAB}" srcOrd="3" destOrd="0" presId="urn:microsoft.com/office/officeart/2005/8/layout/vList2"/>
    <dgm:cxn modelId="{2A8786DA-BA46-4973-B4E4-2EC207228D3A}" type="presParOf" srcId="{57E24160-834E-4B44-AF3B-E899108174C8}" destId="{6290CC39-A988-47C6-BFE8-CF79B8DC86F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61DB0D-2D1F-462A-8FA8-FE8D1B8AC72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5BE9FD3A-0711-47FE-968E-7660D02C6EAE}">
      <dgm:prSet/>
      <dgm:spPr/>
      <dgm:t>
        <a:bodyPr/>
        <a:lstStyle/>
        <a:p>
          <a:r>
            <a:rPr lang="uk-UA" b="0" i="1"/>
            <a:t>«…Україна стає Українською Народною Республікою. Не відділяючись від республіки Російської… ми твердо станемо на нашій землі…»</a:t>
          </a:r>
          <a:endParaRPr lang="uk-UA"/>
        </a:p>
      </dgm:t>
    </dgm:pt>
    <dgm:pt modelId="{3B9B036D-D421-4F20-936C-E3757EEBBE8C}" type="parTrans" cxnId="{AFE049F2-67CF-48AE-959B-831231F4D5CB}">
      <dgm:prSet/>
      <dgm:spPr/>
      <dgm:t>
        <a:bodyPr/>
        <a:lstStyle/>
        <a:p>
          <a:endParaRPr lang="uk-UA"/>
        </a:p>
      </dgm:t>
    </dgm:pt>
    <dgm:pt modelId="{826FD40E-1D31-44F2-BF18-650C39F85E32}" type="sibTrans" cxnId="{AFE049F2-67CF-48AE-959B-831231F4D5CB}">
      <dgm:prSet/>
      <dgm:spPr/>
      <dgm:t>
        <a:bodyPr/>
        <a:lstStyle/>
        <a:p>
          <a:endParaRPr lang="uk-UA"/>
        </a:p>
      </dgm:t>
    </dgm:pt>
    <dgm:pt modelId="{91D233B9-A6C0-4714-B9B1-E8C95B0196A7}">
      <dgm:prSet/>
      <dgm:spPr/>
      <dgm:t>
        <a:bodyPr/>
        <a:lstStyle/>
        <a:p>
          <a:r>
            <a:rPr lang="uk-UA" b="0" i="1"/>
            <a:t>«Цією грамотою я оголошую себе Гетьманом усієї України. …Центральна і Мала Рада з нинішнього дня розпускаються…»</a:t>
          </a:r>
          <a:endParaRPr lang="uk-UA"/>
        </a:p>
      </dgm:t>
    </dgm:pt>
    <dgm:pt modelId="{DC0C017B-FC10-42C4-B0AB-0FB0403C67AE}" type="parTrans" cxnId="{868EA01B-6E91-4F0F-9B70-A5D1F599B4D1}">
      <dgm:prSet/>
      <dgm:spPr/>
      <dgm:t>
        <a:bodyPr/>
        <a:lstStyle/>
        <a:p>
          <a:endParaRPr lang="uk-UA"/>
        </a:p>
      </dgm:t>
    </dgm:pt>
    <dgm:pt modelId="{1EDFBA3F-FC3C-4C03-8A20-C1C3D927E848}" type="sibTrans" cxnId="{868EA01B-6E91-4F0F-9B70-A5D1F599B4D1}">
      <dgm:prSet/>
      <dgm:spPr/>
      <dgm:t>
        <a:bodyPr/>
        <a:lstStyle/>
        <a:p>
          <a:endParaRPr lang="uk-UA"/>
        </a:p>
      </dgm:t>
    </dgm:pt>
    <dgm:pt modelId="{B383DBFC-434B-46CA-B294-CA1785E6897E}">
      <dgm:prSet/>
      <dgm:spPr/>
      <dgm:t>
        <a:bodyPr/>
        <a:lstStyle/>
        <a:p>
          <a:r>
            <a:rPr lang="uk-UA" b="0" i="1"/>
            <a:t>«…воєдино зливаються …частини єдиної України — Західноукраїнська Народна Республіка і Наддніпрянська Україна. Однині є єдина незалежна Українська Народна Республіка…»</a:t>
          </a:r>
          <a:endParaRPr lang="uk-UA"/>
        </a:p>
      </dgm:t>
    </dgm:pt>
    <dgm:pt modelId="{339E95F3-8EE1-4E4E-BDDC-92862006ACD8}" type="parTrans" cxnId="{098859FD-F36C-4A2E-9E08-8FFF4A4954F1}">
      <dgm:prSet/>
      <dgm:spPr/>
      <dgm:t>
        <a:bodyPr/>
        <a:lstStyle/>
        <a:p>
          <a:endParaRPr lang="uk-UA"/>
        </a:p>
      </dgm:t>
    </dgm:pt>
    <dgm:pt modelId="{8E47AC7B-C9A3-49A4-BF00-4125B096EB82}" type="sibTrans" cxnId="{098859FD-F36C-4A2E-9E08-8FFF4A4954F1}">
      <dgm:prSet/>
      <dgm:spPr/>
      <dgm:t>
        <a:bodyPr/>
        <a:lstStyle/>
        <a:p>
          <a:endParaRPr lang="uk-UA"/>
        </a:p>
      </dgm:t>
    </dgm:pt>
    <dgm:pt modelId="{26AE063E-C39F-4989-9687-F072641D8430}">
      <dgm:prSet/>
      <dgm:spPr/>
      <dgm:t>
        <a:bodyPr/>
        <a:lstStyle/>
        <a:p>
          <a:r>
            <a:rPr lang="uk-UA" b="0" i="1"/>
            <a:t>«Однині Українська Народна Республіка стає самостійною, ні від нікого незалежною, суверенною державою українського народу….»</a:t>
          </a:r>
          <a:endParaRPr lang="uk-UA"/>
        </a:p>
      </dgm:t>
    </dgm:pt>
    <dgm:pt modelId="{D935A903-0659-4589-B891-B78AAA8968EE}" type="parTrans" cxnId="{E3D03A4D-FF38-4ED6-B59C-F316DF65B00B}">
      <dgm:prSet/>
      <dgm:spPr/>
      <dgm:t>
        <a:bodyPr/>
        <a:lstStyle/>
        <a:p>
          <a:endParaRPr lang="uk-UA"/>
        </a:p>
      </dgm:t>
    </dgm:pt>
    <dgm:pt modelId="{E8E78C84-38E6-4263-854D-FF98FC08322F}" type="sibTrans" cxnId="{E3D03A4D-FF38-4ED6-B59C-F316DF65B00B}">
      <dgm:prSet/>
      <dgm:spPr/>
      <dgm:t>
        <a:bodyPr/>
        <a:lstStyle/>
        <a:p>
          <a:endParaRPr lang="uk-UA"/>
        </a:p>
      </dgm:t>
    </dgm:pt>
    <dgm:pt modelId="{C9969AB2-A75C-4325-8B98-4357E54A3908}" type="pres">
      <dgm:prSet presAssocID="{A861DB0D-2D1F-462A-8FA8-FE8D1B8AC727}" presName="vert0" presStyleCnt="0">
        <dgm:presLayoutVars>
          <dgm:dir/>
          <dgm:animOne val="branch"/>
          <dgm:animLvl val="lvl"/>
        </dgm:presLayoutVars>
      </dgm:prSet>
      <dgm:spPr/>
    </dgm:pt>
    <dgm:pt modelId="{430B4EAE-A980-4A0B-8161-F1C1CC716863}" type="pres">
      <dgm:prSet presAssocID="{5BE9FD3A-0711-47FE-968E-7660D02C6EAE}" presName="thickLine" presStyleLbl="alignNode1" presStyleIdx="0" presStyleCnt="4"/>
      <dgm:spPr/>
    </dgm:pt>
    <dgm:pt modelId="{E3754D04-37E8-4730-BB17-CCD2CB1D0D32}" type="pres">
      <dgm:prSet presAssocID="{5BE9FD3A-0711-47FE-968E-7660D02C6EAE}" presName="horz1" presStyleCnt="0"/>
      <dgm:spPr/>
    </dgm:pt>
    <dgm:pt modelId="{BA528F61-3662-4955-8886-A4E5E7752BAF}" type="pres">
      <dgm:prSet presAssocID="{5BE9FD3A-0711-47FE-968E-7660D02C6EAE}" presName="tx1" presStyleLbl="revTx" presStyleIdx="0" presStyleCnt="4"/>
      <dgm:spPr/>
    </dgm:pt>
    <dgm:pt modelId="{FB4D1DF3-4B2A-4799-8FA3-E0FEA7255DCD}" type="pres">
      <dgm:prSet presAssocID="{5BE9FD3A-0711-47FE-968E-7660D02C6EAE}" presName="vert1" presStyleCnt="0"/>
      <dgm:spPr/>
    </dgm:pt>
    <dgm:pt modelId="{50AD29CC-8464-4263-94C7-EFE9F0B582EA}" type="pres">
      <dgm:prSet presAssocID="{91D233B9-A6C0-4714-B9B1-E8C95B0196A7}" presName="thickLine" presStyleLbl="alignNode1" presStyleIdx="1" presStyleCnt="4"/>
      <dgm:spPr/>
    </dgm:pt>
    <dgm:pt modelId="{BF30DF02-98B8-4E6A-8C15-41E15F4DAB44}" type="pres">
      <dgm:prSet presAssocID="{91D233B9-A6C0-4714-B9B1-E8C95B0196A7}" presName="horz1" presStyleCnt="0"/>
      <dgm:spPr/>
    </dgm:pt>
    <dgm:pt modelId="{EAF5A1F8-42E6-48BE-B412-069413AAD5DA}" type="pres">
      <dgm:prSet presAssocID="{91D233B9-A6C0-4714-B9B1-E8C95B0196A7}" presName="tx1" presStyleLbl="revTx" presStyleIdx="1" presStyleCnt="4"/>
      <dgm:spPr/>
    </dgm:pt>
    <dgm:pt modelId="{C484B1B1-2B09-488A-8828-33DBA55C1915}" type="pres">
      <dgm:prSet presAssocID="{91D233B9-A6C0-4714-B9B1-E8C95B0196A7}" presName="vert1" presStyleCnt="0"/>
      <dgm:spPr/>
    </dgm:pt>
    <dgm:pt modelId="{3864E076-827F-435B-A6EC-33DD2D26671E}" type="pres">
      <dgm:prSet presAssocID="{B383DBFC-434B-46CA-B294-CA1785E6897E}" presName="thickLine" presStyleLbl="alignNode1" presStyleIdx="2" presStyleCnt="4"/>
      <dgm:spPr/>
    </dgm:pt>
    <dgm:pt modelId="{5DE79B92-D13A-43E0-A4F8-6B96C09FD395}" type="pres">
      <dgm:prSet presAssocID="{B383DBFC-434B-46CA-B294-CA1785E6897E}" presName="horz1" presStyleCnt="0"/>
      <dgm:spPr/>
    </dgm:pt>
    <dgm:pt modelId="{6D09C013-970C-4673-BD04-BE39F42F43E1}" type="pres">
      <dgm:prSet presAssocID="{B383DBFC-434B-46CA-B294-CA1785E6897E}" presName="tx1" presStyleLbl="revTx" presStyleIdx="2" presStyleCnt="4"/>
      <dgm:spPr/>
    </dgm:pt>
    <dgm:pt modelId="{509FEBE9-A0F2-409E-A8F3-EB3AAEB38BEB}" type="pres">
      <dgm:prSet presAssocID="{B383DBFC-434B-46CA-B294-CA1785E6897E}" presName="vert1" presStyleCnt="0"/>
      <dgm:spPr/>
    </dgm:pt>
    <dgm:pt modelId="{320E7F58-3C9F-4917-AAE9-D8E9FE2444F0}" type="pres">
      <dgm:prSet presAssocID="{26AE063E-C39F-4989-9687-F072641D8430}" presName="thickLine" presStyleLbl="alignNode1" presStyleIdx="3" presStyleCnt="4"/>
      <dgm:spPr/>
    </dgm:pt>
    <dgm:pt modelId="{19E9FD6C-10A8-4DC6-9815-4815E643F09B}" type="pres">
      <dgm:prSet presAssocID="{26AE063E-C39F-4989-9687-F072641D8430}" presName="horz1" presStyleCnt="0"/>
      <dgm:spPr/>
    </dgm:pt>
    <dgm:pt modelId="{16D91F7D-7F67-41CB-A2FC-3AACA2A00912}" type="pres">
      <dgm:prSet presAssocID="{26AE063E-C39F-4989-9687-F072641D8430}" presName="tx1" presStyleLbl="revTx" presStyleIdx="3" presStyleCnt="4"/>
      <dgm:spPr/>
    </dgm:pt>
    <dgm:pt modelId="{2E65FC49-144E-4663-944F-C0101835C1C8}" type="pres">
      <dgm:prSet presAssocID="{26AE063E-C39F-4989-9687-F072641D8430}" presName="vert1" presStyleCnt="0"/>
      <dgm:spPr/>
    </dgm:pt>
  </dgm:ptLst>
  <dgm:cxnLst>
    <dgm:cxn modelId="{868EA01B-6E91-4F0F-9B70-A5D1F599B4D1}" srcId="{A861DB0D-2D1F-462A-8FA8-FE8D1B8AC727}" destId="{91D233B9-A6C0-4714-B9B1-E8C95B0196A7}" srcOrd="1" destOrd="0" parTransId="{DC0C017B-FC10-42C4-B0AB-0FB0403C67AE}" sibTransId="{1EDFBA3F-FC3C-4C03-8A20-C1C3D927E848}"/>
    <dgm:cxn modelId="{3117E41D-D0DB-4837-BDB5-F5F7DB37AA10}" type="presOf" srcId="{A861DB0D-2D1F-462A-8FA8-FE8D1B8AC727}" destId="{C9969AB2-A75C-4325-8B98-4357E54A3908}" srcOrd="0" destOrd="0" presId="urn:microsoft.com/office/officeart/2008/layout/LinedList"/>
    <dgm:cxn modelId="{39DA0C61-AD57-45AA-8BF2-D523C40389B0}" type="presOf" srcId="{B383DBFC-434B-46CA-B294-CA1785E6897E}" destId="{6D09C013-970C-4673-BD04-BE39F42F43E1}" srcOrd="0" destOrd="0" presId="urn:microsoft.com/office/officeart/2008/layout/LinedList"/>
    <dgm:cxn modelId="{E3D03A4D-FF38-4ED6-B59C-F316DF65B00B}" srcId="{A861DB0D-2D1F-462A-8FA8-FE8D1B8AC727}" destId="{26AE063E-C39F-4989-9687-F072641D8430}" srcOrd="3" destOrd="0" parTransId="{D935A903-0659-4589-B891-B78AAA8968EE}" sibTransId="{E8E78C84-38E6-4263-854D-FF98FC08322F}"/>
    <dgm:cxn modelId="{2FC58B51-D820-4D44-A1C7-425B74FB9EFF}" type="presOf" srcId="{26AE063E-C39F-4989-9687-F072641D8430}" destId="{16D91F7D-7F67-41CB-A2FC-3AACA2A00912}" srcOrd="0" destOrd="0" presId="urn:microsoft.com/office/officeart/2008/layout/LinedList"/>
    <dgm:cxn modelId="{39ADBCA2-2F21-41BB-BF28-24D317EC0EBD}" type="presOf" srcId="{5BE9FD3A-0711-47FE-968E-7660D02C6EAE}" destId="{BA528F61-3662-4955-8886-A4E5E7752BAF}" srcOrd="0" destOrd="0" presId="urn:microsoft.com/office/officeart/2008/layout/LinedList"/>
    <dgm:cxn modelId="{FA19E5DF-1CCF-4083-A624-8F3E29B3F504}" type="presOf" srcId="{91D233B9-A6C0-4714-B9B1-E8C95B0196A7}" destId="{EAF5A1F8-42E6-48BE-B412-069413AAD5DA}" srcOrd="0" destOrd="0" presId="urn:microsoft.com/office/officeart/2008/layout/LinedList"/>
    <dgm:cxn modelId="{AFE049F2-67CF-48AE-959B-831231F4D5CB}" srcId="{A861DB0D-2D1F-462A-8FA8-FE8D1B8AC727}" destId="{5BE9FD3A-0711-47FE-968E-7660D02C6EAE}" srcOrd="0" destOrd="0" parTransId="{3B9B036D-D421-4F20-936C-E3757EEBBE8C}" sibTransId="{826FD40E-1D31-44F2-BF18-650C39F85E32}"/>
    <dgm:cxn modelId="{098859FD-F36C-4A2E-9E08-8FFF4A4954F1}" srcId="{A861DB0D-2D1F-462A-8FA8-FE8D1B8AC727}" destId="{B383DBFC-434B-46CA-B294-CA1785E6897E}" srcOrd="2" destOrd="0" parTransId="{339E95F3-8EE1-4E4E-BDDC-92862006ACD8}" sibTransId="{8E47AC7B-C9A3-49A4-BF00-4125B096EB82}"/>
    <dgm:cxn modelId="{5DF16035-76AD-46A4-8B5F-FEAAA2B19A06}" type="presParOf" srcId="{C9969AB2-A75C-4325-8B98-4357E54A3908}" destId="{430B4EAE-A980-4A0B-8161-F1C1CC716863}" srcOrd="0" destOrd="0" presId="urn:microsoft.com/office/officeart/2008/layout/LinedList"/>
    <dgm:cxn modelId="{27DA8AF2-E4AA-4A94-931A-79EEE66359E8}" type="presParOf" srcId="{C9969AB2-A75C-4325-8B98-4357E54A3908}" destId="{E3754D04-37E8-4730-BB17-CCD2CB1D0D32}" srcOrd="1" destOrd="0" presId="urn:microsoft.com/office/officeart/2008/layout/LinedList"/>
    <dgm:cxn modelId="{F4B574A5-52E5-4824-A943-04C11E4C53D2}" type="presParOf" srcId="{E3754D04-37E8-4730-BB17-CCD2CB1D0D32}" destId="{BA528F61-3662-4955-8886-A4E5E7752BAF}" srcOrd="0" destOrd="0" presId="urn:microsoft.com/office/officeart/2008/layout/LinedList"/>
    <dgm:cxn modelId="{03ADEB26-AB9A-4D7A-A5FE-42E6FBD323A5}" type="presParOf" srcId="{E3754D04-37E8-4730-BB17-CCD2CB1D0D32}" destId="{FB4D1DF3-4B2A-4799-8FA3-E0FEA7255DCD}" srcOrd="1" destOrd="0" presId="urn:microsoft.com/office/officeart/2008/layout/LinedList"/>
    <dgm:cxn modelId="{FDE2488D-3033-44B1-881F-D59BCC664D38}" type="presParOf" srcId="{C9969AB2-A75C-4325-8B98-4357E54A3908}" destId="{50AD29CC-8464-4263-94C7-EFE9F0B582EA}" srcOrd="2" destOrd="0" presId="urn:microsoft.com/office/officeart/2008/layout/LinedList"/>
    <dgm:cxn modelId="{13B5C86E-0290-4A1D-9FE5-8E3AE5943F51}" type="presParOf" srcId="{C9969AB2-A75C-4325-8B98-4357E54A3908}" destId="{BF30DF02-98B8-4E6A-8C15-41E15F4DAB44}" srcOrd="3" destOrd="0" presId="urn:microsoft.com/office/officeart/2008/layout/LinedList"/>
    <dgm:cxn modelId="{A7037CD0-EB77-41EC-9101-2B2BC4F1007E}" type="presParOf" srcId="{BF30DF02-98B8-4E6A-8C15-41E15F4DAB44}" destId="{EAF5A1F8-42E6-48BE-B412-069413AAD5DA}" srcOrd="0" destOrd="0" presId="urn:microsoft.com/office/officeart/2008/layout/LinedList"/>
    <dgm:cxn modelId="{7113848C-3161-4C1C-B812-BF796AC072EE}" type="presParOf" srcId="{BF30DF02-98B8-4E6A-8C15-41E15F4DAB44}" destId="{C484B1B1-2B09-488A-8828-33DBA55C1915}" srcOrd="1" destOrd="0" presId="urn:microsoft.com/office/officeart/2008/layout/LinedList"/>
    <dgm:cxn modelId="{F54A7394-7603-451D-A154-F514493B8C40}" type="presParOf" srcId="{C9969AB2-A75C-4325-8B98-4357E54A3908}" destId="{3864E076-827F-435B-A6EC-33DD2D26671E}" srcOrd="4" destOrd="0" presId="urn:microsoft.com/office/officeart/2008/layout/LinedList"/>
    <dgm:cxn modelId="{7EED9B3E-D641-430E-AD6C-7B33D540CCB8}" type="presParOf" srcId="{C9969AB2-A75C-4325-8B98-4357E54A3908}" destId="{5DE79B92-D13A-43E0-A4F8-6B96C09FD395}" srcOrd="5" destOrd="0" presId="urn:microsoft.com/office/officeart/2008/layout/LinedList"/>
    <dgm:cxn modelId="{126EB8F6-6965-4355-B877-1DFF91B1A274}" type="presParOf" srcId="{5DE79B92-D13A-43E0-A4F8-6B96C09FD395}" destId="{6D09C013-970C-4673-BD04-BE39F42F43E1}" srcOrd="0" destOrd="0" presId="urn:microsoft.com/office/officeart/2008/layout/LinedList"/>
    <dgm:cxn modelId="{9A443EF9-E4C4-4407-A01E-3E730ECAE839}" type="presParOf" srcId="{5DE79B92-D13A-43E0-A4F8-6B96C09FD395}" destId="{509FEBE9-A0F2-409E-A8F3-EB3AAEB38BEB}" srcOrd="1" destOrd="0" presId="urn:microsoft.com/office/officeart/2008/layout/LinedList"/>
    <dgm:cxn modelId="{FADB59AE-C876-49D9-9611-1D380EC76FC7}" type="presParOf" srcId="{C9969AB2-A75C-4325-8B98-4357E54A3908}" destId="{320E7F58-3C9F-4917-AAE9-D8E9FE2444F0}" srcOrd="6" destOrd="0" presId="urn:microsoft.com/office/officeart/2008/layout/LinedList"/>
    <dgm:cxn modelId="{B4F3B0F5-77D0-4CF2-BF53-C007F917CD86}" type="presParOf" srcId="{C9969AB2-A75C-4325-8B98-4357E54A3908}" destId="{19E9FD6C-10A8-4DC6-9815-4815E643F09B}" srcOrd="7" destOrd="0" presId="urn:microsoft.com/office/officeart/2008/layout/LinedList"/>
    <dgm:cxn modelId="{89000399-F339-4E4E-B1E1-DF7C53E0EC2E}" type="presParOf" srcId="{19E9FD6C-10A8-4DC6-9815-4815E643F09B}" destId="{16D91F7D-7F67-41CB-A2FC-3AACA2A00912}" srcOrd="0" destOrd="0" presId="urn:microsoft.com/office/officeart/2008/layout/LinedList"/>
    <dgm:cxn modelId="{16E4FC88-28F2-4892-B6EA-8DCB0E43078C}" type="presParOf" srcId="{19E9FD6C-10A8-4DC6-9815-4815E643F09B}" destId="{2E65FC49-144E-4663-944F-C0101835C1C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62AFF9F-C658-40C4-9F63-40FF85C889FC}"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42AB8E8-0B98-4D5A-B684-12A20C13203F}">
      <dgm:prSet/>
      <dgm:spPr/>
      <dgm:t>
        <a:bodyPr/>
        <a:lstStyle/>
        <a:p>
          <a:r>
            <a:rPr lang="ru-RU" b="0" i="0"/>
            <a:t>липень 1917 р.</a:t>
          </a:r>
          <a:endParaRPr lang="uk-UA"/>
        </a:p>
      </dgm:t>
    </dgm:pt>
    <dgm:pt modelId="{2D310136-6C5A-4DC9-9C7B-A224EB056E47}" type="parTrans" cxnId="{EADC1522-380D-4A32-B2EF-6FD7F725FDA2}">
      <dgm:prSet/>
      <dgm:spPr/>
      <dgm:t>
        <a:bodyPr/>
        <a:lstStyle/>
        <a:p>
          <a:endParaRPr lang="uk-UA"/>
        </a:p>
      </dgm:t>
    </dgm:pt>
    <dgm:pt modelId="{AA86F4A8-3305-4068-ABCD-42350E24D200}" type="sibTrans" cxnId="{EADC1522-380D-4A32-B2EF-6FD7F725FDA2}">
      <dgm:prSet/>
      <dgm:spPr/>
      <dgm:t>
        <a:bodyPr/>
        <a:lstStyle/>
        <a:p>
          <a:endParaRPr lang="uk-UA"/>
        </a:p>
      </dgm:t>
    </dgm:pt>
    <dgm:pt modelId="{A587CACF-369A-4940-B5F9-56DB9962F300}">
      <dgm:prSet/>
      <dgm:spPr/>
      <dgm:t>
        <a:bodyPr/>
        <a:lstStyle/>
        <a:p>
          <a:r>
            <a:rPr lang="ru-RU" b="0" i="0"/>
            <a:t>листопад 1917 р.</a:t>
          </a:r>
          <a:endParaRPr lang="uk-UA"/>
        </a:p>
      </dgm:t>
    </dgm:pt>
    <dgm:pt modelId="{45CE1955-B853-4263-BB69-FC3A8EF7D77E}" type="parTrans" cxnId="{CDD6153A-238E-4DA1-AFC8-8C46E8A28EFB}">
      <dgm:prSet/>
      <dgm:spPr/>
      <dgm:t>
        <a:bodyPr/>
        <a:lstStyle/>
        <a:p>
          <a:endParaRPr lang="uk-UA"/>
        </a:p>
      </dgm:t>
    </dgm:pt>
    <dgm:pt modelId="{DE213E9D-9044-47E2-B181-2F85F63C1459}" type="sibTrans" cxnId="{CDD6153A-238E-4DA1-AFC8-8C46E8A28EFB}">
      <dgm:prSet/>
      <dgm:spPr/>
      <dgm:t>
        <a:bodyPr/>
        <a:lstStyle/>
        <a:p>
          <a:endParaRPr lang="uk-UA"/>
        </a:p>
      </dgm:t>
    </dgm:pt>
    <dgm:pt modelId="{EEE3FE0F-95EA-4C74-BC3E-98B1902FF24B}">
      <dgm:prSet/>
      <dgm:spPr/>
      <dgm:t>
        <a:bodyPr/>
        <a:lstStyle/>
        <a:p>
          <a:r>
            <a:rPr lang="ru-RU" b="0" i="0"/>
            <a:t>січень 1918 р.</a:t>
          </a:r>
          <a:endParaRPr lang="uk-UA"/>
        </a:p>
      </dgm:t>
    </dgm:pt>
    <dgm:pt modelId="{98FA2A92-C58D-4485-B438-625782F8C1F4}" type="parTrans" cxnId="{9C7EA602-DE9F-4997-8DD6-C45BDC6A03E1}">
      <dgm:prSet/>
      <dgm:spPr/>
      <dgm:t>
        <a:bodyPr/>
        <a:lstStyle/>
        <a:p>
          <a:endParaRPr lang="uk-UA"/>
        </a:p>
      </dgm:t>
    </dgm:pt>
    <dgm:pt modelId="{7EB0D7D6-80BA-44EF-BB05-33B2D8F8420A}" type="sibTrans" cxnId="{9C7EA602-DE9F-4997-8DD6-C45BDC6A03E1}">
      <dgm:prSet/>
      <dgm:spPr/>
      <dgm:t>
        <a:bodyPr/>
        <a:lstStyle/>
        <a:p>
          <a:endParaRPr lang="uk-UA"/>
        </a:p>
      </dgm:t>
    </dgm:pt>
    <dgm:pt modelId="{8DE23610-CA57-40EE-BA29-96D3E4DC507C}">
      <dgm:prSet/>
      <dgm:spPr/>
      <dgm:t>
        <a:bodyPr/>
        <a:lstStyle/>
        <a:p>
          <a:r>
            <a:rPr lang="ru-RU" b="0" i="0"/>
            <a:t>квітень 1918 р.</a:t>
          </a:r>
          <a:endParaRPr lang="uk-UA"/>
        </a:p>
      </dgm:t>
    </dgm:pt>
    <dgm:pt modelId="{B307659E-5A60-4E40-9446-C6BCF476E473}" type="parTrans" cxnId="{CF169FDA-9377-453B-B2B9-C5E4221FFA5E}">
      <dgm:prSet/>
      <dgm:spPr/>
      <dgm:t>
        <a:bodyPr/>
        <a:lstStyle/>
        <a:p>
          <a:endParaRPr lang="uk-UA"/>
        </a:p>
      </dgm:t>
    </dgm:pt>
    <dgm:pt modelId="{40D11FE0-064E-4593-B68E-E5F77B849E74}" type="sibTrans" cxnId="{CF169FDA-9377-453B-B2B9-C5E4221FFA5E}">
      <dgm:prSet/>
      <dgm:spPr/>
      <dgm:t>
        <a:bodyPr/>
        <a:lstStyle/>
        <a:p>
          <a:endParaRPr lang="uk-UA"/>
        </a:p>
      </dgm:t>
    </dgm:pt>
    <dgm:pt modelId="{7EA54329-0D4E-4C08-89A3-03F971938865}">
      <dgm:prSet/>
      <dgm:spPr/>
      <dgm:t>
        <a:bodyPr/>
        <a:lstStyle/>
        <a:p>
          <a:r>
            <a:rPr lang="ru-RU" b="0" i="0"/>
            <a:t>січень 1919 р.</a:t>
          </a:r>
          <a:endParaRPr lang="uk-UA"/>
        </a:p>
      </dgm:t>
    </dgm:pt>
    <dgm:pt modelId="{6C1F55FB-1D59-483E-9AC8-D4951D64FFA1}" type="parTrans" cxnId="{0155753A-CD56-4B95-B7F0-CC3BABD056A4}">
      <dgm:prSet/>
      <dgm:spPr/>
      <dgm:t>
        <a:bodyPr/>
        <a:lstStyle/>
        <a:p>
          <a:endParaRPr lang="uk-UA"/>
        </a:p>
      </dgm:t>
    </dgm:pt>
    <dgm:pt modelId="{D1F2C879-5A94-46D5-B244-D8DD07B6051B}" type="sibTrans" cxnId="{0155753A-CD56-4B95-B7F0-CC3BABD056A4}">
      <dgm:prSet/>
      <dgm:spPr/>
      <dgm:t>
        <a:bodyPr/>
        <a:lstStyle/>
        <a:p>
          <a:endParaRPr lang="uk-UA"/>
        </a:p>
      </dgm:t>
    </dgm:pt>
    <dgm:pt modelId="{7F5CD7AB-F68B-4E7A-A57F-A4D5148711D7}" type="pres">
      <dgm:prSet presAssocID="{362AFF9F-C658-40C4-9F63-40FF85C889FC}" presName="linearFlow" presStyleCnt="0">
        <dgm:presLayoutVars>
          <dgm:dir/>
          <dgm:resizeHandles val="exact"/>
        </dgm:presLayoutVars>
      </dgm:prSet>
      <dgm:spPr/>
    </dgm:pt>
    <dgm:pt modelId="{FECED750-E89D-4087-B746-3B8F6B7D0621}" type="pres">
      <dgm:prSet presAssocID="{F42AB8E8-0B98-4D5A-B684-12A20C13203F}" presName="composite" presStyleCnt="0"/>
      <dgm:spPr/>
    </dgm:pt>
    <dgm:pt modelId="{A3FE499D-3D2D-4278-9E85-ED273BF30C8C}" type="pres">
      <dgm:prSet presAssocID="{F42AB8E8-0B98-4D5A-B684-12A20C13203F}" presName="imgShp" presStyleLbl="fgImgPlace1" presStyleIdx="0" presStyleCnt="5"/>
      <dgm:spPr/>
    </dgm:pt>
    <dgm:pt modelId="{1D76B22D-F0C4-4723-A686-0F848902F39B}" type="pres">
      <dgm:prSet presAssocID="{F42AB8E8-0B98-4D5A-B684-12A20C13203F}" presName="txShp" presStyleLbl="node1" presStyleIdx="0" presStyleCnt="5">
        <dgm:presLayoutVars>
          <dgm:bulletEnabled val="1"/>
        </dgm:presLayoutVars>
      </dgm:prSet>
      <dgm:spPr/>
    </dgm:pt>
    <dgm:pt modelId="{5E848393-9F70-4B83-8A48-9C04A3848B45}" type="pres">
      <dgm:prSet presAssocID="{AA86F4A8-3305-4068-ABCD-42350E24D200}" presName="spacing" presStyleCnt="0"/>
      <dgm:spPr/>
    </dgm:pt>
    <dgm:pt modelId="{4905E3FE-325A-4BED-A2FE-F3AFB9C2BF71}" type="pres">
      <dgm:prSet presAssocID="{A587CACF-369A-4940-B5F9-56DB9962F300}" presName="composite" presStyleCnt="0"/>
      <dgm:spPr/>
    </dgm:pt>
    <dgm:pt modelId="{4B1E86B5-B7EC-4E54-A1EF-9997BB3E6EB4}" type="pres">
      <dgm:prSet presAssocID="{A587CACF-369A-4940-B5F9-56DB9962F300}" presName="imgShp" presStyleLbl="fgImgPlace1" presStyleIdx="1" presStyleCnt="5"/>
      <dgm:spPr/>
    </dgm:pt>
    <dgm:pt modelId="{19322E70-F885-4B7D-BFEE-F9A3F737C6EC}" type="pres">
      <dgm:prSet presAssocID="{A587CACF-369A-4940-B5F9-56DB9962F300}" presName="txShp" presStyleLbl="node1" presStyleIdx="1" presStyleCnt="5">
        <dgm:presLayoutVars>
          <dgm:bulletEnabled val="1"/>
        </dgm:presLayoutVars>
      </dgm:prSet>
      <dgm:spPr/>
    </dgm:pt>
    <dgm:pt modelId="{13A854C1-9F7C-43AE-8798-879EA7E002A5}" type="pres">
      <dgm:prSet presAssocID="{DE213E9D-9044-47E2-B181-2F85F63C1459}" presName="spacing" presStyleCnt="0"/>
      <dgm:spPr/>
    </dgm:pt>
    <dgm:pt modelId="{0BE80C76-F5A0-48B0-A3F1-1A0C08CF51AB}" type="pres">
      <dgm:prSet presAssocID="{EEE3FE0F-95EA-4C74-BC3E-98B1902FF24B}" presName="composite" presStyleCnt="0"/>
      <dgm:spPr/>
    </dgm:pt>
    <dgm:pt modelId="{24614860-5880-49F4-A7E2-0CA83F928202}" type="pres">
      <dgm:prSet presAssocID="{EEE3FE0F-95EA-4C74-BC3E-98B1902FF24B}" presName="imgShp" presStyleLbl="fgImgPlace1" presStyleIdx="2" presStyleCnt="5"/>
      <dgm:spPr/>
    </dgm:pt>
    <dgm:pt modelId="{1AB1CD34-B613-4FB0-BE96-A3261CAB8B05}" type="pres">
      <dgm:prSet presAssocID="{EEE3FE0F-95EA-4C74-BC3E-98B1902FF24B}" presName="txShp" presStyleLbl="node1" presStyleIdx="2" presStyleCnt="5">
        <dgm:presLayoutVars>
          <dgm:bulletEnabled val="1"/>
        </dgm:presLayoutVars>
      </dgm:prSet>
      <dgm:spPr/>
    </dgm:pt>
    <dgm:pt modelId="{09458DCE-8144-4089-B21D-F109DC634326}" type="pres">
      <dgm:prSet presAssocID="{7EB0D7D6-80BA-44EF-BB05-33B2D8F8420A}" presName="spacing" presStyleCnt="0"/>
      <dgm:spPr/>
    </dgm:pt>
    <dgm:pt modelId="{AC708066-937F-41A3-A181-4A39F182227B}" type="pres">
      <dgm:prSet presAssocID="{8DE23610-CA57-40EE-BA29-96D3E4DC507C}" presName="composite" presStyleCnt="0"/>
      <dgm:spPr/>
    </dgm:pt>
    <dgm:pt modelId="{11695ABA-8760-411A-98CB-2BAD83B7E7BD}" type="pres">
      <dgm:prSet presAssocID="{8DE23610-CA57-40EE-BA29-96D3E4DC507C}" presName="imgShp" presStyleLbl="fgImgPlace1" presStyleIdx="3" presStyleCnt="5"/>
      <dgm:spPr/>
    </dgm:pt>
    <dgm:pt modelId="{B414D3D3-F1F9-4B43-BA63-23D624D63EF2}" type="pres">
      <dgm:prSet presAssocID="{8DE23610-CA57-40EE-BA29-96D3E4DC507C}" presName="txShp" presStyleLbl="node1" presStyleIdx="3" presStyleCnt="5">
        <dgm:presLayoutVars>
          <dgm:bulletEnabled val="1"/>
        </dgm:presLayoutVars>
      </dgm:prSet>
      <dgm:spPr/>
    </dgm:pt>
    <dgm:pt modelId="{A04E24D2-755E-40D9-A560-FC74F79A9D83}" type="pres">
      <dgm:prSet presAssocID="{40D11FE0-064E-4593-B68E-E5F77B849E74}" presName="spacing" presStyleCnt="0"/>
      <dgm:spPr/>
    </dgm:pt>
    <dgm:pt modelId="{33BE5904-850F-4561-A959-A2D382D32521}" type="pres">
      <dgm:prSet presAssocID="{7EA54329-0D4E-4C08-89A3-03F971938865}" presName="composite" presStyleCnt="0"/>
      <dgm:spPr/>
    </dgm:pt>
    <dgm:pt modelId="{8EE05786-D243-4EF9-8BDF-2BC0610E3035}" type="pres">
      <dgm:prSet presAssocID="{7EA54329-0D4E-4C08-89A3-03F971938865}" presName="imgShp" presStyleLbl="fgImgPlace1" presStyleIdx="4" presStyleCnt="5"/>
      <dgm:spPr/>
    </dgm:pt>
    <dgm:pt modelId="{97E6A3FB-BCD3-4C04-8115-554E2CF37B71}" type="pres">
      <dgm:prSet presAssocID="{7EA54329-0D4E-4C08-89A3-03F971938865}" presName="txShp" presStyleLbl="node1" presStyleIdx="4" presStyleCnt="5">
        <dgm:presLayoutVars>
          <dgm:bulletEnabled val="1"/>
        </dgm:presLayoutVars>
      </dgm:prSet>
      <dgm:spPr/>
    </dgm:pt>
  </dgm:ptLst>
  <dgm:cxnLst>
    <dgm:cxn modelId="{9C7EA602-DE9F-4997-8DD6-C45BDC6A03E1}" srcId="{362AFF9F-C658-40C4-9F63-40FF85C889FC}" destId="{EEE3FE0F-95EA-4C74-BC3E-98B1902FF24B}" srcOrd="2" destOrd="0" parTransId="{98FA2A92-C58D-4485-B438-625782F8C1F4}" sibTransId="{7EB0D7D6-80BA-44EF-BB05-33B2D8F8420A}"/>
    <dgm:cxn modelId="{EADC1522-380D-4A32-B2EF-6FD7F725FDA2}" srcId="{362AFF9F-C658-40C4-9F63-40FF85C889FC}" destId="{F42AB8E8-0B98-4D5A-B684-12A20C13203F}" srcOrd="0" destOrd="0" parTransId="{2D310136-6C5A-4DC9-9C7B-A224EB056E47}" sibTransId="{AA86F4A8-3305-4068-ABCD-42350E24D200}"/>
    <dgm:cxn modelId="{CDD6153A-238E-4DA1-AFC8-8C46E8A28EFB}" srcId="{362AFF9F-C658-40C4-9F63-40FF85C889FC}" destId="{A587CACF-369A-4940-B5F9-56DB9962F300}" srcOrd="1" destOrd="0" parTransId="{45CE1955-B853-4263-BB69-FC3A8EF7D77E}" sibTransId="{DE213E9D-9044-47E2-B181-2F85F63C1459}"/>
    <dgm:cxn modelId="{0155753A-CD56-4B95-B7F0-CC3BABD056A4}" srcId="{362AFF9F-C658-40C4-9F63-40FF85C889FC}" destId="{7EA54329-0D4E-4C08-89A3-03F971938865}" srcOrd="4" destOrd="0" parTransId="{6C1F55FB-1D59-483E-9AC8-D4951D64FFA1}" sibTransId="{D1F2C879-5A94-46D5-B244-D8DD07B6051B}"/>
    <dgm:cxn modelId="{373DE378-2610-4BCF-AFC9-FCD9C455B54C}" type="presOf" srcId="{EEE3FE0F-95EA-4C74-BC3E-98B1902FF24B}" destId="{1AB1CD34-B613-4FB0-BE96-A3261CAB8B05}" srcOrd="0" destOrd="0" presId="urn:microsoft.com/office/officeart/2005/8/layout/vList3"/>
    <dgm:cxn modelId="{2B77568F-1B14-4D57-BD9E-86FD23AAF76E}" type="presOf" srcId="{A587CACF-369A-4940-B5F9-56DB9962F300}" destId="{19322E70-F885-4B7D-BFEE-F9A3F737C6EC}" srcOrd="0" destOrd="0" presId="urn:microsoft.com/office/officeart/2005/8/layout/vList3"/>
    <dgm:cxn modelId="{5D1031AE-00E2-4D06-BC1B-1C71E14BCB38}" type="presOf" srcId="{362AFF9F-C658-40C4-9F63-40FF85C889FC}" destId="{7F5CD7AB-F68B-4E7A-A57F-A4D5148711D7}" srcOrd="0" destOrd="0" presId="urn:microsoft.com/office/officeart/2005/8/layout/vList3"/>
    <dgm:cxn modelId="{968C9FB3-B832-4245-8079-392BCEEA7C1F}" type="presOf" srcId="{8DE23610-CA57-40EE-BA29-96D3E4DC507C}" destId="{B414D3D3-F1F9-4B43-BA63-23D624D63EF2}" srcOrd="0" destOrd="0" presId="urn:microsoft.com/office/officeart/2005/8/layout/vList3"/>
    <dgm:cxn modelId="{ED2418BD-8467-45AB-8331-6602126F5353}" type="presOf" srcId="{7EA54329-0D4E-4C08-89A3-03F971938865}" destId="{97E6A3FB-BCD3-4C04-8115-554E2CF37B71}" srcOrd="0" destOrd="0" presId="urn:microsoft.com/office/officeart/2005/8/layout/vList3"/>
    <dgm:cxn modelId="{CF169FDA-9377-453B-B2B9-C5E4221FFA5E}" srcId="{362AFF9F-C658-40C4-9F63-40FF85C889FC}" destId="{8DE23610-CA57-40EE-BA29-96D3E4DC507C}" srcOrd="3" destOrd="0" parTransId="{B307659E-5A60-4E40-9446-C6BCF476E473}" sibTransId="{40D11FE0-064E-4593-B68E-E5F77B849E74}"/>
    <dgm:cxn modelId="{29AFADE9-44C1-47DE-B7F5-65786CF80024}" type="presOf" srcId="{F42AB8E8-0B98-4D5A-B684-12A20C13203F}" destId="{1D76B22D-F0C4-4723-A686-0F848902F39B}" srcOrd="0" destOrd="0" presId="urn:microsoft.com/office/officeart/2005/8/layout/vList3"/>
    <dgm:cxn modelId="{BC039620-0378-4F82-8A63-212D3207E2FE}" type="presParOf" srcId="{7F5CD7AB-F68B-4E7A-A57F-A4D5148711D7}" destId="{FECED750-E89D-4087-B746-3B8F6B7D0621}" srcOrd="0" destOrd="0" presId="urn:microsoft.com/office/officeart/2005/8/layout/vList3"/>
    <dgm:cxn modelId="{EFFCC7FF-400E-4131-A14B-6808FA270848}" type="presParOf" srcId="{FECED750-E89D-4087-B746-3B8F6B7D0621}" destId="{A3FE499D-3D2D-4278-9E85-ED273BF30C8C}" srcOrd="0" destOrd="0" presId="urn:microsoft.com/office/officeart/2005/8/layout/vList3"/>
    <dgm:cxn modelId="{97E313B0-1EE7-4712-B9B4-C8297AC425B3}" type="presParOf" srcId="{FECED750-E89D-4087-B746-3B8F6B7D0621}" destId="{1D76B22D-F0C4-4723-A686-0F848902F39B}" srcOrd="1" destOrd="0" presId="urn:microsoft.com/office/officeart/2005/8/layout/vList3"/>
    <dgm:cxn modelId="{BA49CDB1-86CA-4984-A773-3B20E9EF2B7A}" type="presParOf" srcId="{7F5CD7AB-F68B-4E7A-A57F-A4D5148711D7}" destId="{5E848393-9F70-4B83-8A48-9C04A3848B45}" srcOrd="1" destOrd="0" presId="urn:microsoft.com/office/officeart/2005/8/layout/vList3"/>
    <dgm:cxn modelId="{05FBF7DB-55A7-4F48-8416-08A360922EDC}" type="presParOf" srcId="{7F5CD7AB-F68B-4E7A-A57F-A4D5148711D7}" destId="{4905E3FE-325A-4BED-A2FE-F3AFB9C2BF71}" srcOrd="2" destOrd="0" presId="urn:microsoft.com/office/officeart/2005/8/layout/vList3"/>
    <dgm:cxn modelId="{D58CB60C-D912-4535-BA8A-EA79E8899AC0}" type="presParOf" srcId="{4905E3FE-325A-4BED-A2FE-F3AFB9C2BF71}" destId="{4B1E86B5-B7EC-4E54-A1EF-9997BB3E6EB4}" srcOrd="0" destOrd="0" presId="urn:microsoft.com/office/officeart/2005/8/layout/vList3"/>
    <dgm:cxn modelId="{AC106A3B-47E7-4314-AEE7-66371D53D0AD}" type="presParOf" srcId="{4905E3FE-325A-4BED-A2FE-F3AFB9C2BF71}" destId="{19322E70-F885-4B7D-BFEE-F9A3F737C6EC}" srcOrd="1" destOrd="0" presId="urn:microsoft.com/office/officeart/2005/8/layout/vList3"/>
    <dgm:cxn modelId="{F7E9DEE5-6C1B-4A7C-B1E6-60DF78F00981}" type="presParOf" srcId="{7F5CD7AB-F68B-4E7A-A57F-A4D5148711D7}" destId="{13A854C1-9F7C-43AE-8798-879EA7E002A5}" srcOrd="3" destOrd="0" presId="urn:microsoft.com/office/officeart/2005/8/layout/vList3"/>
    <dgm:cxn modelId="{20D59038-4A0D-4899-80F9-5E6900BBB613}" type="presParOf" srcId="{7F5CD7AB-F68B-4E7A-A57F-A4D5148711D7}" destId="{0BE80C76-F5A0-48B0-A3F1-1A0C08CF51AB}" srcOrd="4" destOrd="0" presId="urn:microsoft.com/office/officeart/2005/8/layout/vList3"/>
    <dgm:cxn modelId="{89314164-35D7-446F-950A-263B8B43CF11}" type="presParOf" srcId="{0BE80C76-F5A0-48B0-A3F1-1A0C08CF51AB}" destId="{24614860-5880-49F4-A7E2-0CA83F928202}" srcOrd="0" destOrd="0" presId="urn:microsoft.com/office/officeart/2005/8/layout/vList3"/>
    <dgm:cxn modelId="{530CBEE7-2D85-4112-8C71-B89C3E4473AE}" type="presParOf" srcId="{0BE80C76-F5A0-48B0-A3F1-1A0C08CF51AB}" destId="{1AB1CD34-B613-4FB0-BE96-A3261CAB8B05}" srcOrd="1" destOrd="0" presId="urn:microsoft.com/office/officeart/2005/8/layout/vList3"/>
    <dgm:cxn modelId="{B2A088C1-2795-4544-9AA5-E89B26143472}" type="presParOf" srcId="{7F5CD7AB-F68B-4E7A-A57F-A4D5148711D7}" destId="{09458DCE-8144-4089-B21D-F109DC634326}" srcOrd="5" destOrd="0" presId="urn:microsoft.com/office/officeart/2005/8/layout/vList3"/>
    <dgm:cxn modelId="{2E49FBE9-E32A-46B0-92FC-5290A2B465C9}" type="presParOf" srcId="{7F5CD7AB-F68B-4E7A-A57F-A4D5148711D7}" destId="{AC708066-937F-41A3-A181-4A39F182227B}" srcOrd="6" destOrd="0" presId="urn:microsoft.com/office/officeart/2005/8/layout/vList3"/>
    <dgm:cxn modelId="{AB36D0CD-7A5B-47D9-8BB7-3B13DF44FCFC}" type="presParOf" srcId="{AC708066-937F-41A3-A181-4A39F182227B}" destId="{11695ABA-8760-411A-98CB-2BAD83B7E7BD}" srcOrd="0" destOrd="0" presId="urn:microsoft.com/office/officeart/2005/8/layout/vList3"/>
    <dgm:cxn modelId="{54EEFD2A-E2C4-4050-92D6-DE89CFB732B2}" type="presParOf" srcId="{AC708066-937F-41A3-A181-4A39F182227B}" destId="{B414D3D3-F1F9-4B43-BA63-23D624D63EF2}" srcOrd="1" destOrd="0" presId="urn:microsoft.com/office/officeart/2005/8/layout/vList3"/>
    <dgm:cxn modelId="{D33BECBB-4483-441A-9ED9-D713398C4BC5}" type="presParOf" srcId="{7F5CD7AB-F68B-4E7A-A57F-A4D5148711D7}" destId="{A04E24D2-755E-40D9-A560-FC74F79A9D83}" srcOrd="7" destOrd="0" presId="urn:microsoft.com/office/officeart/2005/8/layout/vList3"/>
    <dgm:cxn modelId="{800BB442-FAA4-4525-ABB4-B59D670088E8}" type="presParOf" srcId="{7F5CD7AB-F68B-4E7A-A57F-A4D5148711D7}" destId="{33BE5904-850F-4561-A959-A2D382D32521}" srcOrd="8" destOrd="0" presId="urn:microsoft.com/office/officeart/2005/8/layout/vList3"/>
    <dgm:cxn modelId="{6792534A-F448-41B9-A9D2-01AA6C75BE8A}" type="presParOf" srcId="{33BE5904-850F-4561-A959-A2D382D32521}" destId="{8EE05786-D243-4EF9-8BDF-2BC0610E3035}" srcOrd="0" destOrd="0" presId="urn:microsoft.com/office/officeart/2005/8/layout/vList3"/>
    <dgm:cxn modelId="{3DD66E5B-AF09-46EE-841C-B285D4FB61AD}" type="presParOf" srcId="{33BE5904-850F-4561-A959-A2D382D32521}" destId="{97E6A3FB-BCD3-4C04-8115-554E2CF37B71}"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7F1DC70-D3C1-4910-B3D8-A0ADA110D731}"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712E753A-B42D-4B3C-830B-5FECD75C1C9F}">
      <dgm:prSet/>
      <dgm:spPr/>
      <dgm:t>
        <a:bodyPr/>
        <a:lstStyle/>
        <a:p>
          <a:r>
            <a:rPr lang="ru-RU" b="0" i="0"/>
            <a:t>1917 р.</a:t>
          </a:r>
          <a:endParaRPr lang="uk-UA"/>
        </a:p>
      </dgm:t>
    </dgm:pt>
    <dgm:pt modelId="{DA0C9C17-9631-43A0-8A35-EC19B55627D2}" type="parTrans" cxnId="{2C5D9A05-6CE8-4448-A33B-EF671B35DB52}">
      <dgm:prSet/>
      <dgm:spPr/>
      <dgm:t>
        <a:bodyPr/>
        <a:lstStyle/>
        <a:p>
          <a:endParaRPr lang="uk-UA"/>
        </a:p>
      </dgm:t>
    </dgm:pt>
    <dgm:pt modelId="{60C5224F-E3BD-4038-9C25-830D038B80F6}" type="sibTrans" cxnId="{2C5D9A05-6CE8-4448-A33B-EF671B35DB52}">
      <dgm:prSet/>
      <dgm:spPr/>
      <dgm:t>
        <a:bodyPr/>
        <a:lstStyle/>
        <a:p>
          <a:endParaRPr lang="uk-UA"/>
        </a:p>
      </dgm:t>
    </dgm:pt>
    <dgm:pt modelId="{87ADEBB7-D53B-465F-A626-14700BDD0C05}">
      <dgm:prSet/>
      <dgm:spPr/>
      <dgm:t>
        <a:bodyPr/>
        <a:lstStyle/>
        <a:p>
          <a:r>
            <a:rPr lang="ru-RU" b="0" i="0"/>
            <a:t>1918 р.</a:t>
          </a:r>
          <a:endParaRPr lang="uk-UA"/>
        </a:p>
      </dgm:t>
    </dgm:pt>
    <dgm:pt modelId="{4012F659-BB9B-4840-81A8-79DB5A668595}" type="parTrans" cxnId="{6937FE15-AC82-4D3C-B3DB-0F9FD6C06F57}">
      <dgm:prSet/>
      <dgm:spPr/>
      <dgm:t>
        <a:bodyPr/>
        <a:lstStyle/>
        <a:p>
          <a:endParaRPr lang="uk-UA"/>
        </a:p>
      </dgm:t>
    </dgm:pt>
    <dgm:pt modelId="{B105177E-95E8-478E-A33D-8C62728695E7}" type="sibTrans" cxnId="{6937FE15-AC82-4D3C-B3DB-0F9FD6C06F57}">
      <dgm:prSet/>
      <dgm:spPr/>
      <dgm:t>
        <a:bodyPr/>
        <a:lstStyle/>
        <a:p>
          <a:endParaRPr lang="uk-UA"/>
        </a:p>
      </dgm:t>
    </dgm:pt>
    <dgm:pt modelId="{1C0B2BC9-18FE-4BDA-BF51-5B23DC78D3A2}">
      <dgm:prSet/>
      <dgm:spPr/>
      <dgm:t>
        <a:bodyPr/>
        <a:lstStyle/>
        <a:p>
          <a:r>
            <a:rPr lang="ru-RU" b="0" i="0"/>
            <a:t>1919 р.</a:t>
          </a:r>
          <a:endParaRPr lang="uk-UA"/>
        </a:p>
      </dgm:t>
    </dgm:pt>
    <dgm:pt modelId="{E620DDDF-06B7-42BA-9053-75BD7A5C709F}" type="parTrans" cxnId="{7518F7F3-39C3-46A1-99FB-F8D5E91C43C8}">
      <dgm:prSet/>
      <dgm:spPr/>
      <dgm:t>
        <a:bodyPr/>
        <a:lstStyle/>
        <a:p>
          <a:endParaRPr lang="uk-UA"/>
        </a:p>
      </dgm:t>
    </dgm:pt>
    <dgm:pt modelId="{2D14A8B7-ABEC-4306-BA08-7C25BF1DCD3D}" type="sibTrans" cxnId="{7518F7F3-39C3-46A1-99FB-F8D5E91C43C8}">
      <dgm:prSet/>
      <dgm:spPr/>
      <dgm:t>
        <a:bodyPr/>
        <a:lstStyle/>
        <a:p>
          <a:endParaRPr lang="uk-UA"/>
        </a:p>
      </dgm:t>
    </dgm:pt>
    <dgm:pt modelId="{6818CDB7-1C92-4707-81CA-9FC846E3FC39}">
      <dgm:prSet/>
      <dgm:spPr/>
      <dgm:t>
        <a:bodyPr/>
        <a:lstStyle/>
        <a:p>
          <a:r>
            <a:rPr lang="ru-RU" b="0" i="0"/>
            <a:t>1920 р.</a:t>
          </a:r>
          <a:endParaRPr lang="uk-UA"/>
        </a:p>
      </dgm:t>
    </dgm:pt>
    <dgm:pt modelId="{62D21EDD-4007-4F7B-933C-D9380DBA41B2}" type="parTrans" cxnId="{8C4757A6-CB81-46FF-BF9B-44F10FCFB5BA}">
      <dgm:prSet/>
      <dgm:spPr/>
      <dgm:t>
        <a:bodyPr/>
        <a:lstStyle/>
        <a:p>
          <a:endParaRPr lang="uk-UA"/>
        </a:p>
      </dgm:t>
    </dgm:pt>
    <dgm:pt modelId="{8A7552AF-2104-42AD-94C9-963A303EC6F6}" type="sibTrans" cxnId="{8C4757A6-CB81-46FF-BF9B-44F10FCFB5BA}">
      <dgm:prSet/>
      <dgm:spPr/>
      <dgm:t>
        <a:bodyPr/>
        <a:lstStyle/>
        <a:p>
          <a:endParaRPr lang="uk-UA"/>
        </a:p>
      </dgm:t>
    </dgm:pt>
    <dgm:pt modelId="{B103774C-49D0-4BCB-9CB0-C1FF77E67598}" type="pres">
      <dgm:prSet presAssocID="{27F1DC70-D3C1-4910-B3D8-A0ADA110D731}" presName="linearFlow" presStyleCnt="0">
        <dgm:presLayoutVars>
          <dgm:dir/>
          <dgm:resizeHandles val="exact"/>
        </dgm:presLayoutVars>
      </dgm:prSet>
      <dgm:spPr/>
    </dgm:pt>
    <dgm:pt modelId="{1922F44E-E81A-43B6-82D3-016158DEE8CA}" type="pres">
      <dgm:prSet presAssocID="{712E753A-B42D-4B3C-830B-5FECD75C1C9F}" presName="composite" presStyleCnt="0"/>
      <dgm:spPr/>
    </dgm:pt>
    <dgm:pt modelId="{53A2A5CF-B490-4910-BB8C-D47A9533AB4F}" type="pres">
      <dgm:prSet presAssocID="{712E753A-B42D-4B3C-830B-5FECD75C1C9F}" presName="imgShp" presStyleLbl="fgImgPlace1" presStyleIdx="0" presStyleCnt="4"/>
      <dgm:spPr/>
    </dgm:pt>
    <dgm:pt modelId="{0999D2B9-8C89-4837-87B2-8FF31BB8AE4B}" type="pres">
      <dgm:prSet presAssocID="{712E753A-B42D-4B3C-830B-5FECD75C1C9F}" presName="txShp" presStyleLbl="node1" presStyleIdx="0" presStyleCnt="4">
        <dgm:presLayoutVars>
          <dgm:bulletEnabled val="1"/>
        </dgm:presLayoutVars>
      </dgm:prSet>
      <dgm:spPr/>
    </dgm:pt>
    <dgm:pt modelId="{AA41F3CB-FF21-4387-8F79-8157F8171056}" type="pres">
      <dgm:prSet presAssocID="{60C5224F-E3BD-4038-9C25-830D038B80F6}" presName="spacing" presStyleCnt="0"/>
      <dgm:spPr/>
    </dgm:pt>
    <dgm:pt modelId="{0D6FDB10-937F-4C81-8AF0-AB74E0B484FA}" type="pres">
      <dgm:prSet presAssocID="{87ADEBB7-D53B-465F-A626-14700BDD0C05}" presName="composite" presStyleCnt="0"/>
      <dgm:spPr/>
    </dgm:pt>
    <dgm:pt modelId="{C84DABD4-5A57-45FD-AC09-4DF8A535793B}" type="pres">
      <dgm:prSet presAssocID="{87ADEBB7-D53B-465F-A626-14700BDD0C05}" presName="imgShp" presStyleLbl="fgImgPlace1" presStyleIdx="1" presStyleCnt="4"/>
      <dgm:spPr/>
    </dgm:pt>
    <dgm:pt modelId="{63FBD7C9-17CF-458F-9133-9BCE6686BBD1}" type="pres">
      <dgm:prSet presAssocID="{87ADEBB7-D53B-465F-A626-14700BDD0C05}" presName="txShp" presStyleLbl="node1" presStyleIdx="1" presStyleCnt="4">
        <dgm:presLayoutVars>
          <dgm:bulletEnabled val="1"/>
        </dgm:presLayoutVars>
      </dgm:prSet>
      <dgm:spPr/>
    </dgm:pt>
    <dgm:pt modelId="{295FB14A-7DD7-47D0-B9AA-159987E20D0A}" type="pres">
      <dgm:prSet presAssocID="{B105177E-95E8-478E-A33D-8C62728695E7}" presName="spacing" presStyleCnt="0"/>
      <dgm:spPr/>
    </dgm:pt>
    <dgm:pt modelId="{65DB9532-FFA0-4936-BC1B-3CFBB714C72F}" type="pres">
      <dgm:prSet presAssocID="{1C0B2BC9-18FE-4BDA-BF51-5B23DC78D3A2}" presName="composite" presStyleCnt="0"/>
      <dgm:spPr/>
    </dgm:pt>
    <dgm:pt modelId="{9768942B-D095-4284-9BD3-DDD8CD4BB422}" type="pres">
      <dgm:prSet presAssocID="{1C0B2BC9-18FE-4BDA-BF51-5B23DC78D3A2}" presName="imgShp" presStyleLbl="fgImgPlace1" presStyleIdx="2" presStyleCnt="4"/>
      <dgm:spPr/>
    </dgm:pt>
    <dgm:pt modelId="{589DAF90-17E9-468D-81D6-E6F7D66A81B7}" type="pres">
      <dgm:prSet presAssocID="{1C0B2BC9-18FE-4BDA-BF51-5B23DC78D3A2}" presName="txShp" presStyleLbl="node1" presStyleIdx="2" presStyleCnt="4">
        <dgm:presLayoutVars>
          <dgm:bulletEnabled val="1"/>
        </dgm:presLayoutVars>
      </dgm:prSet>
      <dgm:spPr/>
    </dgm:pt>
    <dgm:pt modelId="{5B2CA732-71EA-4ACD-BC43-526A025A41EA}" type="pres">
      <dgm:prSet presAssocID="{2D14A8B7-ABEC-4306-BA08-7C25BF1DCD3D}" presName="spacing" presStyleCnt="0"/>
      <dgm:spPr/>
    </dgm:pt>
    <dgm:pt modelId="{5150AB7F-F835-42F2-BC87-2B81AF91AC8F}" type="pres">
      <dgm:prSet presAssocID="{6818CDB7-1C92-4707-81CA-9FC846E3FC39}" presName="composite" presStyleCnt="0"/>
      <dgm:spPr/>
    </dgm:pt>
    <dgm:pt modelId="{11AF702E-674C-4B77-B4D2-C5D8983287F9}" type="pres">
      <dgm:prSet presAssocID="{6818CDB7-1C92-4707-81CA-9FC846E3FC39}" presName="imgShp" presStyleLbl="fgImgPlace1" presStyleIdx="3" presStyleCnt="4"/>
      <dgm:spPr/>
    </dgm:pt>
    <dgm:pt modelId="{4CDC339A-91E6-4C6A-A88C-25064A7D2137}" type="pres">
      <dgm:prSet presAssocID="{6818CDB7-1C92-4707-81CA-9FC846E3FC39}" presName="txShp" presStyleLbl="node1" presStyleIdx="3" presStyleCnt="4">
        <dgm:presLayoutVars>
          <dgm:bulletEnabled val="1"/>
        </dgm:presLayoutVars>
      </dgm:prSet>
      <dgm:spPr/>
    </dgm:pt>
  </dgm:ptLst>
  <dgm:cxnLst>
    <dgm:cxn modelId="{2C5D9A05-6CE8-4448-A33B-EF671B35DB52}" srcId="{27F1DC70-D3C1-4910-B3D8-A0ADA110D731}" destId="{712E753A-B42D-4B3C-830B-5FECD75C1C9F}" srcOrd="0" destOrd="0" parTransId="{DA0C9C17-9631-43A0-8A35-EC19B55627D2}" sibTransId="{60C5224F-E3BD-4038-9C25-830D038B80F6}"/>
    <dgm:cxn modelId="{6937FE15-AC82-4D3C-B3DB-0F9FD6C06F57}" srcId="{27F1DC70-D3C1-4910-B3D8-A0ADA110D731}" destId="{87ADEBB7-D53B-465F-A626-14700BDD0C05}" srcOrd="1" destOrd="0" parTransId="{4012F659-BB9B-4840-81A8-79DB5A668595}" sibTransId="{B105177E-95E8-478E-A33D-8C62728695E7}"/>
    <dgm:cxn modelId="{DD5ED53C-E198-4540-92CB-1E90D9FA6DBF}" type="presOf" srcId="{1C0B2BC9-18FE-4BDA-BF51-5B23DC78D3A2}" destId="{589DAF90-17E9-468D-81D6-E6F7D66A81B7}" srcOrd="0" destOrd="0" presId="urn:microsoft.com/office/officeart/2005/8/layout/vList3"/>
    <dgm:cxn modelId="{E0B16075-2DBD-4259-82E2-185DC0104E21}" type="presOf" srcId="{87ADEBB7-D53B-465F-A626-14700BDD0C05}" destId="{63FBD7C9-17CF-458F-9133-9BCE6686BBD1}" srcOrd="0" destOrd="0" presId="urn:microsoft.com/office/officeart/2005/8/layout/vList3"/>
    <dgm:cxn modelId="{CBDCD358-1D61-4021-8646-D50AE329BD40}" type="presOf" srcId="{6818CDB7-1C92-4707-81CA-9FC846E3FC39}" destId="{4CDC339A-91E6-4C6A-A88C-25064A7D2137}" srcOrd="0" destOrd="0" presId="urn:microsoft.com/office/officeart/2005/8/layout/vList3"/>
    <dgm:cxn modelId="{8C4757A6-CB81-46FF-BF9B-44F10FCFB5BA}" srcId="{27F1DC70-D3C1-4910-B3D8-A0ADA110D731}" destId="{6818CDB7-1C92-4707-81CA-9FC846E3FC39}" srcOrd="3" destOrd="0" parTransId="{62D21EDD-4007-4F7B-933C-D9380DBA41B2}" sibTransId="{8A7552AF-2104-42AD-94C9-963A303EC6F6}"/>
    <dgm:cxn modelId="{7DB789CB-8CD8-4215-9A68-70EDCF2132F1}" type="presOf" srcId="{27F1DC70-D3C1-4910-B3D8-A0ADA110D731}" destId="{B103774C-49D0-4BCB-9CB0-C1FF77E67598}" srcOrd="0" destOrd="0" presId="urn:microsoft.com/office/officeart/2005/8/layout/vList3"/>
    <dgm:cxn modelId="{2F309BE3-C4B8-4F07-8973-33D5D3385FEA}" type="presOf" srcId="{712E753A-B42D-4B3C-830B-5FECD75C1C9F}" destId="{0999D2B9-8C89-4837-87B2-8FF31BB8AE4B}" srcOrd="0" destOrd="0" presId="urn:microsoft.com/office/officeart/2005/8/layout/vList3"/>
    <dgm:cxn modelId="{7518F7F3-39C3-46A1-99FB-F8D5E91C43C8}" srcId="{27F1DC70-D3C1-4910-B3D8-A0ADA110D731}" destId="{1C0B2BC9-18FE-4BDA-BF51-5B23DC78D3A2}" srcOrd="2" destOrd="0" parTransId="{E620DDDF-06B7-42BA-9053-75BD7A5C709F}" sibTransId="{2D14A8B7-ABEC-4306-BA08-7C25BF1DCD3D}"/>
    <dgm:cxn modelId="{19248906-A8D9-4EAB-89CF-033203DBE2C9}" type="presParOf" srcId="{B103774C-49D0-4BCB-9CB0-C1FF77E67598}" destId="{1922F44E-E81A-43B6-82D3-016158DEE8CA}" srcOrd="0" destOrd="0" presId="urn:microsoft.com/office/officeart/2005/8/layout/vList3"/>
    <dgm:cxn modelId="{15FC100B-1673-42DE-89E9-EE6AF842F756}" type="presParOf" srcId="{1922F44E-E81A-43B6-82D3-016158DEE8CA}" destId="{53A2A5CF-B490-4910-BB8C-D47A9533AB4F}" srcOrd="0" destOrd="0" presId="urn:microsoft.com/office/officeart/2005/8/layout/vList3"/>
    <dgm:cxn modelId="{413390DC-A049-4F6E-AA57-EF9219C57465}" type="presParOf" srcId="{1922F44E-E81A-43B6-82D3-016158DEE8CA}" destId="{0999D2B9-8C89-4837-87B2-8FF31BB8AE4B}" srcOrd="1" destOrd="0" presId="urn:microsoft.com/office/officeart/2005/8/layout/vList3"/>
    <dgm:cxn modelId="{DBC11B81-4E4F-426B-A4F4-A44F324E0CEC}" type="presParOf" srcId="{B103774C-49D0-4BCB-9CB0-C1FF77E67598}" destId="{AA41F3CB-FF21-4387-8F79-8157F8171056}" srcOrd="1" destOrd="0" presId="urn:microsoft.com/office/officeart/2005/8/layout/vList3"/>
    <dgm:cxn modelId="{A99F7F29-E1AB-4069-A18E-BF1644A5A3F9}" type="presParOf" srcId="{B103774C-49D0-4BCB-9CB0-C1FF77E67598}" destId="{0D6FDB10-937F-4C81-8AF0-AB74E0B484FA}" srcOrd="2" destOrd="0" presId="urn:microsoft.com/office/officeart/2005/8/layout/vList3"/>
    <dgm:cxn modelId="{3C630319-116E-4ECA-BD0C-CDF0787405A3}" type="presParOf" srcId="{0D6FDB10-937F-4C81-8AF0-AB74E0B484FA}" destId="{C84DABD4-5A57-45FD-AC09-4DF8A535793B}" srcOrd="0" destOrd="0" presId="urn:microsoft.com/office/officeart/2005/8/layout/vList3"/>
    <dgm:cxn modelId="{8B43AC47-B692-4772-9EF6-69D6C2A60FC2}" type="presParOf" srcId="{0D6FDB10-937F-4C81-8AF0-AB74E0B484FA}" destId="{63FBD7C9-17CF-458F-9133-9BCE6686BBD1}" srcOrd="1" destOrd="0" presId="urn:microsoft.com/office/officeart/2005/8/layout/vList3"/>
    <dgm:cxn modelId="{3CBD240C-3349-4A85-9DF1-4DB31AE2BAE9}" type="presParOf" srcId="{B103774C-49D0-4BCB-9CB0-C1FF77E67598}" destId="{295FB14A-7DD7-47D0-B9AA-159987E20D0A}" srcOrd="3" destOrd="0" presId="urn:microsoft.com/office/officeart/2005/8/layout/vList3"/>
    <dgm:cxn modelId="{5BF19E51-D817-4FDF-BDA6-821BC22CC67B}" type="presParOf" srcId="{B103774C-49D0-4BCB-9CB0-C1FF77E67598}" destId="{65DB9532-FFA0-4936-BC1B-3CFBB714C72F}" srcOrd="4" destOrd="0" presId="urn:microsoft.com/office/officeart/2005/8/layout/vList3"/>
    <dgm:cxn modelId="{80A275D7-D39D-4F0D-9BDF-2760F346B88F}" type="presParOf" srcId="{65DB9532-FFA0-4936-BC1B-3CFBB714C72F}" destId="{9768942B-D095-4284-9BD3-DDD8CD4BB422}" srcOrd="0" destOrd="0" presId="urn:microsoft.com/office/officeart/2005/8/layout/vList3"/>
    <dgm:cxn modelId="{DEEDBAD6-DC5A-40C4-843E-DA5B6C7722F7}" type="presParOf" srcId="{65DB9532-FFA0-4936-BC1B-3CFBB714C72F}" destId="{589DAF90-17E9-468D-81D6-E6F7D66A81B7}" srcOrd="1" destOrd="0" presId="urn:microsoft.com/office/officeart/2005/8/layout/vList3"/>
    <dgm:cxn modelId="{0264FE30-07D0-42DA-82A1-A90251392B86}" type="presParOf" srcId="{B103774C-49D0-4BCB-9CB0-C1FF77E67598}" destId="{5B2CA732-71EA-4ACD-BC43-526A025A41EA}" srcOrd="5" destOrd="0" presId="urn:microsoft.com/office/officeart/2005/8/layout/vList3"/>
    <dgm:cxn modelId="{A8601F03-5602-45FE-B8A4-7CE4ACF402E7}" type="presParOf" srcId="{B103774C-49D0-4BCB-9CB0-C1FF77E67598}" destId="{5150AB7F-F835-42F2-BC87-2B81AF91AC8F}" srcOrd="6" destOrd="0" presId="urn:microsoft.com/office/officeart/2005/8/layout/vList3"/>
    <dgm:cxn modelId="{5AE19666-C68F-4FF8-BE92-06D3C9D063B9}" type="presParOf" srcId="{5150AB7F-F835-42F2-BC87-2B81AF91AC8F}" destId="{11AF702E-674C-4B77-B4D2-C5D8983287F9}" srcOrd="0" destOrd="0" presId="urn:microsoft.com/office/officeart/2005/8/layout/vList3"/>
    <dgm:cxn modelId="{ACC6FE27-DC8D-45A6-8F5A-DD5C418CF199}" type="presParOf" srcId="{5150AB7F-F835-42F2-BC87-2B81AF91AC8F}" destId="{4CDC339A-91E6-4C6A-A88C-25064A7D213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CC2BE1-0B4D-45E7-9DFB-90FFA1010C7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B7B016E-8A06-49F8-BA30-7EF92ED24D56}">
      <dgm:prSet/>
      <dgm:spPr/>
      <dgm:t>
        <a:bodyPr/>
        <a:lstStyle/>
        <a:p>
          <a:r>
            <a:rPr lang="uk-UA" b="0" i="0"/>
            <a:t>підрозділів Робітничо-Селянської Червоної Армії.</a:t>
          </a:r>
          <a:endParaRPr lang="uk-UA"/>
        </a:p>
      </dgm:t>
    </dgm:pt>
    <dgm:pt modelId="{A86388CA-7C47-48F5-984B-798406C7200A}" type="parTrans" cxnId="{A3467954-355B-4C2D-A050-3325FC7F7C0A}">
      <dgm:prSet/>
      <dgm:spPr/>
      <dgm:t>
        <a:bodyPr/>
        <a:lstStyle/>
        <a:p>
          <a:endParaRPr lang="uk-UA"/>
        </a:p>
      </dgm:t>
    </dgm:pt>
    <dgm:pt modelId="{E2FEB086-42BF-4F9B-8399-2BEDA465279D}" type="sibTrans" cxnId="{A3467954-355B-4C2D-A050-3325FC7F7C0A}">
      <dgm:prSet/>
      <dgm:spPr/>
      <dgm:t>
        <a:bodyPr/>
        <a:lstStyle/>
        <a:p>
          <a:endParaRPr lang="uk-UA"/>
        </a:p>
      </dgm:t>
    </dgm:pt>
    <dgm:pt modelId="{A06A7D6A-F78C-4C67-A54D-20B2A5F24142}">
      <dgm:prSet/>
      <dgm:spPr/>
      <dgm:t>
        <a:bodyPr/>
        <a:lstStyle/>
        <a:p>
          <a:r>
            <a:rPr lang="uk-UA" b="0" i="0"/>
            <a:t>окупаційних військ держав Антанти.</a:t>
          </a:r>
          <a:endParaRPr lang="uk-UA"/>
        </a:p>
      </dgm:t>
    </dgm:pt>
    <dgm:pt modelId="{E54A5240-3AC9-4C67-9E44-2034881726E9}" type="parTrans" cxnId="{C320E41D-EFD4-4B1D-9B5E-27F2E1640C0E}">
      <dgm:prSet/>
      <dgm:spPr/>
      <dgm:t>
        <a:bodyPr/>
        <a:lstStyle/>
        <a:p>
          <a:endParaRPr lang="uk-UA"/>
        </a:p>
      </dgm:t>
    </dgm:pt>
    <dgm:pt modelId="{26292B1E-41AF-4E28-9520-A652BD5246A0}" type="sibTrans" cxnId="{C320E41D-EFD4-4B1D-9B5E-27F2E1640C0E}">
      <dgm:prSet/>
      <dgm:spPr/>
      <dgm:t>
        <a:bodyPr/>
        <a:lstStyle/>
        <a:p>
          <a:endParaRPr lang="uk-UA"/>
        </a:p>
      </dgm:t>
    </dgm:pt>
    <dgm:pt modelId="{906BDA1C-5868-4241-BBA8-1393A5B464AF}">
      <dgm:prSet/>
      <dgm:spPr/>
      <dgm:t>
        <a:bodyPr/>
        <a:lstStyle/>
        <a:p>
          <a:r>
            <a:rPr lang="uk-UA" b="0" i="0"/>
            <a:t>селянських повстанських загонів.</a:t>
          </a:r>
          <a:endParaRPr lang="uk-UA"/>
        </a:p>
      </dgm:t>
    </dgm:pt>
    <dgm:pt modelId="{F069A02E-3879-44E6-BDD2-CEAB2735B7B7}" type="parTrans" cxnId="{C5876CE0-1452-47B1-BA5B-050F753D7EAD}">
      <dgm:prSet/>
      <dgm:spPr/>
      <dgm:t>
        <a:bodyPr/>
        <a:lstStyle/>
        <a:p>
          <a:endParaRPr lang="uk-UA"/>
        </a:p>
      </dgm:t>
    </dgm:pt>
    <dgm:pt modelId="{81B33058-AB52-4AD3-A49F-8BA581071CE8}" type="sibTrans" cxnId="{C5876CE0-1452-47B1-BA5B-050F753D7EAD}">
      <dgm:prSet/>
      <dgm:spPr/>
      <dgm:t>
        <a:bodyPr/>
        <a:lstStyle/>
        <a:p>
          <a:endParaRPr lang="uk-UA"/>
        </a:p>
      </dgm:t>
    </dgm:pt>
    <dgm:pt modelId="{9465AB0E-B70B-422B-800D-E6AB4AB35268}">
      <dgm:prSet/>
      <dgm:spPr/>
      <dgm:t>
        <a:bodyPr/>
        <a:lstStyle/>
        <a:p>
          <a:r>
            <a:rPr lang="uk-UA" b="0" i="0"/>
            <a:t>з’єднань Добровольчої армії.</a:t>
          </a:r>
          <a:endParaRPr lang="uk-UA"/>
        </a:p>
      </dgm:t>
    </dgm:pt>
    <dgm:pt modelId="{0B76BFA6-7D69-41CA-AB6E-212CBE111011}" type="parTrans" cxnId="{D6E800C3-669F-4B86-9093-59655ECDDDC9}">
      <dgm:prSet/>
      <dgm:spPr/>
      <dgm:t>
        <a:bodyPr/>
        <a:lstStyle/>
        <a:p>
          <a:endParaRPr lang="uk-UA"/>
        </a:p>
      </dgm:t>
    </dgm:pt>
    <dgm:pt modelId="{E12B3961-D58C-47DE-AD8C-A293E520CBBD}" type="sibTrans" cxnId="{D6E800C3-669F-4B86-9093-59655ECDDDC9}">
      <dgm:prSet/>
      <dgm:spPr/>
      <dgm:t>
        <a:bodyPr/>
        <a:lstStyle/>
        <a:p>
          <a:endParaRPr lang="uk-UA"/>
        </a:p>
      </dgm:t>
    </dgm:pt>
    <dgm:pt modelId="{21D9232E-200F-48A6-8145-B6E96AE47D7C}" type="pres">
      <dgm:prSet presAssocID="{EBCC2BE1-0B4D-45E7-9DFB-90FFA1010C7C}" presName="linear" presStyleCnt="0">
        <dgm:presLayoutVars>
          <dgm:animLvl val="lvl"/>
          <dgm:resizeHandles val="exact"/>
        </dgm:presLayoutVars>
      </dgm:prSet>
      <dgm:spPr/>
    </dgm:pt>
    <dgm:pt modelId="{07A1D3C3-F2C4-45B2-80D4-7EBD1AC4516B}" type="pres">
      <dgm:prSet presAssocID="{9B7B016E-8A06-49F8-BA30-7EF92ED24D56}" presName="parentText" presStyleLbl="node1" presStyleIdx="0" presStyleCnt="4">
        <dgm:presLayoutVars>
          <dgm:chMax val="0"/>
          <dgm:bulletEnabled val="1"/>
        </dgm:presLayoutVars>
      </dgm:prSet>
      <dgm:spPr/>
    </dgm:pt>
    <dgm:pt modelId="{A6773F9E-2709-4363-8229-22F2BC81F8C8}" type="pres">
      <dgm:prSet presAssocID="{E2FEB086-42BF-4F9B-8399-2BEDA465279D}" presName="spacer" presStyleCnt="0"/>
      <dgm:spPr/>
    </dgm:pt>
    <dgm:pt modelId="{9B3A467C-A2CE-475C-9B10-EDC846069221}" type="pres">
      <dgm:prSet presAssocID="{A06A7D6A-F78C-4C67-A54D-20B2A5F24142}" presName="parentText" presStyleLbl="node1" presStyleIdx="1" presStyleCnt="4">
        <dgm:presLayoutVars>
          <dgm:chMax val="0"/>
          <dgm:bulletEnabled val="1"/>
        </dgm:presLayoutVars>
      </dgm:prSet>
      <dgm:spPr/>
    </dgm:pt>
    <dgm:pt modelId="{B19EE7DA-99A5-437F-8E79-8740EDD49063}" type="pres">
      <dgm:prSet presAssocID="{26292B1E-41AF-4E28-9520-A652BD5246A0}" presName="spacer" presStyleCnt="0"/>
      <dgm:spPr/>
    </dgm:pt>
    <dgm:pt modelId="{62C227F7-47CD-4DBE-B3BD-E08749FE2E68}" type="pres">
      <dgm:prSet presAssocID="{906BDA1C-5868-4241-BBA8-1393A5B464AF}" presName="parentText" presStyleLbl="node1" presStyleIdx="2" presStyleCnt="4">
        <dgm:presLayoutVars>
          <dgm:chMax val="0"/>
          <dgm:bulletEnabled val="1"/>
        </dgm:presLayoutVars>
      </dgm:prSet>
      <dgm:spPr/>
    </dgm:pt>
    <dgm:pt modelId="{A5EA6FBB-7946-4F82-AF97-9CFBC6867899}" type="pres">
      <dgm:prSet presAssocID="{81B33058-AB52-4AD3-A49F-8BA581071CE8}" presName="spacer" presStyleCnt="0"/>
      <dgm:spPr/>
    </dgm:pt>
    <dgm:pt modelId="{7E351E02-5342-44A6-8C9D-F04491E3C303}" type="pres">
      <dgm:prSet presAssocID="{9465AB0E-B70B-422B-800D-E6AB4AB35268}" presName="parentText" presStyleLbl="node1" presStyleIdx="3" presStyleCnt="4">
        <dgm:presLayoutVars>
          <dgm:chMax val="0"/>
          <dgm:bulletEnabled val="1"/>
        </dgm:presLayoutVars>
      </dgm:prSet>
      <dgm:spPr/>
    </dgm:pt>
  </dgm:ptLst>
  <dgm:cxnLst>
    <dgm:cxn modelId="{C320E41D-EFD4-4B1D-9B5E-27F2E1640C0E}" srcId="{EBCC2BE1-0B4D-45E7-9DFB-90FFA1010C7C}" destId="{A06A7D6A-F78C-4C67-A54D-20B2A5F24142}" srcOrd="1" destOrd="0" parTransId="{E54A5240-3AC9-4C67-9E44-2034881726E9}" sibTransId="{26292B1E-41AF-4E28-9520-A652BD5246A0}"/>
    <dgm:cxn modelId="{D192075E-89CE-4346-A961-E9FA55962CF2}" type="presOf" srcId="{EBCC2BE1-0B4D-45E7-9DFB-90FFA1010C7C}" destId="{21D9232E-200F-48A6-8145-B6E96AE47D7C}" srcOrd="0" destOrd="0" presId="urn:microsoft.com/office/officeart/2005/8/layout/vList2"/>
    <dgm:cxn modelId="{A3467954-355B-4C2D-A050-3325FC7F7C0A}" srcId="{EBCC2BE1-0B4D-45E7-9DFB-90FFA1010C7C}" destId="{9B7B016E-8A06-49F8-BA30-7EF92ED24D56}" srcOrd="0" destOrd="0" parTransId="{A86388CA-7C47-48F5-984B-798406C7200A}" sibTransId="{E2FEB086-42BF-4F9B-8399-2BEDA465279D}"/>
    <dgm:cxn modelId="{46F87CA9-A6E6-4B5A-BA20-437C1261A2FA}" type="presOf" srcId="{9B7B016E-8A06-49F8-BA30-7EF92ED24D56}" destId="{07A1D3C3-F2C4-45B2-80D4-7EBD1AC4516B}" srcOrd="0" destOrd="0" presId="urn:microsoft.com/office/officeart/2005/8/layout/vList2"/>
    <dgm:cxn modelId="{D6E800C3-669F-4B86-9093-59655ECDDDC9}" srcId="{EBCC2BE1-0B4D-45E7-9DFB-90FFA1010C7C}" destId="{9465AB0E-B70B-422B-800D-E6AB4AB35268}" srcOrd="3" destOrd="0" parTransId="{0B76BFA6-7D69-41CA-AB6E-212CBE111011}" sibTransId="{E12B3961-D58C-47DE-AD8C-A293E520CBBD}"/>
    <dgm:cxn modelId="{D48B2CCF-C6CF-44E8-B79B-8C7D94C64FAD}" type="presOf" srcId="{9465AB0E-B70B-422B-800D-E6AB4AB35268}" destId="{7E351E02-5342-44A6-8C9D-F04491E3C303}" srcOrd="0" destOrd="0" presId="urn:microsoft.com/office/officeart/2005/8/layout/vList2"/>
    <dgm:cxn modelId="{117FEED3-9093-428C-8F18-2115BB2CA18B}" type="presOf" srcId="{A06A7D6A-F78C-4C67-A54D-20B2A5F24142}" destId="{9B3A467C-A2CE-475C-9B10-EDC846069221}" srcOrd="0" destOrd="0" presId="urn:microsoft.com/office/officeart/2005/8/layout/vList2"/>
    <dgm:cxn modelId="{C5876CE0-1452-47B1-BA5B-050F753D7EAD}" srcId="{EBCC2BE1-0B4D-45E7-9DFB-90FFA1010C7C}" destId="{906BDA1C-5868-4241-BBA8-1393A5B464AF}" srcOrd="2" destOrd="0" parTransId="{F069A02E-3879-44E6-BDD2-CEAB2735B7B7}" sibTransId="{81B33058-AB52-4AD3-A49F-8BA581071CE8}"/>
    <dgm:cxn modelId="{A5D983F2-DF67-49A7-86E7-7AAB769FF16E}" type="presOf" srcId="{906BDA1C-5868-4241-BBA8-1393A5B464AF}" destId="{62C227F7-47CD-4DBE-B3BD-E08749FE2E68}" srcOrd="0" destOrd="0" presId="urn:microsoft.com/office/officeart/2005/8/layout/vList2"/>
    <dgm:cxn modelId="{D3D55998-F028-4CB0-8446-F7607AE68ABE}" type="presParOf" srcId="{21D9232E-200F-48A6-8145-B6E96AE47D7C}" destId="{07A1D3C3-F2C4-45B2-80D4-7EBD1AC4516B}" srcOrd="0" destOrd="0" presId="urn:microsoft.com/office/officeart/2005/8/layout/vList2"/>
    <dgm:cxn modelId="{45D75EC3-34C9-45BF-8CE2-66897F2D0ABF}" type="presParOf" srcId="{21D9232E-200F-48A6-8145-B6E96AE47D7C}" destId="{A6773F9E-2709-4363-8229-22F2BC81F8C8}" srcOrd="1" destOrd="0" presId="urn:microsoft.com/office/officeart/2005/8/layout/vList2"/>
    <dgm:cxn modelId="{403F483C-4EBC-422C-B235-1B68F821FDA5}" type="presParOf" srcId="{21D9232E-200F-48A6-8145-B6E96AE47D7C}" destId="{9B3A467C-A2CE-475C-9B10-EDC846069221}" srcOrd="2" destOrd="0" presId="urn:microsoft.com/office/officeart/2005/8/layout/vList2"/>
    <dgm:cxn modelId="{5B324B67-9F17-4423-998B-1124C14EF12B}" type="presParOf" srcId="{21D9232E-200F-48A6-8145-B6E96AE47D7C}" destId="{B19EE7DA-99A5-437F-8E79-8740EDD49063}" srcOrd="3" destOrd="0" presId="urn:microsoft.com/office/officeart/2005/8/layout/vList2"/>
    <dgm:cxn modelId="{255C82FC-CB60-4204-8505-D227BD490191}" type="presParOf" srcId="{21D9232E-200F-48A6-8145-B6E96AE47D7C}" destId="{62C227F7-47CD-4DBE-B3BD-E08749FE2E68}" srcOrd="4" destOrd="0" presId="urn:microsoft.com/office/officeart/2005/8/layout/vList2"/>
    <dgm:cxn modelId="{34EFF3CB-8AC3-4086-88EB-6EF5BFE87730}" type="presParOf" srcId="{21D9232E-200F-48A6-8145-B6E96AE47D7C}" destId="{A5EA6FBB-7946-4F82-AF97-9CFBC6867899}" srcOrd="5" destOrd="0" presId="urn:microsoft.com/office/officeart/2005/8/layout/vList2"/>
    <dgm:cxn modelId="{38D24813-BED9-42A0-86AC-E685398EDB95}" type="presParOf" srcId="{21D9232E-200F-48A6-8145-B6E96AE47D7C}" destId="{7E351E02-5342-44A6-8C9D-F04491E3C30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4852A24-AB6F-47F6-9344-7A6E8CCB2CC9}"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62A74DD-96FF-4069-B0AB-7930CAD231FE}">
      <dgm:prSet/>
      <dgm:spPr/>
      <dgm:t>
        <a:bodyPr/>
        <a:lstStyle/>
        <a:p>
          <a:r>
            <a:rPr lang="ru-RU" b="0" i="0"/>
            <a:t>Світовий конгрес українців</a:t>
          </a:r>
          <a:endParaRPr lang="uk-UA"/>
        </a:p>
      </dgm:t>
    </dgm:pt>
    <dgm:pt modelId="{E0125451-C839-4290-A563-1066BC2B698A}" type="parTrans" cxnId="{3DC31079-937A-4188-A7F0-315446F71167}">
      <dgm:prSet/>
      <dgm:spPr/>
      <dgm:t>
        <a:bodyPr/>
        <a:lstStyle/>
        <a:p>
          <a:endParaRPr lang="uk-UA"/>
        </a:p>
      </dgm:t>
    </dgm:pt>
    <dgm:pt modelId="{CCCAB4FD-4A30-4B19-89E8-36DBF3BB4241}" type="sibTrans" cxnId="{3DC31079-937A-4188-A7F0-315446F71167}">
      <dgm:prSet/>
      <dgm:spPr/>
      <dgm:t>
        <a:bodyPr/>
        <a:lstStyle/>
        <a:p>
          <a:endParaRPr lang="uk-UA"/>
        </a:p>
      </dgm:t>
    </dgm:pt>
    <dgm:pt modelId="{F6970CF1-7D33-4CED-8CFD-7E2A0CF3A882}">
      <dgm:prSet/>
      <dgm:spPr/>
      <dgm:t>
        <a:bodyPr/>
        <a:lstStyle/>
        <a:p>
          <a:r>
            <a:rPr lang="ru-RU" b="0" i="0"/>
            <a:t>Національний конгрес</a:t>
          </a:r>
          <a:endParaRPr lang="uk-UA"/>
        </a:p>
      </dgm:t>
    </dgm:pt>
    <dgm:pt modelId="{77413B11-DE6A-43B0-93BD-2AE35F77A85B}" type="parTrans" cxnId="{D0ACF516-6299-4F6E-A7C7-651985EFC1FC}">
      <dgm:prSet/>
      <dgm:spPr/>
      <dgm:t>
        <a:bodyPr/>
        <a:lstStyle/>
        <a:p>
          <a:endParaRPr lang="uk-UA"/>
        </a:p>
      </dgm:t>
    </dgm:pt>
    <dgm:pt modelId="{4A1B6637-89EA-48CE-9DB2-FFCD56AA3F2A}" type="sibTrans" cxnId="{D0ACF516-6299-4F6E-A7C7-651985EFC1FC}">
      <dgm:prSet/>
      <dgm:spPr/>
      <dgm:t>
        <a:bodyPr/>
        <a:lstStyle/>
        <a:p>
          <a:endParaRPr lang="uk-UA"/>
        </a:p>
      </dgm:t>
    </dgm:pt>
    <dgm:pt modelId="{28631F81-D14D-4C89-901F-4FB66A43C4AB}">
      <dgm:prSet/>
      <dgm:spPr/>
      <dgm:t>
        <a:bodyPr/>
        <a:lstStyle/>
        <a:p>
          <a:r>
            <a:rPr lang="ru-RU" b="0" i="0"/>
            <a:t>Хліборобський конгрес</a:t>
          </a:r>
          <a:endParaRPr lang="uk-UA"/>
        </a:p>
      </dgm:t>
    </dgm:pt>
    <dgm:pt modelId="{D56E11D9-CE29-4F8C-821E-4E90CA34B58C}" type="parTrans" cxnId="{B48DBCB6-0663-4987-8809-F6F1A69AFA3B}">
      <dgm:prSet/>
      <dgm:spPr/>
      <dgm:t>
        <a:bodyPr/>
        <a:lstStyle/>
        <a:p>
          <a:endParaRPr lang="uk-UA"/>
        </a:p>
      </dgm:t>
    </dgm:pt>
    <dgm:pt modelId="{34E56D8C-9ABF-4314-8B27-6BA6CA95F895}" type="sibTrans" cxnId="{B48DBCB6-0663-4987-8809-F6F1A69AFA3B}">
      <dgm:prSet/>
      <dgm:spPr/>
      <dgm:t>
        <a:bodyPr/>
        <a:lstStyle/>
        <a:p>
          <a:endParaRPr lang="uk-UA"/>
        </a:p>
      </dgm:t>
    </dgm:pt>
    <dgm:pt modelId="{318B13D6-4571-4656-AE27-C48D7BB74A2A}">
      <dgm:prSet/>
      <dgm:spPr/>
      <dgm:t>
        <a:bodyPr/>
        <a:lstStyle/>
        <a:p>
          <a:r>
            <a:rPr lang="ru-RU" b="0" i="0"/>
            <a:t>Трудовий конгрес</a:t>
          </a:r>
          <a:endParaRPr lang="uk-UA"/>
        </a:p>
      </dgm:t>
    </dgm:pt>
    <dgm:pt modelId="{BA1FC01C-D7E8-47F2-82CB-56BC094EEEF5}" type="parTrans" cxnId="{23F127F3-AEB9-4157-94AD-B56DB05F93D2}">
      <dgm:prSet/>
      <dgm:spPr/>
      <dgm:t>
        <a:bodyPr/>
        <a:lstStyle/>
        <a:p>
          <a:endParaRPr lang="uk-UA"/>
        </a:p>
      </dgm:t>
    </dgm:pt>
    <dgm:pt modelId="{C86FA92B-975A-4B79-ADEB-0BC5A0BB8062}" type="sibTrans" cxnId="{23F127F3-AEB9-4157-94AD-B56DB05F93D2}">
      <dgm:prSet/>
      <dgm:spPr/>
      <dgm:t>
        <a:bodyPr/>
        <a:lstStyle/>
        <a:p>
          <a:endParaRPr lang="uk-UA"/>
        </a:p>
      </dgm:t>
    </dgm:pt>
    <dgm:pt modelId="{40BA299C-D4A1-49F8-96D0-29EF30C3706B}" type="pres">
      <dgm:prSet presAssocID="{74852A24-AB6F-47F6-9344-7A6E8CCB2CC9}" presName="linearFlow" presStyleCnt="0">
        <dgm:presLayoutVars>
          <dgm:dir/>
          <dgm:resizeHandles val="exact"/>
        </dgm:presLayoutVars>
      </dgm:prSet>
      <dgm:spPr/>
    </dgm:pt>
    <dgm:pt modelId="{A129BEFA-DAC2-49DA-B408-34B129717C4F}" type="pres">
      <dgm:prSet presAssocID="{162A74DD-96FF-4069-B0AB-7930CAD231FE}" presName="composite" presStyleCnt="0"/>
      <dgm:spPr/>
    </dgm:pt>
    <dgm:pt modelId="{D97B4EB2-62A0-43C1-9F23-C89CD4BAFDFA}" type="pres">
      <dgm:prSet presAssocID="{162A74DD-96FF-4069-B0AB-7930CAD231FE}" presName="imgShp" presStyleLbl="fgImgPlace1" presStyleIdx="0" presStyleCnt="4"/>
      <dgm:spPr/>
    </dgm:pt>
    <dgm:pt modelId="{CE0550E7-32FF-425A-8445-8AEDB4F2A054}" type="pres">
      <dgm:prSet presAssocID="{162A74DD-96FF-4069-B0AB-7930CAD231FE}" presName="txShp" presStyleLbl="node1" presStyleIdx="0" presStyleCnt="4">
        <dgm:presLayoutVars>
          <dgm:bulletEnabled val="1"/>
        </dgm:presLayoutVars>
      </dgm:prSet>
      <dgm:spPr/>
    </dgm:pt>
    <dgm:pt modelId="{A788428D-7859-4C43-9865-71CECD9F6A7D}" type="pres">
      <dgm:prSet presAssocID="{CCCAB4FD-4A30-4B19-89E8-36DBF3BB4241}" presName="spacing" presStyleCnt="0"/>
      <dgm:spPr/>
    </dgm:pt>
    <dgm:pt modelId="{E587B240-0F32-41BA-BE95-5CC9FD87FE08}" type="pres">
      <dgm:prSet presAssocID="{F6970CF1-7D33-4CED-8CFD-7E2A0CF3A882}" presName="composite" presStyleCnt="0"/>
      <dgm:spPr/>
    </dgm:pt>
    <dgm:pt modelId="{F4DE20FF-8EF2-4392-8E10-53C1950E6127}" type="pres">
      <dgm:prSet presAssocID="{F6970CF1-7D33-4CED-8CFD-7E2A0CF3A882}" presName="imgShp" presStyleLbl="fgImgPlace1" presStyleIdx="1" presStyleCnt="4"/>
      <dgm:spPr/>
    </dgm:pt>
    <dgm:pt modelId="{F70C9718-F90B-4216-8234-42E717070E0C}" type="pres">
      <dgm:prSet presAssocID="{F6970CF1-7D33-4CED-8CFD-7E2A0CF3A882}" presName="txShp" presStyleLbl="node1" presStyleIdx="1" presStyleCnt="4">
        <dgm:presLayoutVars>
          <dgm:bulletEnabled val="1"/>
        </dgm:presLayoutVars>
      </dgm:prSet>
      <dgm:spPr/>
    </dgm:pt>
    <dgm:pt modelId="{25D1EDFE-26F7-4B9B-92F3-FE8F6CC5B145}" type="pres">
      <dgm:prSet presAssocID="{4A1B6637-89EA-48CE-9DB2-FFCD56AA3F2A}" presName="spacing" presStyleCnt="0"/>
      <dgm:spPr/>
    </dgm:pt>
    <dgm:pt modelId="{CAB42284-159A-4461-9D95-4ED51A9A00EB}" type="pres">
      <dgm:prSet presAssocID="{28631F81-D14D-4C89-901F-4FB66A43C4AB}" presName="composite" presStyleCnt="0"/>
      <dgm:spPr/>
    </dgm:pt>
    <dgm:pt modelId="{C0811203-447C-4D37-90BE-5582D1901178}" type="pres">
      <dgm:prSet presAssocID="{28631F81-D14D-4C89-901F-4FB66A43C4AB}" presName="imgShp" presStyleLbl="fgImgPlace1" presStyleIdx="2" presStyleCnt="4"/>
      <dgm:spPr/>
    </dgm:pt>
    <dgm:pt modelId="{70133F43-CF0A-4D48-8986-E51F9B0C9738}" type="pres">
      <dgm:prSet presAssocID="{28631F81-D14D-4C89-901F-4FB66A43C4AB}" presName="txShp" presStyleLbl="node1" presStyleIdx="2" presStyleCnt="4">
        <dgm:presLayoutVars>
          <dgm:bulletEnabled val="1"/>
        </dgm:presLayoutVars>
      </dgm:prSet>
      <dgm:spPr/>
    </dgm:pt>
    <dgm:pt modelId="{CA7912F1-3B87-4DA8-A03B-8931C8141695}" type="pres">
      <dgm:prSet presAssocID="{34E56D8C-9ABF-4314-8B27-6BA6CA95F895}" presName="spacing" presStyleCnt="0"/>
      <dgm:spPr/>
    </dgm:pt>
    <dgm:pt modelId="{E1DB1E7C-0079-441B-B0F0-8115ADD6C830}" type="pres">
      <dgm:prSet presAssocID="{318B13D6-4571-4656-AE27-C48D7BB74A2A}" presName="composite" presStyleCnt="0"/>
      <dgm:spPr/>
    </dgm:pt>
    <dgm:pt modelId="{2FCCD47E-3642-48FC-ACCA-C6EA0B992F67}" type="pres">
      <dgm:prSet presAssocID="{318B13D6-4571-4656-AE27-C48D7BB74A2A}" presName="imgShp" presStyleLbl="fgImgPlace1" presStyleIdx="3" presStyleCnt="4"/>
      <dgm:spPr/>
    </dgm:pt>
    <dgm:pt modelId="{52652471-8549-4F8C-9B0C-D80925B05F3E}" type="pres">
      <dgm:prSet presAssocID="{318B13D6-4571-4656-AE27-C48D7BB74A2A}" presName="txShp" presStyleLbl="node1" presStyleIdx="3" presStyleCnt="4">
        <dgm:presLayoutVars>
          <dgm:bulletEnabled val="1"/>
        </dgm:presLayoutVars>
      </dgm:prSet>
      <dgm:spPr/>
    </dgm:pt>
  </dgm:ptLst>
  <dgm:cxnLst>
    <dgm:cxn modelId="{0B89F106-807F-4250-A3B7-E23A3AB0A4B0}" type="presOf" srcId="{28631F81-D14D-4C89-901F-4FB66A43C4AB}" destId="{70133F43-CF0A-4D48-8986-E51F9B0C9738}" srcOrd="0" destOrd="0" presId="urn:microsoft.com/office/officeart/2005/8/layout/vList3"/>
    <dgm:cxn modelId="{D953720A-BB91-4EB0-BB7A-1349B35FEB5B}" type="presOf" srcId="{162A74DD-96FF-4069-B0AB-7930CAD231FE}" destId="{CE0550E7-32FF-425A-8445-8AEDB4F2A054}" srcOrd="0" destOrd="0" presId="urn:microsoft.com/office/officeart/2005/8/layout/vList3"/>
    <dgm:cxn modelId="{D0ACF516-6299-4F6E-A7C7-651985EFC1FC}" srcId="{74852A24-AB6F-47F6-9344-7A6E8CCB2CC9}" destId="{F6970CF1-7D33-4CED-8CFD-7E2A0CF3A882}" srcOrd="1" destOrd="0" parTransId="{77413B11-DE6A-43B0-93BD-2AE35F77A85B}" sibTransId="{4A1B6637-89EA-48CE-9DB2-FFCD56AA3F2A}"/>
    <dgm:cxn modelId="{71B6BB61-A2AF-4204-B376-74A184021960}" type="presOf" srcId="{F6970CF1-7D33-4CED-8CFD-7E2A0CF3A882}" destId="{F70C9718-F90B-4216-8234-42E717070E0C}" srcOrd="0" destOrd="0" presId="urn:microsoft.com/office/officeart/2005/8/layout/vList3"/>
    <dgm:cxn modelId="{3DC31079-937A-4188-A7F0-315446F71167}" srcId="{74852A24-AB6F-47F6-9344-7A6E8CCB2CC9}" destId="{162A74DD-96FF-4069-B0AB-7930CAD231FE}" srcOrd="0" destOrd="0" parTransId="{E0125451-C839-4290-A563-1066BC2B698A}" sibTransId="{CCCAB4FD-4A30-4B19-89E8-36DBF3BB4241}"/>
    <dgm:cxn modelId="{39805D96-D42D-46B0-8C08-461BA2AC75F9}" type="presOf" srcId="{318B13D6-4571-4656-AE27-C48D7BB74A2A}" destId="{52652471-8549-4F8C-9B0C-D80925B05F3E}" srcOrd="0" destOrd="0" presId="urn:microsoft.com/office/officeart/2005/8/layout/vList3"/>
    <dgm:cxn modelId="{B48DBCB6-0663-4987-8809-F6F1A69AFA3B}" srcId="{74852A24-AB6F-47F6-9344-7A6E8CCB2CC9}" destId="{28631F81-D14D-4C89-901F-4FB66A43C4AB}" srcOrd="2" destOrd="0" parTransId="{D56E11D9-CE29-4F8C-821E-4E90CA34B58C}" sibTransId="{34E56D8C-9ABF-4314-8B27-6BA6CA95F895}"/>
    <dgm:cxn modelId="{C9D35CB7-A2EC-4C9F-9007-83A4E29F9F55}" type="presOf" srcId="{74852A24-AB6F-47F6-9344-7A6E8CCB2CC9}" destId="{40BA299C-D4A1-49F8-96D0-29EF30C3706B}" srcOrd="0" destOrd="0" presId="urn:microsoft.com/office/officeart/2005/8/layout/vList3"/>
    <dgm:cxn modelId="{23F127F3-AEB9-4157-94AD-B56DB05F93D2}" srcId="{74852A24-AB6F-47F6-9344-7A6E8CCB2CC9}" destId="{318B13D6-4571-4656-AE27-C48D7BB74A2A}" srcOrd="3" destOrd="0" parTransId="{BA1FC01C-D7E8-47F2-82CB-56BC094EEEF5}" sibTransId="{C86FA92B-975A-4B79-ADEB-0BC5A0BB8062}"/>
    <dgm:cxn modelId="{8E3CA3CC-A1C0-481B-8400-728258E4A6C2}" type="presParOf" srcId="{40BA299C-D4A1-49F8-96D0-29EF30C3706B}" destId="{A129BEFA-DAC2-49DA-B408-34B129717C4F}" srcOrd="0" destOrd="0" presId="urn:microsoft.com/office/officeart/2005/8/layout/vList3"/>
    <dgm:cxn modelId="{71E3A627-068F-4828-84ED-0B0B8C461011}" type="presParOf" srcId="{A129BEFA-DAC2-49DA-B408-34B129717C4F}" destId="{D97B4EB2-62A0-43C1-9F23-C89CD4BAFDFA}" srcOrd="0" destOrd="0" presId="urn:microsoft.com/office/officeart/2005/8/layout/vList3"/>
    <dgm:cxn modelId="{E9745D80-C1CE-4D3D-B386-A8E6213832B5}" type="presParOf" srcId="{A129BEFA-DAC2-49DA-B408-34B129717C4F}" destId="{CE0550E7-32FF-425A-8445-8AEDB4F2A054}" srcOrd="1" destOrd="0" presId="urn:microsoft.com/office/officeart/2005/8/layout/vList3"/>
    <dgm:cxn modelId="{62ADE3CB-FD18-4BD8-A3CA-2CDE828AD1E3}" type="presParOf" srcId="{40BA299C-D4A1-49F8-96D0-29EF30C3706B}" destId="{A788428D-7859-4C43-9865-71CECD9F6A7D}" srcOrd="1" destOrd="0" presId="urn:microsoft.com/office/officeart/2005/8/layout/vList3"/>
    <dgm:cxn modelId="{9A4EC5E1-1D46-4108-8394-12475F6F303C}" type="presParOf" srcId="{40BA299C-D4A1-49F8-96D0-29EF30C3706B}" destId="{E587B240-0F32-41BA-BE95-5CC9FD87FE08}" srcOrd="2" destOrd="0" presId="urn:microsoft.com/office/officeart/2005/8/layout/vList3"/>
    <dgm:cxn modelId="{628147BE-367E-411A-89A4-4C6398EB0581}" type="presParOf" srcId="{E587B240-0F32-41BA-BE95-5CC9FD87FE08}" destId="{F4DE20FF-8EF2-4392-8E10-53C1950E6127}" srcOrd="0" destOrd="0" presId="urn:microsoft.com/office/officeart/2005/8/layout/vList3"/>
    <dgm:cxn modelId="{615E4496-D83C-42F4-B2EA-F5013C67969E}" type="presParOf" srcId="{E587B240-0F32-41BA-BE95-5CC9FD87FE08}" destId="{F70C9718-F90B-4216-8234-42E717070E0C}" srcOrd="1" destOrd="0" presId="urn:microsoft.com/office/officeart/2005/8/layout/vList3"/>
    <dgm:cxn modelId="{3F978164-A1CC-4678-B1C7-03B10C06DADB}" type="presParOf" srcId="{40BA299C-D4A1-49F8-96D0-29EF30C3706B}" destId="{25D1EDFE-26F7-4B9B-92F3-FE8F6CC5B145}" srcOrd="3" destOrd="0" presId="urn:microsoft.com/office/officeart/2005/8/layout/vList3"/>
    <dgm:cxn modelId="{37849988-88A9-446E-B434-C03E17C06AF6}" type="presParOf" srcId="{40BA299C-D4A1-49F8-96D0-29EF30C3706B}" destId="{CAB42284-159A-4461-9D95-4ED51A9A00EB}" srcOrd="4" destOrd="0" presId="urn:microsoft.com/office/officeart/2005/8/layout/vList3"/>
    <dgm:cxn modelId="{EE456A48-71D1-4AEF-8BB8-DBE1A5371729}" type="presParOf" srcId="{CAB42284-159A-4461-9D95-4ED51A9A00EB}" destId="{C0811203-447C-4D37-90BE-5582D1901178}" srcOrd="0" destOrd="0" presId="urn:microsoft.com/office/officeart/2005/8/layout/vList3"/>
    <dgm:cxn modelId="{DF5F1738-2034-4D3E-AC81-4E70CA87A002}" type="presParOf" srcId="{CAB42284-159A-4461-9D95-4ED51A9A00EB}" destId="{70133F43-CF0A-4D48-8986-E51F9B0C9738}" srcOrd="1" destOrd="0" presId="urn:microsoft.com/office/officeart/2005/8/layout/vList3"/>
    <dgm:cxn modelId="{1FC0B932-2171-485B-8086-B3BD0974D3E2}" type="presParOf" srcId="{40BA299C-D4A1-49F8-96D0-29EF30C3706B}" destId="{CA7912F1-3B87-4DA8-A03B-8931C8141695}" srcOrd="5" destOrd="0" presId="urn:microsoft.com/office/officeart/2005/8/layout/vList3"/>
    <dgm:cxn modelId="{8BAF4FF3-EC58-4879-BE1D-99417C9509BD}" type="presParOf" srcId="{40BA299C-D4A1-49F8-96D0-29EF30C3706B}" destId="{E1DB1E7C-0079-441B-B0F0-8115ADD6C830}" srcOrd="6" destOrd="0" presId="urn:microsoft.com/office/officeart/2005/8/layout/vList3"/>
    <dgm:cxn modelId="{03FB3625-8375-44DC-89C3-D530210D8976}" type="presParOf" srcId="{E1DB1E7C-0079-441B-B0F0-8115ADD6C830}" destId="{2FCCD47E-3642-48FC-ACCA-C6EA0B992F67}" srcOrd="0" destOrd="0" presId="urn:microsoft.com/office/officeart/2005/8/layout/vList3"/>
    <dgm:cxn modelId="{42F14427-B35C-40A6-A272-71E8170D93C5}" type="presParOf" srcId="{E1DB1E7C-0079-441B-B0F0-8115ADD6C830}" destId="{52652471-8549-4F8C-9B0C-D80925B05F3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4737BA7-D379-48C7-B83A-06E95A86F40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D939042-E4C4-4048-8D10-E53D288A2419}">
      <dgm:prSet/>
      <dgm:spPr/>
      <dgm:t>
        <a:bodyPr/>
        <a:lstStyle/>
        <a:p>
          <a:r>
            <a:rPr lang="uk-UA" b="0" i="0"/>
            <a:t>розв’язання проблем організації влади та визначення форми державного устрою.</a:t>
          </a:r>
          <a:endParaRPr lang="uk-UA"/>
        </a:p>
      </dgm:t>
    </dgm:pt>
    <dgm:pt modelId="{90197F6E-8CA0-49BA-B253-48CF758D1EC4}" type="parTrans" cxnId="{8D0B3471-485D-42AC-A607-22CB80D5BB41}">
      <dgm:prSet/>
      <dgm:spPr/>
      <dgm:t>
        <a:bodyPr/>
        <a:lstStyle/>
        <a:p>
          <a:endParaRPr lang="uk-UA"/>
        </a:p>
      </dgm:t>
    </dgm:pt>
    <dgm:pt modelId="{FCD670F2-7D78-4D9B-AC8E-DAC75D6CEF4B}" type="sibTrans" cxnId="{8D0B3471-485D-42AC-A607-22CB80D5BB41}">
      <dgm:prSet/>
      <dgm:spPr/>
      <dgm:t>
        <a:bodyPr/>
        <a:lstStyle/>
        <a:p>
          <a:endParaRPr lang="uk-UA"/>
        </a:p>
      </dgm:t>
    </dgm:pt>
    <dgm:pt modelId="{1FF9A33A-1F73-4DA8-803F-5F9FA056074A}">
      <dgm:prSet/>
      <dgm:spPr/>
      <dgm:t>
        <a:bodyPr/>
        <a:lstStyle/>
        <a:p>
          <a:r>
            <a:rPr lang="uk-UA" b="0" i="0"/>
            <a:t>ухвалення Варшавського договору, підписаного з Польською Республікою.</a:t>
          </a:r>
          <a:endParaRPr lang="uk-UA"/>
        </a:p>
      </dgm:t>
    </dgm:pt>
    <dgm:pt modelId="{22CA1679-50EC-44F3-B229-08937D0AEF08}" type="parTrans" cxnId="{B9F3E2AF-F35C-4E31-9F7A-39A062A597D5}">
      <dgm:prSet/>
      <dgm:spPr/>
      <dgm:t>
        <a:bodyPr/>
        <a:lstStyle/>
        <a:p>
          <a:endParaRPr lang="uk-UA"/>
        </a:p>
      </dgm:t>
    </dgm:pt>
    <dgm:pt modelId="{A6D248FD-F61E-4ADA-875C-7493E1627107}" type="sibTrans" cxnId="{B9F3E2AF-F35C-4E31-9F7A-39A062A597D5}">
      <dgm:prSet/>
      <dgm:spPr/>
      <dgm:t>
        <a:bodyPr/>
        <a:lstStyle/>
        <a:p>
          <a:endParaRPr lang="uk-UA"/>
        </a:p>
      </dgm:t>
    </dgm:pt>
    <dgm:pt modelId="{A21B48C3-63AA-43A4-AC07-11D67517E329}">
      <dgm:prSet/>
      <dgm:spPr/>
      <dgm:t>
        <a:bodyPr/>
        <a:lstStyle/>
        <a:p>
          <a:r>
            <a:rPr lang="uk-UA" b="0" i="0"/>
            <a:t>оголошення війни радянській Росії та проведення переговорів з Антантою.</a:t>
          </a:r>
          <a:endParaRPr lang="uk-UA"/>
        </a:p>
      </dgm:t>
    </dgm:pt>
    <dgm:pt modelId="{3208BA0D-E4A4-41AD-BB37-CAE5DB03E2CE}" type="parTrans" cxnId="{E158AE46-6BCF-45BD-A5D8-436196C798B0}">
      <dgm:prSet/>
      <dgm:spPr/>
      <dgm:t>
        <a:bodyPr/>
        <a:lstStyle/>
        <a:p>
          <a:endParaRPr lang="uk-UA"/>
        </a:p>
      </dgm:t>
    </dgm:pt>
    <dgm:pt modelId="{4A56E45D-647A-48F1-B07F-73CCC548F36D}" type="sibTrans" cxnId="{E158AE46-6BCF-45BD-A5D8-436196C798B0}">
      <dgm:prSet/>
      <dgm:spPr/>
      <dgm:t>
        <a:bodyPr/>
        <a:lstStyle/>
        <a:p>
          <a:endParaRPr lang="uk-UA"/>
        </a:p>
      </dgm:t>
    </dgm:pt>
    <dgm:pt modelId="{D171A0A5-CDFC-431B-92DE-185294422CD1}">
      <dgm:prSet/>
      <dgm:spPr/>
      <dgm:t>
        <a:bodyPr/>
        <a:lstStyle/>
        <a:p>
          <a:r>
            <a:rPr lang="uk-UA" b="0" i="0"/>
            <a:t>підготовки та санкціонування об’єднання УНР і ЗУНР.</a:t>
          </a:r>
          <a:endParaRPr lang="uk-UA"/>
        </a:p>
      </dgm:t>
    </dgm:pt>
    <dgm:pt modelId="{2933F9AF-A1FA-42CF-9FBC-407888E58D56}" type="parTrans" cxnId="{D718A1E9-D8C7-4173-833B-45FF1F1DD94D}">
      <dgm:prSet/>
      <dgm:spPr/>
      <dgm:t>
        <a:bodyPr/>
        <a:lstStyle/>
        <a:p>
          <a:endParaRPr lang="uk-UA"/>
        </a:p>
      </dgm:t>
    </dgm:pt>
    <dgm:pt modelId="{B46434B4-342A-45E0-A5C2-B0586D6A1AD7}" type="sibTrans" cxnId="{D718A1E9-D8C7-4173-833B-45FF1F1DD94D}">
      <dgm:prSet/>
      <dgm:spPr/>
      <dgm:t>
        <a:bodyPr/>
        <a:lstStyle/>
        <a:p>
          <a:endParaRPr lang="uk-UA"/>
        </a:p>
      </dgm:t>
    </dgm:pt>
    <dgm:pt modelId="{D267A6B0-3962-4E6F-AC6C-57D3C6037CF7}" type="pres">
      <dgm:prSet presAssocID="{54737BA7-D379-48C7-B83A-06E95A86F40D}" presName="linear" presStyleCnt="0">
        <dgm:presLayoutVars>
          <dgm:animLvl val="lvl"/>
          <dgm:resizeHandles val="exact"/>
        </dgm:presLayoutVars>
      </dgm:prSet>
      <dgm:spPr/>
    </dgm:pt>
    <dgm:pt modelId="{10E8785D-0A39-419A-A2E8-29AA2D528CE4}" type="pres">
      <dgm:prSet presAssocID="{FD939042-E4C4-4048-8D10-E53D288A2419}" presName="parentText" presStyleLbl="node1" presStyleIdx="0" presStyleCnt="4">
        <dgm:presLayoutVars>
          <dgm:chMax val="0"/>
          <dgm:bulletEnabled val="1"/>
        </dgm:presLayoutVars>
      </dgm:prSet>
      <dgm:spPr/>
    </dgm:pt>
    <dgm:pt modelId="{462FD0C6-F133-449D-908A-D0D84D17B7AD}" type="pres">
      <dgm:prSet presAssocID="{FCD670F2-7D78-4D9B-AC8E-DAC75D6CEF4B}" presName="spacer" presStyleCnt="0"/>
      <dgm:spPr/>
    </dgm:pt>
    <dgm:pt modelId="{0292C633-87AE-418C-9BE9-D88412EEC63A}" type="pres">
      <dgm:prSet presAssocID="{1FF9A33A-1F73-4DA8-803F-5F9FA056074A}" presName="parentText" presStyleLbl="node1" presStyleIdx="1" presStyleCnt="4">
        <dgm:presLayoutVars>
          <dgm:chMax val="0"/>
          <dgm:bulletEnabled val="1"/>
        </dgm:presLayoutVars>
      </dgm:prSet>
      <dgm:spPr/>
    </dgm:pt>
    <dgm:pt modelId="{148873E3-8D42-43CD-8F34-E88FD3538353}" type="pres">
      <dgm:prSet presAssocID="{A6D248FD-F61E-4ADA-875C-7493E1627107}" presName="spacer" presStyleCnt="0"/>
      <dgm:spPr/>
    </dgm:pt>
    <dgm:pt modelId="{AC8143A3-5E2D-4D1C-9FDC-29A291C75E5A}" type="pres">
      <dgm:prSet presAssocID="{A21B48C3-63AA-43A4-AC07-11D67517E329}" presName="parentText" presStyleLbl="node1" presStyleIdx="2" presStyleCnt="4">
        <dgm:presLayoutVars>
          <dgm:chMax val="0"/>
          <dgm:bulletEnabled val="1"/>
        </dgm:presLayoutVars>
      </dgm:prSet>
      <dgm:spPr/>
    </dgm:pt>
    <dgm:pt modelId="{73561E30-E5D8-4688-B64F-705B52CE9A25}" type="pres">
      <dgm:prSet presAssocID="{4A56E45D-647A-48F1-B07F-73CCC548F36D}" presName="spacer" presStyleCnt="0"/>
      <dgm:spPr/>
    </dgm:pt>
    <dgm:pt modelId="{BE7F3CDF-12D9-4220-BC62-C670A5781146}" type="pres">
      <dgm:prSet presAssocID="{D171A0A5-CDFC-431B-92DE-185294422CD1}" presName="parentText" presStyleLbl="node1" presStyleIdx="3" presStyleCnt="4">
        <dgm:presLayoutVars>
          <dgm:chMax val="0"/>
          <dgm:bulletEnabled val="1"/>
        </dgm:presLayoutVars>
      </dgm:prSet>
      <dgm:spPr/>
    </dgm:pt>
  </dgm:ptLst>
  <dgm:cxnLst>
    <dgm:cxn modelId="{316D1D2E-ADB8-480B-B141-9AC897705F66}" type="presOf" srcId="{1FF9A33A-1F73-4DA8-803F-5F9FA056074A}" destId="{0292C633-87AE-418C-9BE9-D88412EEC63A}" srcOrd="0" destOrd="0" presId="urn:microsoft.com/office/officeart/2005/8/layout/vList2"/>
    <dgm:cxn modelId="{E158AE46-6BCF-45BD-A5D8-436196C798B0}" srcId="{54737BA7-D379-48C7-B83A-06E95A86F40D}" destId="{A21B48C3-63AA-43A4-AC07-11D67517E329}" srcOrd="2" destOrd="0" parTransId="{3208BA0D-E4A4-41AD-BB37-CAE5DB03E2CE}" sibTransId="{4A56E45D-647A-48F1-B07F-73CCC548F36D}"/>
    <dgm:cxn modelId="{8D0B3471-485D-42AC-A607-22CB80D5BB41}" srcId="{54737BA7-D379-48C7-B83A-06E95A86F40D}" destId="{FD939042-E4C4-4048-8D10-E53D288A2419}" srcOrd="0" destOrd="0" parTransId="{90197F6E-8CA0-49BA-B253-48CF758D1EC4}" sibTransId="{FCD670F2-7D78-4D9B-AC8E-DAC75D6CEF4B}"/>
    <dgm:cxn modelId="{08C5BD52-E1EE-479F-8A68-DF7047A9182F}" type="presOf" srcId="{54737BA7-D379-48C7-B83A-06E95A86F40D}" destId="{D267A6B0-3962-4E6F-AC6C-57D3C6037CF7}" srcOrd="0" destOrd="0" presId="urn:microsoft.com/office/officeart/2005/8/layout/vList2"/>
    <dgm:cxn modelId="{C8AD0DA0-0467-4E88-B56F-9C80979F3B4E}" type="presOf" srcId="{FD939042-E4C4-4048-8D10-E53D288A2419}" destId="{10E8785D-0A39-419A-A2E8-29AA2D528CE4}" srcOrd="0" destOrd="0" presId="urn:microsoft.com/office/officeart/2005/8/layout/vList2"/>
    <dgm:cxn modelId="{10B2A0A8-5B3A-454B-9E38-8A45A0A46153}" type="presOf" srcId="{D171A0A5-CDFC-431B-92DE-185294422CD1}" destId="{BE7F3CDF-12D9-4220-BC62-C670A5781146}" srcOrd="0" destOrd="0" presId="urn:microsoft.com/office/officeart/2005/8/layout/vList2"/>
    <dgm:cxn modelId="{B9F3E2AF-F35C-4E31-9F7A-39A062A597D5}" srcId="{54737BA7-D379-48C7-B83A-06E95A86F40D}" destId="{1FF9A33A-1F73-4DA8-803F-5F9FA056074A}" srcOrd="1" destOrd="0" parTransId="{22CA1679-50EC-44F3-B229-08937D0AEF08}" sibTransId="{A6D248FD-F61E-4ADA-875C-7493E1627107}"/>
    <dgm:cxn modelId="{529B94DC-3F1A-4379-BBA5-4CBFAE97C3F7}" type="presOf" srcId="{A21B48C3-63AA-43A4-AC07-11D67517E329}" destId="{AC8143A3-5E2D-4D1C-9FDC-29A291C75E5A}" srcOrd="0" destOrd="0" presId="urn:microsoft.com/office/officeart/2005/8/layout/vList2"/>
    <dgm:cxn modelId="{D718A1E9-D8C7-4173-833B-45FF1F1DD94D}" srcId="{54737BA7-D379-48C7-B83A-06E95A86F40D}" destId="{D171A0A5-CDFC-431B-92DE-185294422CD1}" srcOrd="3" destOrd="0" parTransId="{2933F9AF-A1FA-42CF-9FBC-407888E58D56}" sibTransId="{B46434B4-342A-45E0-A5C2-B0586D6A1AD7}"/>
    <dgm:cxn modelId="{2D201E30-CB76-491A-9ED1-FEEBB4C66936}" type="presParOf" srcId="{D267A6B0-3962-4E6F-AC6C-57D3C6037CF7}" destId="{10E8785D-0A39-419A-A2E8-29AA2D528CE4}" srcOrd="0" destOrd="0" presId="urn:microsoft.com/office/officeart/2005/8/layout/vList2"/>
    <dgm:cxn modelId="{04BF3540-DD2B-4260-8DE6-D15EC448C3E3}" type="presParOf" srcId="{D267A6B0-3962-4E6F-AC6C-57D3C6037CF7}" destId="{462FD0C6-F133-449D-908A-D0D84D17B7AD}" srcOrd="1" destOrd="0" presId="urn:microsoft.com/office/officeart/2005/8/layout/vList2"/>
    <dgm:cxn modelId="{A6610900-23D9-47C4-99F9-7BC38172A7A5}" type="presParOf" srcId="{D267A6B0-3962-4E6F-AC6C-57D3C6037CF7}" destId="{0292C633-87AE-418C-9BE9-D88412EEC63A}" srcOrd="2" destOrd="0" presId="urn:microsoft.com/office/officeart/2005/8/layout/vList2"/>
    <dgm:cxn modelId="{6D93FEF8-6739-45C6-B470-E58E1E53D6A4}" type="presParOf" srcId="{D267A6B0-3962-4E6F-AC6C-57D3C6037CF7}" destId="{148873E3-8D42-43CD-8F34-E88FD3538353}" srcOrd="3" destOrd="0" presId="urn:microsoft.com/office/officeart/2005/8/layout/vList2"/>
    <dgm:cxn modelId="{50CE64EA-D711-47AA-A072-47742FD52257}" type="presParOf" srcId="{D267A6B0-3962-4E6F-AC6C-57D3C6037CF7}" destId="{AC8143A3-5E2D-4D1C-9FDC-29A291C75E5A}" srcOrd="4" destOrd="0" presId="urn:microsoft.com/office/officeart/2005/8/layout/vList2"/>
    <dgm:cxn modelId="{6008AAFB-4F04-46A8-A754-B71ECA38411C}" type="presParOf" srcId="{D267A6B0-3962-4E6F-AC6C-57D3C6037CF7}" destId="{73561E30-E5D8-4688-B64F-705B52CE9A25}" srcOrd="5" destOrd="0" presId="urn:microsoft.com/office/officeart/2005/8/layout/vList2"/>
    <dgm:cxn modelId="{95361AAB-66A9-4D71-9AEA-02E933379154}" type="presParOf" srcId="{D267A6B0-3962-4E6F-AC6C-57D3C6037CF7}" destId="{BE7F3CDF-12D9-4220-BC62-C670A578114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97E0A39-7BC0-446A-94AE-2B76B04B57A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1205F86-3DEA-403B-934E-04D5897EB7E9}">
      <dgm:prSet/>
      <dgm:spPr/>
      <dgm:t>
        <a:bodyPr/>
        <a:lstStyle/>
        <a:p>
          <a:r>
            <a:rPr lang="uk-UA" b="0" i="0"/>
            <a:t>першої та другої воєн радянської Росії проти Української Народної Республіки</a:t>
          </a:r>
          <a:endParaRPr lang="uk-UA"/>
        </a:p>
      </dgm:t>
    </dgm:pt>
    <dgm:pt modelId="{97255B0A-975C-4160-9657-17C5BBA9FFA4}" type="parTrans" cxnId="{7C23BFB2-4603-4363-8378-4643468365A0}">
      <dgm:prSet/>
      <dgm:spPr/>
      <dgm:t>
        <a:bodyPr/>
        <a:lstStyle/>
        <a:p>
          <a:endParaRPr lang="uk-UA"/>
        </a:p>
      </dgm:t>
    </dgm:pt>
    <dgm:pt modelId="{20BB8F89-598C-45F0-8427-C30250B11992}" type="sibTrans" cxnId="{7C23BFB2-4603-4363-8378-4643468365A0}">
      <dgm:prSet/>
      <dgm:spPr/>
      <dgm:t>
        <a:bodyPr/>
        <a:lstStyle/>
        <a:p>
          <a:endParaRPr lang="uk-UA"/>
        </a:p>
      </dgm:t>
    </dgm:pt>
    <dgm:pt modelId="{E883FA69-898B-4311-AEA6-72DC93DE0E7A}">
      <dgm:prSet/>
      <dgm:spPr/>
      <dgm:t>
        <a:bodyPr/>
        <a:lstStyle/>
        <a:p>
          <a:r>
            <a:rPr lang="uk-UA" b="0" i="0"/>
            <a:t>першого та другого Зимових походів Армії Української Народної Республіки</a:t>
          </a:r>
          <a:endParaRPr lang="uk-UA"/>
        </a:p>
      </dgm:t>
    </dgm:pt>
    <dgm:pt modelId="{8FD715FC-272A-46EF-98E7-BB3AC21B9594}" type="parTrans" cxnId="{1EF82BE0-DEE8-48BE-B87A-DC86411881A3}">
      <dgm:prSet/>
      <dgm:spPr/>
      <dgm:t>
        <a:bodyPr/>
        <a:lstStyle/>
        <a:p>
          <a:endParaRPr lang="uk-UA"/>
        </a:p>
      </dgm:t>
    </dgm:pt>
    <dgm:pt modelId="{353E243E-72B4-4898-9DFD-5B7DBE1A1FF6}" type="sibTrans" cxnId="{1EF82BE0-DEE8-48BE-B87A-DC86411881A3}">
      <dgm:prSet/>
      <dgm:spPr/>
      <dgm:t>
        <a:bodyPr/>
        <a:lstStyle/>
        <a:p>
          <a:endParaRPr lang="uk-UA"/>
        </a:p>
      </dgm:t>
    </dgm:pt>
    <dgm:pt modelId="{A52C3DF8-CD41-4045-A727-5AA1247DEF54}">
      <dgm:prSet/>
      <dgm:spPr/>
      <dgm:t>
        <a:bodyPr/>
        <a:lstStyle/>
        <a:p>
          <a:r>
            <a:rPr lang="uk-UA" b="0" i="0"/>
            <a:t>українсько-польської та радянсько-польської воєн</a:t>
          </a:r>
          <a:endParaRPr lang="uk-UA"/>
        </a:p>
      </dgm:t>
    </dgm:pt>
    <dgm:pt modelId="{7816E16D-3462-46C6-BF19-21E09D73CB1A}" type="parTrans" cxnId="{07AF6B5A-6506-418A-8751-CC1C5C8A4A3E}">
      <dgm:prSet/>
      <dgm:spPr/>
      <dgm:t>
        <a:bodyPr/>
        <a:lstStyle/>
        <a:p>
          <a:endParaRPr lang="uk-UA"/>
        </a:p>
      </dgm:t>
    </dgm:pt>
    <dgm:pt modelId="{3A665E32-6EC7-436E-B7A0-58A4DEB13465}" type="sibTrans" cxnId="{07AF6B5A-6506-418A-8751-CC1C5C8A4A3E}">
      <dgm:prSet/>
      <dgm:spPr/>
      <dgm:t>
        <a:bodyPr/>
        <a:lstStyle/>
        <a:p>
          <a:endParaRPr lang="uk-UA"/>
        </a:p>
      </dgm:t>
    </dgm:pt>
    <dgm:pt modelId="{D3803CC7-151E-4505-ADD3-60AD4FFBD2A1}">
      <dgm:prSet/>
      <dgm:spPr/>
      <dgm:t>
        <a:bodyPr/>
        <a:lstStyle/>
        <a:p>
          <a:r>
            <a:rPr lang="uk-UA" b="0" i="0"/>
            <a:t>існування Української Народної Республіки за часів Центральної Ради та Директорії</a:t>
          </a:r>
          <a:endParaRPr lang="uk-UA"/>
        </a:p>
      </dgm:t>
    </dgm:pt>
    <dgm:pt modelId="{3213B567-F4BF-465A-9E3B-0789DD97586E}" type="parTrans" cxnId="{B8BF24C3-8677-4F65-8AC5-DDC17329CAD9}">
      <dgm:prSet/>
      <dgm:spPr/>
      <dgm:t>
        <a:bodyPr/>
        <a:lstStyle/>
        <a:p>
          <a:endParaRPr lang="uk-UA"/>
        </a:p>
      </dgm:t>
    </dgm:pt>
    <dgm:pt modelId="{648A5AC9-BE82-4645-B311-C120206E218C}" type="sibTrans" cxnId="{B8BF24C3-8677-4F65-8AC5-DDC17329CAD9}">
      <dgm:prSet/>
      <dgm:spPr/>
      <dgm:t>
        <a:bodyPr/>
        <a:lstStyle/>
        <a:p>
          <a:endParaRPr lang="uk-UA"/>
        </a:p>
      </dgm:t>
    </dgm:pt>
    <dgm:pt modelId="{3DA695F9-0488-4578-9C14-7EBBE84D5577}" type="pres">
      <dgm:prSet presAssocID="{897E0A39-7BC0-446A-94AE-2B76B04B57AE}" presName="linear" presStyleCnt="0">
        <dgm:presLayoutVars>
          <dgm:animLvl val="lvl"/>
          <dgm:resizeHandles val="exact"/>
        </dgm:presLayoutVars>
      </dgm:prSet>
      <dgm:spPr/>
    </dgm:pt>
    <dgm:pt modelId="{31D0E4A7-1D97-449F-986D-1FB32AC6983D}" type="pres">
      <dgm:prSet presAssocID="{11205F86-3DEA-403B-934E-04D5897EB7E9}" presName="parentText" presStyleLbl="node1" presStyleIdx="0" presStyleCnt="4">
        <dgm:presLayoutVars>
          <dgm:chMax val="0"/>
          <dgm:bulletEnabled val="1"/>
        </dgm:presLayoutVars>
      </dgm:prSet>
      <dgm:spPr/>
    </dgm:pt>
    <dgm:pt modelId="{62291525-4294-4FF8-A835-BDD0E9FD5ADE}" type="pres">
      <dgm:prSet presAssocID="{20BB8F89-598C-45F0-8427-C30250B11992}" presName="spacer" presStyleCnt="0"/>
      <dgm:spPr/>
    </dgm:pt>
    <dgm:pt modelId="{D22EB14F-2172-4F1B-83BE-9C81425DE373}" type="pres">
      <dgm:prSet presAssocID="{E883FA69-898B-4311-AEA6-72DC93DE0E7A}" presName="parentText" presStyleLbl="node1" presStyleIdx="1" presStyleCnt="4">
        <dgm:presLayoutVars>
          <dgm:chMax val="0"/>
          <dgm:bulletEnabled val="1"/>
        </dgm:presLayoutVars>
      </dgm:prSet>
      <dgm:spPr/>
    </dgm:pt>
    <dgm:pt modelId="{875F2243-7E6D-464D-AE67-2BD70F5F181F}" type="pres">
      <dgm:prSet presAssocID="{353E243E-72B4-4898-9DFD-5B7DBE1A1FF6}" presName="spacer" presStyleCnt="0"/>
      <dgm:spPr/>
    </dgm:pt>
    <dgm:pt modelId="{29801084-AC12-4C9F-8462-0F50D66BF977}" type="pres">
      <dgm:prSet presAssocID="{A52C3DF8-CD41-4045-A727-5AA1247DEF54}" presName="parentText" presStyleLbl="node1" presStyleIdx="2" presStyleCnt="4">
        <dgm:presLayoutVars>
          <dgm:chMax val="0"/>
          <dgm:bulletEnabled val="1"/>
        </dgm:presLayoutVars>
      </dgm:prSet>
      <dgm:spPr/>
    </dgm:pt>
    <dgm:pt modelId="{076F417C-F616-484D-96D2-D2C3E5C66FD1}" type="pres">
      <dgm:prSet presAssocID="{3A665E32-6EC7-436E-B7A0-58A4DEB13465}" presName="spacer" presStyleCnt="0"/>
      <dgm:spPr/>
    </dgm:pt>
    <dgm:pt modelId="{3CA8782F-5542-43BA-803B-40094438AFFB}" type="pres">
      <dgm:prSet presAssocID="{D3803CC7-151E-4505-ADD3-60AD4FFBD2A1}" presName="parentText" presStyleLbl="node1" presStyleIdx="3" presStyleCnt="4">
        <dgm:presLayoutVars>
          <dgm:chMax val="0"/>
          <dgm:bulletEnabled val="1"/>
        </dgm:presLayoutVars>
      </dgm:prSet>
      <dgm:spPr/>
    </dgm:pt>
  </dgm:ptLst>
  <dgm:cxnLst>
    <dgm:cxn modelId="{80F9C01C-168E-464A-AEA6-48F39E6995C7}" type="presOf" srcId="{897E0A39-7BC0-446A-94AE-2B76B04B57AE}" destId="{3DA695F9-0488-4578-9C14-7EBBE84D5577}" srcOrd="0" destOrd="0" presId="urn:microsoft.com/office/officeart/2005/8/layout/vList2"/>
    <dgm:cxn modelId="{A00E0840-ED79-4534-BC02-40D38CE86F13}" type="presOf" srcId="{A52C3DF8-CD41-4045-A727-5AA1247DEF54}" destId="{29801084-AC12-4C9F-8462-0F50D66BF977}" srcOrd="0" destOrd="0" presId="urn:microsoft.com/office/officeart/2005/8/layout/vList2"/>
    <dgm:cxn modelId="{07AF6B5A-6506-418A-8751-CC1C5C8A4A3E}" srcId="{897E0A39-7BC0-446A-94AE-2B76B04B57AE}" destId="{A52C3DF8-CD41-4045-A727-5AA1247DEF54}" srcOrd="2" destOrd="0" parTransId="{7816E16D-3462-46C6-BF19-21E09D73CB1A}" sibTransId="{3A665E32-6EC7-436E-B7A0-58A4DEB13465}"/>
    <dgm:cxn modelId="{51540F7F-BB15-4246-872B-A4AC4D81493B}" type="presOf" srcId="{E883FA69-898B-4311-AEA6-72DC93DE0E7A}" destId="{D22EB14F-2172-4F1B-83BE-9C81425DE373}" srcOrd="0" destOrd="0" presId="urn:microsoft.com/office/officeart/2005/8/layout/vList2"/>
    <dgm:cxn modelId="{CEDED287-D388-4824-8BB8-E41CF0DAA0F8}" type="presOf" srcId="{11205F86-3DEA-403B-934E-04D5897EB7E9}" destId="{31D0E4A7-1D97-449F-986D-1FB32AC6983D}" srcOrd="0" destOrd="0" presId="urn:microsoft.com/office/officeart/2005/8/layout/vList2"/>
    <dgm:cxn modelId="{7C23BFB2-4603-4363-8378-4643468365A0}" srcId="{897E0A39-7BC0-446A-94AE-2B76B04B57AE}" destId="{11205F86-3DEA-403B-934E-04D5897EB7E9}" srcOrd="0" destOrd="0" parTransId="{97255B0A-975C-4160-9657-17C5BBA9FFA4}" sibTransId="{20BB8F89-598C-45F0-8427-C30250B11992}"/>
    <dgm:cxn modelId="{B8BF24C3-8677-4F65-8AC5-DDC17329CAD9}" srcId="{897E0A39-7BC0-446A-94AE-2B76B04B57AE}" destId="{D3803CC7-151E-4505-ADD3-60AD4FFBD2A1}" srcOrd="3" destOrd="0" parTransId="{3213B567-F4BF-465A-9E3B-0789DD97586E}" sibTransId="{648A5AC9-BE82-4645-B311-C120206E218C}"/>
    <dgm:cxn modelId="{B273F3D0-D555-4C59-B08B-78A5DE6B5C0B}" type="presOf" srcId="{D3803CC7-151E-4505-ADD3-60AD4FFBD2A1}" destId="{3CA8782F-5542-43BA-803B-40094438AFFB}" srcOrd="0" destOrd="0" presId="urn:microsoft.com/office/officeart/2005/8/layout/vList2"/>
    <dgm:cxn modelId="{1EF82BE0-DEE8-48BE-B87A-DC86411881A3}" srcId="{897E0A39-7BC0-446A-94AE-2B76B04B57AE}" destId="{E883FA69-898B-4311-AEA6-72DC93DE0E7A}" srcOrd="1" destOrd="0" parTransId="{8FD715FC-272A-46EF-98E7-BB3AC21B9594}" sibTransId="{353E243E-72B4-4898-9DFD-5B7DBE1A1FF6}"/>
    <dgm:cxn modelId="{DEC5A0C5-7CF6-4D0A-BB7A-4D928D54A8BE}" type="presParOf" srcId="{3DA695F9-0488-4578-9C14-7EBBE84D5577}" destId="{31D0E4A7-1D97-449F-986D-1FB32AC6983D}" srcOrd="0" destOrd="0" presId="urn:microsoft.com/office/officeart/2005/8/layout/vList2"/>
    <dgm:cxn modelId="{5A5F6BCA-9188-4101-AD58-EE8A649BFB86}" type="presParOf" srcId="{3DA695F9-0488-4578-9C14-7EBBE84D5577}" destId="{62291525-4294-4FF8-A835-BDD0E9FD5ADE}" srcOrd="1" destOrd="0" presId="urn:microsoft.com/office/officeart/2005/8/layout/vList2"/>
    <dgm:cxn modelId="{82198952-692B-44A7-8BD9-793DD282B9D6}" type="presParOf" srcId="{3DA695F9-0488-4578-9C14-7EBBE84D5577}" destId="{D22EB14F-2172-4F1B-83BE-9C81425DE373}" srcOrd="2" destOrd="0" presId="urn:microsoft.com/office/officeart/2005/8/layout/vList2"/>
    <dgm:cxn modelId="{1AB18B45-F3A2-4C8A-AF72-771F957A8070}" type="presParOf" srcId="{3DA695F9-0488-4578-9C14-7EBBE84D5577}" destId="{875F2243-7E6D-464D-AE67-2BD70F5F181F}" srcOrd="3" destOrd="0" presId="urn:microsoft.com/office/officeart/2005/8/layout/vList2"/>
    <dgm:cxn modelId="{15F408A5-C6D0-45FF-A190-85FA1562F030}" type="presParOf" srcId="{3DA695F9-0488-4578-9C14-7EBBE84D5577}" destId="{29801084-AC12-4C9F-8462-0F50D66BF977}" srcOrd="4" destOrd="0" presId="urn:microsoft.com/office/officeart/2005/8/layout/vList2"/>
    <dgm:cxn modelId="{3CC27B92-5227-4959-AA5E-A1EF181C2634}" type="presParOf" srcId="{3DA695F9-0488-4578-9C14-7EBBE84D5577}" destId="{076F417C-F616-484D-96D2-D2C3E5C66FD1}" srcOrd="5" destOrd="0" presId="urn:microsoft.com/office/officeart/2005/8/layout/vList2"/>
    <dgm:cxn modelId="{043D9D28-E94F-433A-8100-3427814D6926}" type="presParOf" srcId="{3DA695F9-0488-4578-9C14-7EBBE84D5577}" destId="{3CA8782F-5542-43BA-803B-40094438AFF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F4E1CBC-C6C0-4A76-98F3-443A0511A46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uk-UA"/>
        </a:p>
      </dgm:t>
    </dgm:pt>
    <dgm:pt modelId="{DADE00AC-C4D7-42E9-A494-3B42BD6C9EE3}">
      <dgm:prSet/>
      <dgm:spPr/>
      <dgm:t>
        <a:bodyPr/>
        <a:lstStyle/>
        <a:p>
          <a:r>
            <a:rPr lang="uk-UA" b="0" i="0"/>
            <a:t>проголошення Акта Злуки Української Народної Республіки та Західноукраїнської Народної Республіки</a:t>
          </a:r>
          <a:endParaRPr lang="uk-UA"/>
        </a:p>
      </dgm:t>
    </dgm:pt>
    <dgm:pt modelId="{E220FF58-2CFB-47E8-B00C-CFD65FB752F4}" type="parTrans" cxnId="{E40C7FDE-632F-420F-BBC9-106273567FD5}">
      <dgm:prSet/>
      <dgm:spPr/>
      <dgm:t>
        <a:bodyPr/>
        <a:lstStyle/>
        <a:p>
          <a:endParaRPr lang="uk-UA"/>
        </a:p>
      </dgm:t>
    </dgm:pt>
    <dgm:pt modelId="{43729096-A1B9-48AE-A83F-47B788A8B810}" type="sibTrans" cxnId="{E40C7FDE-632F-420F-BBC9-106273567FD5}">
      <dgm:prSet/>
      <dgm:spPr/>
      <dgm:t>
        <a:bodyPr/>
        <a:lstStyle/>
        <a:p>
          <a:endParaRPr lang="uk-UA"/>
        </a:p>
      </dgm:t>
    </dgm:pt>
    <dgm:pt modelId="{FBDB2150-0664-4240-8EE7-8FDA86CE7A3B}">
      <dgm:prSet/>
      <dgm:spPr/>
      <dgm:t>
        <a:bodyPr/>
        <a:lstStyle/>
        <a:p>
          <a:r>
            <a:rPr lang="uk-UA" b="1" i="0" dirty="0" err="1"/>
            <a:t>Б</a:t>
          </a:r>
          <a:r>
            <a:rPr lang="uk-UA" b="0" i="0" dirty="0" err="1"/>
            <a:t>проголошення</a:t>
          </a:r>
          <a:r>
            <a:rPr lang="uk-UA" b="0" i="0" dirty="0"/>
            <a:t> Українською Центральною Радою Української Народної Республіки</a:t>
          </a:r>
          <a:endParaRPr lang="uk-UA" dirty="0"/>
        </a:p>
      </dgm:t>
    </dgm:pt>
    <dgm:pt modelId="{9F55DB53-7873-4D63-B950-8B9B8E43D0D3}" type="parTrans" cxnId="{193FC746-41CE-4D6D-86F7-5D3DDD7E128C}">
      <dgm:prSet/>
      <dgm:spPr/>
      <dgm:t>
        <a:bodyPr/>
        <a:lstStyle/>
        <a:p>
          <a:endParaRPr lang="uk-UA"/>
        </a:p>
      </dgm:t>
    </dgm:pt>
    <dgm:pt modelId="{B4488C9B-3AD2-4712-98BE-F83CEAEC9CA7}" type="sibTrans" cxnId="{193FC746-41CE-4D6D-86F7-5D3DDD7E128C}">
      <dgm:prSet/>
      <dgm:spPr/>
      <dgm:t>
        <a:bodyPr/>
        <a:lstStyle/>
        <a:p>
          <a:endParaRPr lang="uk-UA"/>
        </a:p>
      </dgm:t>
    </dgm:pt>
    <dgm:pt modelId="{C5B334D6-1B58-4BC8-AC19-2C1F44EF3C27}" type="pres">
      <dgm:prSet presAssocID="{4F4E1CBC-C6C0-4A76-98F3-443A0511A468}" presName="linearFlow" presStyleCnt="0">
        <dgm:presLayoutVars>
          <dgm:dir/>
          <dgm:resizeHandles val="exact"/>
        </dgm:presLayoutVars>
      </dgm:prSet>
      <dgm:spPr/>
    </dgm:pt>
    <dgm:pt modelId="{7EFF5124-76B3-46F1-89D4-AF16939135F3}" type="pres">
      <dgm:prSet presAssocID="{DADE00AC-C4D7-42E9-A494-3B42BD6C9EE3}" presName="composite" presStyleCnt="0"/>
      <dgm:spPr/>
    </dgm:pt>
    <dgm:pt modelId="{0C0DD0B3-F5B0-421F-AB06-90E814123F8B}" type="pres">
      <dgm:prSet presAssocID="{DADE00AC-C4D7-42E9-A494-3B42BD6C9EE3}" presName="imgShp" presStyleLbl="fgImgPlace1" presStyleIdx="0" presStyleCnt="2"/>
      <dgm:spPr/>
    </dgm:pt>
    <dgm:pt modelId="{A1A4BFC6-8AC5-448B-A6EE-95B4914A4438}" type="pres">
      <dgm:prSet presAssocID="{DADE00AC-C4D7-42E9-A494-3B42BD6C9EE3}" presName="txShp" presStyleLbl="node1" presStyleIdx="0" presStyleCnt="2">
        <dgm:presLayoutVars>
          <dgm:bulletEnabled val="1"/>
        </dgm:presLayoutVars>
      </dgm:prSet>
      <dgm:spPr/>
    </dgm:pt>
    <dgm:pt modelId="{1ACF1FF0-71E2-4466-85C2-8B353E444104}" type="pres">
      <dgm:prSet presAssocID="{43729096-A1B9-48AE-A83F-47B788A8B810}" presName="spacing" presStyleCnt="0"/>
      <dgm:spPr/>
    </dgm:pt>
    <dgm:pt modelId="{5F28E11F-76E5-4F9F-A5DD-52FEE1B8DC73}" type="pres">
      <dgm:prSet presAssocID="{FBDB2150-0664-4240-8EE7-8FDA86CE7A3B}" presName="composite" presStyleCnt="0"/>
      <dgm:spPr/>
    </dgm:pt>
    <dgm:pt modelId="{0FF5F4A8-4338-4CA0-94CC-C2135B0D126F}" type="pres">
      <dgm:prSet presAssocID="{FBDB2150-0664-4240-8EE7-8FDA86CE7A3B}" presName="imgShp" presStyleLbl="fgImgPlace1" presStyleIdx="1" presStyleCnt="2"/>
      <dgm:spPr/>
    </dgm:pt>
    <dgm:pt modelId="{B98003EA-F171-4A41-A5BA-63C3F857C59D}" type="pres">
      <dgm:prSet presAssocID="{FBDB2150-0664-4240-8EE7-8FDA86CE7A3B}" presName="txShp" presStyleLbl="node1" presStyleIdx="1" presStyleCnt="2">
        <dgm:presLayoutVars>
          <dgm:bulletEnabled val="1"/>
        </dgm:presLayoutVars>
      </dgm:prSet>
      <dgm:spPr/>
    </dgm:pt>
  </dgm:ptLst>
  <dgm:cxnLst>
    <dgm:cxn modelId="{193FC746-41CE-4D6D-86F7-5D3DDD7E128C}" srcId="{4F4E1CBC-C6C0-4A76-98F3-443A0511A468}" destId="{FBDB2150-0664-4240-8EE7-8FDA86CE7A3B}" srcOrd="1" destOrd="0" parTransId="{9F55DB53-7873-4D63-B950-8B9B8E43D0D3}" sibTransId="{B4488C9B-3AD2-4712-98BE-F83CEAEC9CA7}"/>
    <dgm:cxn modelId="{5C46BC51-D041-4D18-9922-C58195521BF9}" type="presOf" srcId="{DADE00AC-C4D7-42E9-A494-3B42BD6C9EE3}" destId="{A1A4BFC6-8AC5-448B-A6EE-95B4914A4438}" srcOrd="0" destOrd="0" presId="urn:microsoft.com/office/officeart/2005/8/layout/vList3"/>
    <dgm:cxn modelId="{21074F55-8A28-433B-AD16-D0864CDD5FCF}" type="presOf" srcId="{FBDB2150-0664-4240-8EE7-8FDA86CE7A3B}" destId="{B98003EA-F171-4A41-A5BA-63C3F857C59D}" srcOrd="0" destOrd="0" presId="urn:microsoft.com/office/officeart/2005/8/layout/vList3"/>
    <dgm:cxn modelId="{32E95CDB-D61F-49A7-8C8C-3EF9DD9CE4AD}" type="presOf" srcId="{4F4E1CBC-C6C0-4A76-98F3-443A0511A468}" destId="{C5B334D6-1B58-4BC8-AC19-2C1F44EF3C27}" srcOrd="0" destOrd="0" presId="urn:microsoft.com/office/officeart/2005/8/layout/vList3"/>
    <dgm:cxn modelId="{E40C7FDE-632F-420F-BBC9-106273567FD5}" srcId="{4F4E1CBC-C6C0-4A76-98F3-443A0511A468}" destId="{DADE00AC-C4D7-42E9-A494-3B42BD6C9EE3}" srcOrd="0" destOrd="0" parTransId="{E220FF58-2CFB-47E8-B00C-CFD65FB752F4}" sibTransId="{43729096-A1B9-48AE-A83F-47B788A8B810}"/>
    <dgm:cxn modelId="{F57A0142-604C-4627-8F56-D29F36E7E980}" type="presParOf" srcId="{C5B334D6-1B58-4BC8-AC19-2C1F44EF3C27}" destId="{7EFF5124-76B3-46F1-89D4-AF16939135F3}" srcOrd="0" destOrd="0" presId="urn:microsoft.com/office/officeart/2005/8/layout/vList3"/>
    <dgm:cxn modelId="{069D2E3E-BBF9-46C4-A5AE-7369F16F2DA1}" type="presParOf" srcId="{7EFF5124-76B3-46F1-89D4-AF16939135F3}" destId="{0C0DD0B3-F5B0-421F-AB06-90E814123F8B}" srcOrd="0" destOrd="0" presId="urn:microsoft.com/office/officeart/2005/8/layout/vList3"/>
    <dgm:cxn modelId="{5F8BAB83-621A-47A7-86C9-C81EE4466192}" type="presParOf" srcId="{7EFF5124-76B3-46F1-89D4-AF16939135F3}" destId="{A1A4BFC6-8AC5-448B-A6EE-95B4914A4438}" srcOrd="1" destOrd="0" presId="urn:microsoft.com/office/officeart/2005/8/layout/vList3"/>
    <dgm:cxn modelId="{0DA5CD02-0EF3-4FBD-B5C9-98E7E1B7FA41}" type="presParOf" srcId="{C5B334D6-1B58-4BC8-AC19-2C1F44EF3C27}" destId="{1ACF1FF0-71E2-4466-85C2-8B353E444104}" srcOrd="1" destOrd="0" presId="urn:microsoft.com/office/officeart/2005/8/layout/vList3"/>
    <dgm:cxn modelId="{3BD53339-2C76-477D-A055-072F2E4757C4}" type="presParOf" srcId="{C5B334D6-1B58-4BC8-AC19-2C1F44EF3C27}" destId="{5F28E11F-76E5-4F9F-A5DD-52FEE1B8DC73}" srcOrd="2" destOrd="0" presId="urn:microsoft.com/office/officeart/2005/8/layout/vList3"/>
    <dgm:cxn modelId="{3012DCF1-3E68-4856-8E6D-E8E94B23FBA2}" type="presParOf" srcId="{5F28E11F-76E5-4F9F-A5DD-52FEE1B8DC73}" destId="{0FF5F4A8-4338-4CA0-94CC-C2135B0D126F}" srcOrd="0" destOrd="0" presId="urn:microsoft.com/office/officeart/2005/8/layout/vList3"/>
    <dgm:cxn modelId="{ECC8FAD0-BE8C-4288-ABED-4002F9C79CDA}" type="presParOf" srcId="{5F28E11F-76E5-4F9F-A5DD-52FEE1B8DC73}" destId="{B98003EA-F171-4A41-A5BA-63C3F857C59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E1E9E91-D846-406E-9A48-344CC6CA9BA4}"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62A90C49-E4D9-45FC-ADB8-29F5DEB097E1}">
      <dgm:prSet/>
      <dgm:spPr/>
      <dgm:t>
        <a:bodyPr/>
        <a:lstStyle/>
        <a:p>
          <a:r>
            <a:rPr lang="uk-UA" b="0" i="0"/>
            <a:t>затвердження Українською Центральною Радою Конституції Української Народної Республіки</a:t>
          </a:r>
          <a:endParaRPr lang="uk-UA"/>
        </a:p>
      </dgm:t>
    </dgm:pt>
    <dgm:pt modelId="{961F3444-847E-4E4F-8DA8-B3475A7AEE34}" type="parTrans" cxnId="{1F3D83B2-9D2B-4DB3-A7CE-B6460095B055}">
      <dgm:prSet/>
      <dgm:spPr/>
      <dgm:t>
        <a:bodyPr/>
        <a:lstStyle/>
        <a:p>
          <a:endParaRPr lang="uk-UA"/>
        </a:p>
      </dgm:t>
    </dgm:pt>
    <dgm:pt modelId="{F204FB7F-BBBB-46B6-857B-4E90C805E7CE}" type="sibTrans" cxnId="{1F3D83B2-9D2B-4DB3-A7CE-B6460095B055}">
      <dgm:prSet/>
      <dgm:spPr/>
      <dgm:t>
        <a:bodyPr/>
        <a:lstStyle/>
        <a:p>
          <a:endParaRPr lang="uk-UA"/>
        </a:p>
      </dgm:t>
    </dgm:pt>
    <dgm:pt modelId="{6A65F33F-4580-46C0-ACFD-9558E42322A9}">
      <dgm:prSet/>
      <dgm:spPr/>
      <dgm:t>
        <a:bodyPr/>
        <a:lstStyle/>
        <a:p>
          <a:r>
            <a:rPr lang="uk-UA" b="1" i="0"/>
            <a:t>Г</a:t>
          </a:r>
          <a:r>
            <a:rPr lang="uk-UA" b="0" i="0"/>
            <a:t>проголошення радянської влади в Україні Всеукраїнським з’їздом рад у Харкові</a:t>
          </a:r>
          <a:endParaRPr lang="uk-UA"/>
        </a:p>
      </dgm:t>
    </dgm:pt>
    <dgm:pt modelId="{97052801-19FF-46E8-8126-9C56D1CACDC7}" type="parTrans" cxnId="{262A638B-2EAA-40C4-8586-6A9BBBCDADF8}">
      <dgm:prSet/>
      <dgm:spPr/>
      <dgm:t>
        <a:bodyPr/>
        <a:lstStyle/>
        <a:p>
          <a:endParaRPr lang="uk-UA"/>
        </a:p>
      </dgm:t>
    </dgm:pt>
    <dgm:pt modelId="{55102AF4-D2DA-4970-B365-5360176462F5}" type="sibTrans" cxnId="{262A638B-2EAA-40C4-8586-6A9BBBCDADF8}">
      <dgm:prSet/>
      <dgm:spPr/>
      <dgm:t>
        <a:bodyPr/>
        <a:lstStyle/>
        <a:p>
          <a:endParaRPr lang="uk-UA"/>
        </a:p>
      </dgm:t>
    </dgm:pt>
    <dgm:pt modelId="{A35D3EE6-9003-459D-8B00-2EEF2935DC35}" type="pres">
      <dgm:prSet presAssocID="{DE1E9E91-D846-406E-9A48-344CC6CA9BA4}" presName="linearFlow" presStyleCnt="0">
        <dgm:presLayoutVars>
          <dgm:dir/>
          <dgm:resizeHandles val="exact"/>
        </dgm:presLayoutVars>
      </dgm:prSet>
      <dgm:spPr/>
    </dgm:pt>
    <dgm:pt modelId="{55D83B7E-8B6D-45C2-A09F-9015EEBFE5B1}" type="pres">
      <dgm:prSet presAssocID="{62A90C49-E4D9-45FC-ADB8-29F5DEB097E1}" presName="composite" presStyleCnt="0"/>
      <dgm:spPr/>
    </dgm:pt>
    <dgm:pt modelId="{DCC3465F-0469-496A-997E-DF0ADCD61ED2}" type="pres">
      <dgm:prSet presAssocID="{62A90C49-E4D9-45FC-ADB8-29F5DEB097E1}" presName="imgShp" presStyleLbl="fgImgPlace1" presStyleIdx="0" presStyleCnt="2"/>
      <dgm:spPr/>
    </dgm:pt>
    <dgm:pt modelId="{37BEDEE6-BDC4-4EDB-9429-F0B588FA7269}" type="pres">
      <dgm:prSet presAssocID="{62A90C49-E4D9-45FC-ADB8-29F5DEB097E1}" presName="txShp" presStyleLbl="node1" presStyleIdx="0" presStyleCnt="2">
        <dgm:presLayoutVars>
          <dgm:bulletEnabled val="1"/>
        </dgm:presLayoutVars>
      </dgm:prSet>
      <dgm:spPr/>
    </dgm:pt>
    <dgm:pt modelId="{F74CA0A9-2768-4AC6-84FA-54C8D6A8022E}" type="pres">
      <dgm:prSet presAssocID="{F204FB7F-BBBB-46B6-857B-4E90C805E7CE}" presName="spacing" presStyleCnt="0"/>
      <dgm:spPr/>
    </dgm:pt>
    <dgm:pt modelId="{713F3723-24A6-490E-9C60-795DDCC7FA93}" type="pres">
      <dgm:prSet presAssocID="{6A65F33F-4580-46C0-ACFD-9558E42322A9}" presName="composite" presStyleCnt="0"/>
      <dgm:spPr/>
    </dgm:pt>
    <dgm:pt modelId="{2595E2B6-A7CB-4886-A586-9EED5AAE54D9}" type="pres">
      <dgm:prSet presAssocID="{6A65F33F-4580-46C0-ACFD-9558E42322A9}" presName="imgShp" presStyleLbl="fgImgPlace1" presStyleIdx="1" presStyleCnt="2"/>
      <dgm:spPr/>
    </dgm:pt>
    <dgm:pt modelId="{276EE694-C39C-4F5B-AD8C-B95163970D90}" type="pres">
      <dgm:prSet presAssocID="{6A65F33F-4580-46C0-ACFD-9558E42322A9}" presName="txShp" presStyleLbl="node1" presStyleIdx="1" presStyleCnt="2">
        <dgm:presLayoutVars>
          <dgm:bulletEnabled val="1"/>
        </dgm:presLayoutVars>
      </dgm:prSet>
      <dgm:spPr/>
    </dgm:pt>
  </dgm:ptLst>
  <dgm:cxnLst>
    <dgm:cxn modelId="{D9729553-8EAD-4BCD-B29A-95280E8DF732}" type="presOf" srcId="{62A90C49-E4D9-45FC-ADB8-29F5DEB097E1}" destId="{37BEDEE6-BDC4-4EDB-9429-F0B588FA7269}" srcOrd="0" destOrd="0" presId="urn:microsoft.com/office/officeart/2005/8/layout/vList3"/>
    <dgm:cxn modelId="{E1749979-9D66-4B7E-AA56-1A305CC2F0ED}" type="presOf" srcId="{DE1E9E91-D846-406E-9A48-344CC6CA9BA4}" destId="{A35D3EE6-9003-459D-8B00-2EEF2935DC35}" srcOrd="0" destOrd="0" presId="urn:microsoft.com/office/officeart/2005/8/layout/vList3"/>
    <dgm:cxn modelId="{262A638B-2EAA-40C4-8586-6A9BBBCDADF8}" srcId="{DE1E9E91-D846-406E-9A48-344CC6CA9BA4}" destId="{6A65F33F-4580-46C0-ACFD-9558E42322A9}" srcOrd="1" destOrd="0" parTransId="{97052801-19FF-46E8-8126-9C56D1CACDC7}" sibTransId="{55102AF4-D2DA-4970-B365-5360176462F5}"/>
    <dgm:cxn modelId="{1F3D83B2-9D2B-4DB3-A7CE-B6460095B055}" srcId="{DE1E9E91-D846-406E-9A48-344CC6CA9BA4}" destId="{62A90C49-E4D9-45FC-ADB8-29F5DEB097E1}" srcOrd="0" destOrd="0" parTransId="{961F3444-847E-4E4F-8DA8-B3475A7AEE34}" sibTransId="{F204FB7F-BBBB-46B6-857B-4E90C805E7CE}"/>
    <dgm:cxn modelId="{393B5FD5-F7BD-4F9A-88F7-B0694FF9847C}" type="presOf" srcId="{6A65F33F-4580-46C0-ACFD-9558E42322A9}" destId="{276EE694-C39C-4F5B-AD8C-B95163970D90}" srcOrd="0" destOrd="0" presId="urn:microsoft.com/office/officeart/2005/8/layout/vList3"/>
    <dgm:cxn modelId="{089CAD77-409D-4C65-A967-2BB4685F2522}" type="presParOf" srcId="{A35D3EE6-9003-459D-8B00-2EEF2935DC35}" destId="{55D83B7E-8B6D-45C2-A09F-9015EEBFE5B1}" srcOrd="0" destOrd="0" presId="urn:microsoft.com/office/officeart/2005/8/layout/vList3"/>
    <dgm:cxn modelId="{1A7D7342-BA15-4439-AB9B-1BB50EEA2AF8}" type="presParOf" srcId="{55D83B7E-8B6D-45C2-A09F-9015EEBFE5B1}" destId="{DCC3465F-0469-496A-997E-DF0ADCD61ED2}" srcOrd="0" destOrd="0" presId="urn:microsoft.com/office/officeart/2005/8/layout/vList3"/>
    <dgm:cxn modelId="{F1D2DD9B-6C5C-4024-A515-6E05E8B2B40F}" type="presParOf" srcId="{55D83B7E-8B6D-45C2-A09F-9015EEBFE5B1}" destId="{37BEDEE6-BDC4-4EDB-9429-F0B588FA7269}" srcOrd="1" destOrd="0" presId="urn:microsoft.com/office/officeart/2005/8/layout/vList3"/>
    <dgm:cxn modelId="{2FF20C93-ACFF-4FC0-BF52-743420FAF3BC}" type="presParOf" srcId="{A35D3EE6-9003-459D-8B00-2EEF2935DC35}" destId="{F74CA0A9-2768-4AC6-84FA-54C8D6A8022E}" srcOrd="1" destOrd="0" presId="urn:microsoft.com/office/officeart/2005/8/layout/vList3"/>
    <dgm:cxn modelId="{4E74A0F4-CFAF-4D1F-A14B-1DCD78FE3B44}" type="presParOf" srcId="{A35D3EE6-9003-459D-8B00-2EEF2935DC35}" destId="{713F3723-24A6-490E-9C60-795DDCC7FA93}" srcOrd="2" destOrd="0" presId="urn:microsoft.com/office/officeart/2005/8/layout/vList3"/>
    <dgm:cxn modelId="{089EDA6C-8411-415B-B360-A6CD54C27D2A}" type="presParOf" srcId="{713F3723-24A6-490E-9C60-795DDCC7FA93}" destId="{2595E2B6-A7CB-4886-A586-9EED5AAE54D9}" srcOrd="0" destOrd="0" presId="urn:microsoft.com/office/officeart/2005/8/layout/vList3"/>
    <dgm:cxn modelId="{315B73F4-F81E-4F3A-94FB-C29DA28A11BC}" type="presParOf" srcId="{713F3723-24A6-490E-9C60-795DDCC7FA93}" destId="{276EE694-C39C-4F5B-AD8C-B95163970D90}"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35F09AC-DEC0-4EC1-BA92-2A79629BD8A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AC20DBB-1766-4F17-8009-5BAC5D1A7A08}">
      <dgm:prSet/>
      <dgm:spPr/>
      <dgm:t>
        <a:bodyPr/>
        <a:lstStyle/>
        <a:p>
          <a:r>
            <a:rPr lang="ru-RU" b="0" i="0"/>
            <a:t>Другий зимовий похід Армії УНР.</a:t>
          </a:r>
          <a:endParaRPr lang="uk-UA"/>
        </a:p>
      </dgm:t>
    </dgm:pt>
    <dgm:pt modelId="{60C5CC66-DAD5-4D65-8610-5E8CD01EC890}" type="parTrans" cxnId="{4B905DAE-62FD-47A0-966E-DB9F2C185B14}">
      <dgm:prSet/>
      <dgm:spPr/>
      <dgm:t>
        <a:bodyPr/>
        <a:lstStyle/>
        <a:p>
          <a:endParaRPr lang="uk-UA"/>
        </a:p>
      </dgm:t>
    </dgm:pt>
    <dgm:pt modelId="{CD2A946D-9FD0-4E2B-B1DA-A7BD6BB5F5CE}" type="sibTrans" cxnId="{4B905DAE-62FD-47A0-966E-DB9F2C185B14}">
      <dgm:prSet/>
      <dgm:spPr/>
      <dgm:t>
        <a:bodyPr/>
        <a:lstStyle/>
        <a:p>
          <a:endParaRPr lang="uk-UA"/>
        </a:p>
      </dgm:t>
    </dgm:pt>
    <dgm:pt modelId="{7B112F8E-277A-400A-A6A7-72F9904F3011}">
      <dgm:prSet/>
      <dgm:spPr/>
      <dgm:t>
        <a:bodyPr/>
        <a:lstStyle/>
        <a:p>
          <a:r>
            <a:rPr lang="ru-RU" b="0" i="0"/>
            <a:t>Прихід до влади гетьмана П. Скоропадського.</a:t>
          </a:r>
          <a:endParaRPr lang="uk-UA"/>
        </a:p>
      </dgm:t>
    </dgm:pt>
    <dgm:pt modelId="{63F82A43-26A5-43B5-BD72-E5BA9F4494A5}" type="parTrans" cxnId="{A323134B-D379-4B29-A044-6E0447D7A0D1}">
      <dgm:prSet/>
      <dgm:spPr/>
      <dgm:t>
        <a:bodyPr/>
        <a:lstStyle/>
        <a:p>
          <a:endParaRPr lang="uk-UA"/>
        </a:p>
      </dgm:t>
    </dgm:pt>
    <dgm:pt modelId="{34D2DF2B-A57C-42D1-95FB-8A90EEC686DC}" type="sibTrans" cxnId="{A323134B-D379-4B29-A044-6E0447D7A0D1}">
      <dgm:prSet/>
      <dgm:spPr/>
      <dgm:t>
        <a:bodyPr/>
        <a:lstStyle/>
        <a:p>
          <a:endParaRPr lang="uk-UA"/>
        </a:p>
      </dgm:t>
    </dgm:pt>
    <dgm:pt modelId="{AD553FAA-3DA3-478D-A187-8F3740F8FE4B}">
      <dgm:prSet/>
      <dgm:spPr/>
      <dgm:t>
        <a:bodyPr/>
        <a:lstStyle/>
        <a:p>
          <a:r>
            <a:rPr lang="ru-RU" b="0" i="0"/>
            <a:t>Брест-Литовський договір між УНР і державами Четверного союзу.</a:t>
          </a:r>
          <a:endParaRPr lang="uk-UA"/>
        </a:p>
      </dgm:t>
    </dgm:pt>
    <dgm:pt modelId="{7E70FE95-7FF9-4B86-B5CD-45C819ABA0E7}" type="parTrans" cxnId="{C1F4636E-F516-4536-8F5C-3AB4EDEB5922}">
      <dgm:prSet/>
      <dgm:spPr/>
      <dgm:t>
        <a:bodyPr/>
        <a:lstStyle/>
        <a:p>
          <a:endParaRPr lang="uk-UA"/>
        </a:p>
      </dgm:t>
    </dgm:pt>
    <dgm:pt modelId="{F7EFC4C0-ACAA-4CBA-B966-FD55A7BF6E4A}" type="sibTrans" cxnId="{C1F4636E-F516-4536-8F5C-3AB4EDEB5922}">
      <dgm:prSet/>
      <dgm:spPr/>
      <dgm:t>
        <a:bodyPr/>
        <a:lstStyle/>
        <a:p>
          <a:endParaRPr lang="uk-UA"/>
        </a:p>
      </dgm:t>
    </dgm:pt>
    <dgm:pt modelId="{682857D6-D697-4596-8E2F-288B751E08AB}">
      <dgm:prSet/>
      <dgm:spPr/>
      <dgm:t>
        <a:bodyPr/>
        <a:lstStyle/>
        <a:p>
          <a:r>
            <a:rPr lang="ru-RU" b="0" i="0"/>
            <a:t>Розгром військ П. Врангеля.</a:t>
          </a:r>
          <a:endParaRPr lang="uk-UA"/>
        </a:p>
      </dgm:t>
    </dgm:pt>
    <dgm:pt modelId="{2CCC2934-6568-477A-BC5F-0EC3B93DCBD5}" type="parTrans" cxnId="{887A064E-9711-4AE7-97E8-26540C63FAC7}">
      <dgm:prSet/>
      <dgm:spPr/>
      <dgm:t>
        <a:bodyPr/>
        <a:lstStyle/>
        <a:p>
          <a:endParaRPr lang="uk-UA"/>
        </a:p>
      </dgm:t>
    </dgm:pt>
    <dgm:pt modelId="{BECFE955-729E-4A8E-9688-B74BE97C655B}" type="sibTrans" cxnId="{887A064E-9711-4AE7-97E8-26540C63FAC7}">
      <dgm:prSet/>
      <dgm:spPr/>
      <dgm:t>
        <a:bodyPr/>
        <a:lstStyle/>
        <a:p>
          <a:endParaRPr lang="uk-UA"/>
        </a:p>
      </dgm:t>
    </dgm:pt>
    <dgm:pt modelId="{201DB15C-4A49-4E51-92F0-613671D7810B}" type="pres">
      <dgm:prSet presAssocID="{635F09AC-DEC0-4EC1-BA92-2A79629BD8AA}" presName="linearFlow" presStyleCnt="0">
        <dgm:presLayoutVars>
          <dgm:dir/>
          <dgm:resizeHandles val="exact"/>
        </dgm:presLayoutVars>
      </dgm:prSet>
      <dgm:spPr/>
    </dgm:pt>
    <dgm:pt modelId="{11F21666-4A4E-487E-B016-731BE8C3D6ED}" type="pres">
      <dgm:prSet presAssocID="{1AC20DBB-1766-4F17-8009-5BAC5D1A7A08}" presName="composite" presStyleCnt="0"/>
      <dgm:spPr/>
    </dgm:pt>
    <dgm:pt modelId="{5AAC19CC-142F-4BB6-B762-BCEC96963239}" type="pres">
      <dgm:prSet presAssocID="{1AC20DBB-1766-4F17-8009-5BAC5D1A7A08}" presName="imgShp" presStyleLbl="fgImgPlace1" presStyleIdx="0" presStyleCnt="4"/>
      <dgm:spPr/>
    </dgm:pt>
    <dgm:pt modelId="{8802FF04-EE27-47F6-9321-A3A1B4F6F612}" type="pres">
      <dgm:prSet presAssocID="{1AC20DBB-1766-4F17-8009-5BAC5D1A7A08}" presName="txShp" presStyleLbl="node1" presStyleIdx="0" presStyleCnt="4">
        <dgm:presLayoutVars>
          <dgm:bulletEnabled val="1"/>
        </dgm:presLayoutVars>
      </dgm:prSet>
      <dgm:spPr/>
    </dgm:pt>
    <dgm:pt modelId="{0EA79CCC-B876-447A-BFB7-B47B02625FAA}" type="pres">
      <dgm:prSet presAssocID="{CD2A946D-9FD0-4E2B-B1DA-A7BD6BB5F5CE}" presName="spacing" presStyleCnt="0"/>
      <dgm:spPr/>
    </dgm:pt>
    <dgm:pt modelId="{9C65C101-AFFD-44A2-BD19-26C5B2747382}" type="pres">
      <dgm:prSet presAssocID="{7B112F8E-277A-400A-A6A7-72F9904F3011}" presName="composite" presStyleCnt="0"/>
      <dgm:spPr/>
    </dgm:pt>
    <dgm:pt modelId="{5BEE7E97-2BD1-4D8B-9CD7-C5616A257EC3}" type="pres">
      <dgm:prSet presAssocID="{7B112F8E-277A-400A-A6A7-72F9904F3011}" presName="imgShp" presStyleLbl="fgImgPlace1" presStyleIdx="1" presStyleCnt="4"/>
      <dgm:spPr/>
    </dgm:pt>
    <dgm:pt modelId="{D536EC03-6D23-4B09-B50F-B53AF68F0A48}" type="pres">
      <dgm:prSet presAssocID="{7B112F8E-277A-400A-A6A7-72F9904F3011}" presName="txShp" presStyleLbl="node1" presStyleIdx="1" presStyleCnt="4">
        <dgm:presLayoutVars>
          <dgm:bulletEnabled val="1"/>
        </dgm:presLayoutVars>
      </dgm:prSet>
      <dgm:spPr/>
    </dgm:pt>
    <dgm:pt modelId="{92B526E0-3CAB-4F99-BBAD-BA4A1CF609F7}" type="pres">
      <dgm:prSet presAssocID="{34D2DF2B-A57C-42D1-95FB-8A90EEC686DC}" presName="spacing" presStyleCnt="0"/>
      <dgm:spPr/>
    </dgm:pt>
    <dgm:pt modelId="{9F090509-9C18-4EAF-9844-6A480830DEEE}" type="pres">
      <dgm:prSet presAssocID="{AD553FAA-3DA3-478D-A187-8F3740F8FE4B}" presName="composite" presStyleCnt="0"/>
      <dgm:spPr/>
    </dgm:pt>
    <dgm:pt modelId="{B691698C-7434-4B15-A1B5-F1B1D8CB39F0}" type="pres">
      <dgm:prSet presAssocID="{AD553FAA-3DA3-478D-A187-8F3740F8FE4B}" presName="imgShp" presStyleLbl="fgImgPlace1" presStyleIdx="2" presStyleCnt="4"/>
      <dgm:spPr/>
    </dgm:pt>
    <dgm:pt modelId="{0FC08501-9A39-471C-8027-DAAD7E58AC2E}" type="pres">
      <dgm:prSet presAssocID="{AD553FAA-3DA3-478D-A187-8F3740F8FE4B}" presName="txShp" presStyleLbl="node1" presStyleIdx="2" presStyleCnt="4">
        <dgm:presLayoutVars>
          <dgm:bulletEnabled val="1"/>
        </dgm:presLayoutVars>
      </dgm:prSet>
      <dgm:spPr/>
    </dgm:pt>
    <dgm:pt modelId="{8A4A43E8-1AC9-4F5C-AB0D-6F9681EA0F69}" type="pres">
      <dgm:prSet presAssocID="{F7EFC4C0-ACAA-4CBA-B966-FD55A7BF6E4A}" presName="spacing" presStyleCnt="0"/>
      <dgm:spPr/>
    </dgm:pt>
    <dgm:pt modelId="{BC028D09-AA88-446E-81B2-079200335612}" type="pres">
      <dgm:prSet presAssocID="{682857D6-D697-4596-8E2F-288B751E08AB}" presName="composite" presStyleCnt="0"/>
      <dgm:spPr/>
    </dgm:pt>
    <dgm:pt modelId="{31C89464-1495-4076-BAFC-B798B673EB77}" type="pres">
      <dgm:prSet presAssocID="{682857D6-D697-4596-8E2F-288B751E08AB}" presName="imgShp" presStyleLbl="fgImgPlace1" presStyleIdx="3" presStyleCnt="4"/>
      <dgm:spPr/>
    </dgm:pt>
    <dgm:pt modelId="{41E3041D-581D-4F2A-8EB9-8D46E0257224}" type="pres">
      <dgm:prSet presAssocID="{682857D6-D697-4596-8E2F-288B751E08AB}" presName="txShp" presStyleLbl="node1" presStyleIdx="3" presStyleCnt="4">
        <dgm:presLayoutVars>
          <dgm:bulletEnabled val="1"/>
        </dgm:presLayoutVars>
      </dgm:prSet>
      <dgm:spPr/>
    </dgm:pt>
  </dgm:ptLst>
  <dgm:cxnLst>
    <dgm:cxn modelId="{CB97A205-7752-42AD-8AA0-C298AD3B4274}" type="presOf" srcId="{AD553FAA-3DA3-478D-A187-8F3740F8FE4B}" destId="{0FC08501-9A39-471C-8027-DAAD7E58AC2E}" srcOrd="0" destOrd="0" presId="urn:microsoft.com/office/officeart/2005/8/layout/vList3"/>
    <dgm:cxn modelId="{074D3E34-A40D-424A-AD3D-653FAC9B80F2}" type="presOf" srcId="{635F09AC-DEC0-4EC1-BA92-2A79629BD8AA}" destId="{201DB15C-4A49-4E51-92F0-613671D7810B}" srcOrd="0" destOrd="0" presId="urn:microsoft.com/office/officeart/2005/8/layout/vList3"/>
    <dgm:cxn modelId="{E7B43461-C055-4A01-8D84-01D6EE26B59C}" type="presOf" srcId="{1AC20DBB-1766-4F17-8009-5BAC5D1A7A08}" destId="{8802FF04-EE27-47F6-9321-A3A1B4F6F612}" srcOrd="0" destOrd="0" presId="urn:microsoft.com/office/officeart/2005/8/layout/vList3"/>
    <dgm:cxn modelId="{A323134B-D379-4B29-A044-6E0447D7A0D1}" srcId="{635F09AC-DEC0-4EC1-BA92-2A79629BD8AA}" destId="{7B112F8E-277A-400A-A6A7-72F9904F3011}" srcOrd="1" destOrd="0" parTransId="{63F82A43-26A5-43B5-BD72-E5BA9F4494A5}" sibTransId="{34D2DF2B-A57C-42D1-95FB-8A90EEC686DC}"/>
    <dgm:cxn modelId="{887A064E-9711-4AE7-97E8-26540C63FAC7}" srcId="{635F09AC-DEC0-4EC1-BA92-2A79629BD8AA}" destId="{682857D6-D697-4596-8E2F-288B751E08AB}" srcOrd="3" destOrd="0" parTransId="{2CCC2934-6568-477A-BC5F-0EC3B93DCBD5}" sibTransId="{BECFE955-729E-4A8E-9688-B74BE97C655B}"/>
    <dgm:cxn modelId="{C1F4636E-F516-4536-8F5C-3AB4EDEB5922}" srcId="{635F09AC-DEC0-4EC1-BA92-2A79629BD8AA}" destId="{AD553FAA-3DA3-478D-A187-8F3740F8FE4B}" srcOrd="2" destOrd="0" parTransId="{7E70FE95-7FF9-4B86-B5CD-45C819ABA0E7}" sibTransId="{F7EFC4C0-ACAA-4CBA-B966-FD55A7BF6E4A}"/>
    <dgm:cxn modelId="{4B905DAE-62FD-47A0-966E-DB9F2C185B14}" srcId="{635F09AC-DEC0-4EC1-BA92-2A79629BD8AA}" destId="{1AC20DBB-1766-4F17-8009-5BAC5D1A7A08}" srcOrd="0" destOrd="0" parTransId="{60C5CC66-DAD5-4D65-8610-5E8CD01EC890}" sibTransId="{CD2A946D-9FD0-4E2B-B1DA-A7BD6BB5F5CE}"/>
    <dgm:cxn modelId="{4B1E9EC3-594B-43C7-AB34-3B7421976607}" type="presOf" srcId="{682857D6-D697-4596-8E2F-288B751E08AB}" destId="{41E3041D-581D-4F2A-8EB9-8D46E0257224}" srcOrd="0" destOrd="0" presId="urn:microsoft.com/office/officeart/2005/8/layout/vList3"/>
    <dgm:cxn modelId="{16F873E5-6081-4905-A8D7-655DC3698409}" type="presOf" srcId="{7B112F8E-277A-400A-A6A7-72F9904F3011}" destId="{D536EC03-6D23-4B09-B50F-B53AF68F0A48}" srcOrd="0" destOrd="0" presId="urn:microsoft.com/office/officeart/2005/8/layout/vList3"/>
    <dgm:cxn modelId="{8FDDC39E-0D54-46C6-AE43-AACB14712EFA}" type="presParOf" srcId="{201DB15C-4A49-4E51-92F0-613671D7810B}" destId="{11F21666-4A4E-487E-B016-731BE8C3D6ED}" srcOrd="0" destOrd="0" presId="urn:microsoft.com/office/officeart/2005/8/layout/vList3"/>
    <dgm:cxn modelId="{95513BBD-8395-4FE1-AEBF-378ECB8970C1}" type="presParOf" srcId="{11F21666-4A4E-487E-B016-731BE8C3D6ED}" destId="{5AAC19CC-142F-4BB6-B762-BCEC96963239}" srcOrd="0" destOrd="0" presId="urn:microsoft.com/office/officeart/2005/8/layout/vList3"/>
    <dgm:cxn modelId="{C839DDD5-3AE5-4864-BD04-200E52E38129}" type="presParOf" srcId="{11F21666-4A4E-487E-B016-731BE8C3D6ED}" destId="{8802FF04-EE27-47F6-9321-A3A1B4F6F612}" srcOrd="1" destOrd="0" presId="urn:microsoft.com/office/officeart/2005/8/layout/vList3"/>
    <dgm:cxn modelId="{9357E1AF-5D1C-4C25-98A3-0193FE18F01C}" type="presParOf" srcId="{201DB15C-4A49-4E51-92F0-613671D7810B}" destId="{0EA79CCC-B876-447A-BFB7-B47B02625FAA}" srcOrd="1" destOrd="0" presId="urn:microsoft.com/office/officeart/2005/8/layout/vList3"/>
    <dgm:cxn modelId="{AABC40B0-942E-4080-A1CD-D31339313280}" type="presParOf" srcId="{201DB15C-4A49-4E51-92F0-613671D7810B}" destId="{9C65C101-AFFD-44A2-BD19-26C5B2747382}" srcOrd="2" destOrd="0" presId="urn:microsoft.com/office/officeart/2005/8/layout/vList3"/>
    <dgm:cxn modelId="{7443A4C0-240C-410F-891B-1F5A5116AC2C}" type="presParOf" srcId="{9C65C101-AFFD-44A2-BD19-26C5B2747382}" destId="{5BEE7E97-2BD1-4D8B-9CD7-C5616A257EC3}" srcOrd="0" destOrd="0" presId="urn:microsoft.com/office/officeart/2005/8/layout/vList3"/>
    <dgm:cxn modelId="{84F7628F-7358-4349-B14E-263E4F2AAD4A}" type="presParOf" srcId="{9C65C101-AFFD-44A2-BD19-26C5B2747382}" destId="{D536EC03-6D23-4B09-B50F-B53AF68F0A48}" srcOrd="1" destOrd="0" presId="urn:microsoft.com/office/officeart/2005/8/layout/vList3"/>
    <dgm:cxn modelId="{31B92FD3-25C5-4174-8EA2-DCA44AC5EC9B}" type="presParOf" srcId="{201DB15C-4A49-4E51-92F0-613671D7810B}" destId="{92B526E0-3CAB-4F99-BBAD-BA4A1CF609F7}" srcOrd="3" destOrd="0" presId="urn:microsoft.com/office/officeart/2005/8/layout/vList3"/>
    <dgm:cxn modelId="{25CEDA51-9CD1-4B2D-A4CE-BDF4A4F8E7EF}" type="presParOf" srcId="{201DB15C-4A49-4E51-92F0-613671D7810B}" destId="{9F090509-9C18-4EAF-9844-6A480830DEEE}" srcOrd="4" destOrd="0" presId="urn:microsoft.com/office/officeart/2005/8/layout/vList3"/>
    <dgm:cxn modelId="{0024E088-0607-4AC2-8692-BE77CDF4FEB1}" type="presParOf" srcId="{9F090509-9C18-4EAF-9844-6A480830DEEE}" destId="{B691698C-7434-4B15-A1B5-F1B1D8CB39F0}" srcOrd="0" destOrd="0" presId="urn:microsoft.com/office/officeart/2005/8/layout/vList3"/>
    <dgm:cxn modelId="{93F12F04-26AD-4F45-A9FF-B3169CC9B714}" type="presParOf" srcId="{9F090509-9C18-4EAF-9844-6A480830DEEE}" destId="{0FC08501-9A39-471C-8027-DAAD7E58AC2E}" srcOrd="1" destOrd="0" presId="urn:microsoft.com/office/officeart/2005/8/layout/vList3"/>
    <dgm:cxn modelId="{776387B4-09D7-43C0-A5B6-D31D576F1CDF}" type="presParOf" srcId="{201DB15C-4A49-4E51-92F0-613671D7810B}" destId="{8A4A43E8-1AC9-4F5C-AB0D-6F9681EA0F69}" srcOrd="5" destOrd="0" presId="urn:microsoft.com/office/officeart/2005/8/layout/vList3"/>
    <dgm:cxn modelId="{C41B422B-BA75-4200-973C-DEC5C2C23620}" type="presParOf" srcId="{201DB15C-4A49-4E51-92F0-613671D7810B}" destId="{BC028D09-AA88-446E-81B2-079200335612}" srcOrd="6" destOrd="0" presId="urn:microsoft.com/office/officeart/2005/8/layout/vList3"/>
    <dgm:cxn modelId="{AC91E623-4D65-4306-8A06-494CA0296CD9}" type="presParOf" srcId="{BC028D09-AA88-446E-81B2-079200335612}" destId="{31C89464-1495-4076-BAFC-B798B673EB77}" srcOrd="0" destOrd="0" presId="urn:microsoft.com/office/officeart/2005/8/layout/vList3"/>
    <dgm:cxn modelId="{69FCDAE6-FC3C-41D1-B23E-B38B9F7D3455}" type="presParOf" srcId="{BC028D09-AA88-446E-81B2-079200335612}" destId="{41E3041D-581D-4F2A-8EB9-8D46E02572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B33439D-391D-4822-AF57-9DB5E521D27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E5201E5-692B-474D-AFB4-E258ABB5D932}">
      <dgm:prSet/>
      <dgm:spPr/>
      <dgm:t>
        <a:bodyPr/>
        <a:lstStyle/>
        <a:p>
          <a:r>
            <a:rPr lang="uk-UA" b="0" i="0"/>
            <a:t>Націоналізація промисловості, створення сільськогосподарських артілей і комун.</a:t>
          </a:r>
          <a:endParaRPr lang="uk-UA"/>
        </a:p>
      </dgm:t>
    </dgm:pt>
    <dgm:pt modelId="{E2D00B7A-21D5-4414-A26A-1564ECF77809}" type="parTrans" cxnId="{87960CD8-DC1C-43F1-9244-B686216B353B}">
      <dgm:prSet/>
      <dgm:spPr/>
      <dgm:t>
        <a:bodyPr/>
        <a:lstStyle/>
        <a:p>
          <a:endParaRPr lang="uk-UA"/>
        </a:p>
      </dgm:t>
    </dgm:pt>
    <dgm:pt modelId="{93E70CBD-8E7C-48A1-8517-F8693AA4E573}" type="sibTrans" cxnId="{87960CD8-DC1C-43F1-9244-B686216B353B}">
      <dgm:prSet/>
      <dgm:spPr/>
      <dgm:t>
        <a:bodyPr/>
        <a:lstStyle/>
        <a:p>
          <a:endParaRPr lang="uk-UA"/>
        </a:p>
      </dgm:t>
    </dgm:pt>
    <dgm:pt modelId="{8B4FD80C-53B8-466A-A3CC-9630902DC755}">
      <dgm:prSet/>
      <dgm:spPr/>
      <dgm:t>
        <a:bodyPr/>
        <a:lstStyle/>
        <a:p>
          <a:r>
            <a:rPr lang="uk-UA" b="0" i="0"/>
            <a:t>Відновлення права приватної власності, створення державного бюджету.</a:t>
          </a:r>
          <a:endParaRPr lang="uk-UA"/>
        </a:p>
      </dgm:t>
    </dgm:pt>
    <dgm:pt modelId="{EA588DCB-4307-458B-A564-5AA4E44F62BA}" type="parTrans" cxnId="{32451BAD-59A1-4FD8-A1D1-7976A9339FCC}">
      <dgm:prSet/>
      <dgm:spPr/>
      <dgm:t>
        <a:bodyPr/>
        <a:lstStyle/>
        <a:p>
          <a:endParaRPr lang="uk-UA"/>
        </a:p>
      </dgm:t>
    </dgm:pt>
    <dgm:pt modelId="{005E7C5D-E51B-45C7-AF11-DA81AFBE12D6}" type="sibTrans" cxnId="{32451BAD-59A1-4FD8-A1D1-7976A9339FCC}">
      <dgm:prSet/>
      <dgm:spPr/>
      <dgm:t>
        <a:bodyPr/>
        <a:lstStyle/>
        <a:p>
          <a:endParaRPr lang="uk-UA"/>
        </a:p>
      </dgm:t>
    </dgm:pt>
    <dgm:pt modelId="{D537E78C-B21E-4E89-A97E-428A2D9854C1}">
      <dgm:prSet/>
      <dgm:spPr/>
      <dgm:t>
        <a:bodyPr/>
        <a:lstStyle/>
        <a:p>
          <a:r>
            <a:rPr lang="uk-UA" b="0" i="0"/>
            <a:t>Відновлення влади Української Центральної Ради в умовах окупації.</a:t>
          </a:r>
          <a:endParaRPr lang="uk-UA"/>
        </a:p>
      </dgm:t>
    </dgm:pt>
    <dgm:pt modelId="{4CA6955E-B33C-4CAA-A2D0-5217E94A04F3}" type="parTrans" cxnId="{659B3EE7-59B4-40E6-8894-1376C60D6812}">
      <dgm:prSet/>
      <dgm:spPr/>
      <dgm:t>
        <a:bodyPr/>
        <a:lstStyle/>
        <a:p>
          <a:endParaRPr lang="uk-UA"/>
        </a:p>
      </dgm:t>
    </dgm:pt>
    <dgm:pt modelId="{22C45606-1406-41AE-97E4-620C7ED3E328}" type="sibTrans" cxnId="{659B3EE7-59B4-40E6-8894-1376C60D6812}">
      <dgm:prSet/>
      <dgm:spPr/>
      <dgm:t>
        <a:bodyPr/>
        <a:lstStyle/>
        <a:p>
          <a:endParaRPr lang="uk-UA"/>
        </a:p>
      </dgm:t>
    </dgm:pt>
    <dgm:pt modelId="{F976837A-512B-4BCC-B200-8ED81E08874E}">
      <dgm:prSet/>
      <dgm:spPr/>
      <dgm:t>
        <a:bodyPr/>
        <a:lstStyle/>
        <a:p>
          <a:r>
            <a:rPr lang="uk-UA" b="0" i="0"/>
            <a:t>Припинення широкомасштабних бойових дій на території України.</a:t>
          </a:r>
          <a:endParaRPr lang="uk-UA"/>
        </a:p>
      </dgm:t>
    </dgm:pt>
    <dgm:pt modelId="{B76E5CBF-D5AC-4CCF-9362-08403C1C428F}" type="parTrans" cxnId="{D6A7996B-2943-4845-963C-A97D599EF38F}">
      <dgm:prSet/>
      <dgm:spPr/>
      <dgm:t>
        <a:bodyPr/>
        <a:lstStyle/>
        <a:p>
          <a:endParaRPr lang="uk-UA"/>
        </a:p>
      </dgm:t>
    </dgm:pt>
    <dgm:pt modelId="{DFCC6BE9-6773-480B-B6B0-ED355E3358FF}" type="sibTrans" cxnId="{D6A7996B-2943-4845-963C-A97D599EF38F}">
      <dgm:prSet/>
      <dgm:spPr/>
      <dgm:t>
        <a:bodyPr/>
        <a:lstStyle/>
        <a:p>
          <a:endParaRPr lang="uk-UA"/>
        </a:p>
      </dgm:t>
    </dgm:pt>
    <dgm:pt modelId="{9E33AA6D-0CD3-4671-B648-11A689FD4B11}">
      <dgm:prSet/>
      <dgm:spPr/>
      <dgm:t>
        <a:bodyPr/>
        <a:lstStyle/>
        <a:p>
          <a:r>
            <a:rPr lang="uk-UA" b="0" i="0"/>
            <a:t>Завершення збройної боротьби за незалежність України.</a:t>
          </a:r>
          <a:endParaRPr lang="uk-UA"/>
        </a:p>
      </dgm:t>
    </dgm:pt>
    <dgm:pt modelId="{0C3DE735-E24A-41EA-9A49-2BD95AAAC388}" type="parTrans" cxnId="{7CDF638F-9932-4903-9BD1-F75543B6E575}">
      <dgm:prSet/>
      <dgm:spPr/>
      <dgm:t>
        <a:bodyPr/>
        <a:lstStyle/>
        <a:p>
          <a:endParaRPr lang="uk-UA"/>
        </a:p>
      </dgm:t>
    </dgm:pt>
    <dgm:pt modelId="{64A59825-D82A-4558-9CDC-2B309B66D6FF}" type="sibTrans" cxnId="{7CDF638F-9932-4903-9BD1-F75543B6E575}">
      <dgm:prSet/>
      <dgm:spPr/>
      <dgm:t>
        <a:bodyPr/>
        <a:lstStyle/>
        <a:p>
          <a:endParaRPr lang="uk-UA"/>
        </a:p>
      </dgm:t>
    </dgm:pt>
    <dgm:pt modelId="{80AE181D-8C50-4DB4-8CB9-E09905A21767}" type="pres">
      <dgm:prSet presAssocID="{1B33439D-391D-4822-AF57-9DB5E521D277}" presName="linear" presStyleCnt="0">
        <dgm:presLayoutVars>
          <dgm:animLvl val="lvl"/>
          <dgm:resizeHandles val="exact"/>
        </dgm:presLayoutVars>
      </dgm:prSet>
      <dgm:spPr/>
    </dgm:pt>
    <dgm:pt modelId="{0303E140-6ACC-4DF1-A1A7-73F5B599D4B8}" type="pres">
      <dgm:prSet presAssocID="{7E5201E5-692B-474D-AFB4-E258ABB5D932}" presName="parentText" presStyleLbl="node1" presStyleIdx="0" presStyleCnt="5">
        <dgm:presLayoutVars>
          <dgm:chMax val="0"/>
          <dgm:bulletEnabled val="1"/>
        </dgm:presLayoutVars>
      </dgm:prSet>
      <dgm:spPr/>
    </dgm:pt>
    <dgm:pt modelId="{48CA661A-709E-4F41-A95E-9F37A459F6EA}" type="pres">
      <dgm:prSet presAssocID="{93E70CBD-8E7C-48A1-8517-F8693AA4E573}" presName="spacer" presStyleCnt="0"/>
      <dgm:spPr/>
    </dgm:pt>
    <dgm:pt modelId="{CC52E763-A39E-411A-BE66-9F259849FBD2}" type="pres">
      <dgm:prSet presAssocID="{8B4FD80C-53B8-466A-A3CC-9630902DC755}" presName="parentText" presStyleLbl="node1" presStyleIdx="1" presStyleCnt="5">
        <dgm:presLayoutVars>
          <dgm:chMax val="0"/>
          <dgm:bulletEnabled val="1"/>
        </dgm:presLayoutVars>
      </dgm:prSet>
      <dgm:spPr/>
    </dgm:pt>
    <dgm:pt modelId="{E89EC4C1-F161-44A6-8AC6-0BC9DD7B455E}" type="pres">
      <dgm:prSet presAssocID="{005E7C5D-E51B-45C7-AF11-DA81AFBE12D6}" presName="spacer" presStyleCnt="0"/>
      <dgm:spPr/>
    </dgm:pt>
    <dgm:pt modelId="{579E092D-FD1E-40B8-A562-B190B821A595}" type="pres">
      <dgm:prSet presAssocID="{D537E78C-B21E-4E89-A97E-428A2D9854C1}" presName="parentText" presStyleLbl="node1" presStyleIdx="2" presStyleCnt="5">
        <dgm:presLayoutVars>
          <dgm:chMax val="0"/>
          <dgm:bulletEnabled val="1"/>
        </dgm:presLayoutVars>
      </dgm:prSet>
      <dgm:spPr/>
    </dgm:pt>
    <dgm:pt modelId="{55EBAEB4-BB44-4447-A210-175B55327785}" type="pres">
      <dgm:prSet presAssocID="{22C45606-1406-41AE-97E4-620C7ED3E328}" presName="spacer" presStyleCnt="0"/>
      <dgm:spPr/>
    </dgm:pt>
    <dgm:pt modelId="{2011DDD6-947B-4BAD-8504-8F6012DA33F4}" type="pres">
      <dgm:prSet presAssocID="{F976837A-512B-4BCC-B200-8ED81E08874E}" presName="parentText" presStyleLbl="node1" presStyleIdx="3" presStyleCnt="5">
        <dgm:presLayoutVars>
          <dgm:chMax val="0"/>
          <dgm:bulletEnabled val="1"/>
        </dgm:presLayoutVars>
      </dgm:prSet>
      <dgm:spPr/>
    </dgm:pt>
    <dgm:pt modelId="{535604F2-478D-496A-B4B6-2F52BEFD369B}" type="pres">
      <dgm:prSet presAssocID="{DFCC6BE9-6773-480B-B6B0-ED355E3358FF}" presName="spacer" presStyleCnt="0"/>
      <dgm:spPr/>
    </dgm:pt>
    <dgm:pt modelId="{45A7FEBC-A307-47E4-B267-74BD05F6CCF2}" type="pres">
      <dgm:prSet presAssocID="{9E33AA6D-0CD3-4671-B648-11A689FD4B11}" presName="parentText" presStyleLbl="node1" presStyleIdx="4" presStyleCnt="5">
        <dgm:presLayoutVars>
          <dgm:chMax val="0"/>
          <dgm:bulletEnabled val="1"/>
        </dgm:presLayoutVars>
      </dgm:prSet>
      <dgm:spPr/>
    </dgm:pt>
  </dgm:ptLst>
  <dgm:cxnLst>
    <dgm:cxn modelId="{87B3D922-3A5A-4FD2-8753-54688905EF6C}" type="presOf" srcId="{D537E78C-B21E-4E89-A97E-428A2D9854C1}" destId="{579E092D-FD1E-40B8-A562-B190B821A595}" srcOrd="0" destOrd="0" presId="urn:microsoft.com/office/officeart/2005/8/layout/vList2"/>
    <dgm:cxn modelId="{1628862E-BE6D-4D1F-A7C3-60C7048CBEF3}" type="presOf" srcId="{1B33439D-391D-4822-AF57-9DB5E521D277}" destId="{80AE181D-8C50-4DB4-8CB9-E09905A21767}" srcOrd="0" destOrd="0" presId="urn:microsoft.com/office/officeart/2005/8/layout/vList2"/>
    <dgm:cxn modelId="{D6A7996B-2943-4845-963C-A97D599EF38F}" srcId="{1B33439D-391D-4822-AF57-9DB5E521D277}" destId="{F976837A-512B-4BCC-B200-8ED81E08874E}" srcOrd="3" destOrd="0" parTransId="{B76E5CBF-D5AC-4CCF-9362-08403C1C428F}" sibTransId="{DFCC6BE9-6773-480B-B6B0-ED355E3358FF}"/>
    <dgm:cxn modelId="{7CDF638F-9932-4903-9BD1-F75543B6E575}" srcId="{1B33439D-391D-4822-AF57-9DB5E521D277}" destId="{9E33AA6D-0CD3-4671-B648-11A689FD4B11}" srcOrd="4" destOrd="0" parTransId="{0C3DE735-E24A-41EA-9A49-2BD95AAAC388}" sibTransId="{64A59825-D82A-4558-9CDC-2B309B66D6FF}"/>
    <dgm:cxn modelId="{5779E396-E8FB-4CE4-95D7-17910A5FB036}" type="presOf" srcId="{8B4FD80C-53B8-466A-A3CC-9630902DC755}" destId="{CC52E763-A39E-411A-BE66-9F259849FBD2}" srcOrd="0" destOrd="0" presId="urn:microsoft.com/office/officeart/2005/8/layout/vList2"/>
    <dgm:cxn modelId="{32451BAD-59A1-4FD8-A1D1-7976A9339FCC}" srcId="{1B33439D-391D-4822-AF57-9DB5E521D277}" destId="{8B4FD80C-53B8-466A-A3CC-9630902DC755}" srcOrd="1" destOrd="0" parTransId="{EA588DCB-4307-458B-A564-5AA4E44F62BA}" sibTransId="{005E7C5D-E51B-45C7-AF11-DA81AFBE12D6}"/>
    <dgm:cxn modelId="{0E7535C0-13C1-430C-9CA6-44162DC25A52}" type="presOf" srcId="{9E33AA6D-0CD3-4671-B648-11A689FD4B11}" destId="{45A7FEBC-A307-47E4-B267-74BD05F6CCF2}" srcOrd="0" destOrd="0" presId="urn:microsoft.com/office/officeart/2005/8/layout/vList2"/>
    <dgm:cxn modelId="{87960CD8-DC1C-43F1-9244-B686216B353B}" srcId="{1B33439D-391D-4822-AF57-9DB5E521D277}" destId="{7E5201E5-692B-474D-AFB4-E258ABB5D932}" srcOrd="0" destOrd="0" parTransId="{E2D00B7A-21D5-4414-A26A-1564ECF77809}" sibTransId="{93E70CBD-8E7C-48A1-8517-F8693AA4E573}"/>
    <dgm:cxn modelId="{659B3EE7-59B4-40E6-8894-1376C60D6812}" srcId="{1B33439D-391D-4822-AF57-9DB5E521D277}" destId="{D537E78C-B21E-4E89-A97E-428A2D9854C1}" srcOrd="2" destOrd="0" parTransId="{4CA6955E-B33C-4CAA-A2D0-5217E94A04F3}" sibTransId="{22C45606-1406-41AE-97E4-620C7ED3E328}"/>
    <dgm:cxn modelId="{EE9616F1-E8BD-4E13-BB63-07A5301AF9C2}" type="presOf" srcId="{F976837A-512B-4BCC-B200-8ED81E08874E}" destId="{2011DDD6-947B-4BAD-8504-8F6012DA33F4}" srcOrd="0" destOrd="0" presId="urn:microsoft.com/office/officeart/2005/8/layout/vList2"/>
    <dgm:cxn modelId="{C3FA66FC-7FAF-478A-B3FF-D7042BAC41C7}" type="presOf" srcId="{7E5201E5-692B-474D-AFB4-E258ABB5D932}" destId="{0303E140-6ACC-4DF1-A1A7-73F5B599D4B8}" srcOrd="0" destOrd="0" presId="urn:microsoft.com/office/officeart/2005/8/layout/vList2"/>
    <dgm:cxn modelId="{B0C28E55-E7F5-4F2F-B441-8AA5AC1C6B13}" type="presParOf" srcId="{80AE181D-8C50-4DB4-8CB9-E09905A21767}" destId="{0303E140-6ACC-4DF1-A1A7-73F5B599D4B8}" srcOrd="0" destOrd="0" presId="urn:microsoft.com/office/officeart/2005/8/layout/vList2"/>
    <dgm:cxn modelId="{7F1143E0-DD10-4B76-909B-8A16F6AB8161}" type="presParOf" srcId="{80AE181D-8C50-4DB4-8CB9-E09905A21767}" destId="{48CA661A-709E-4F41-A95E-9F37A459F6EA}" srcOrd="1" destOrd="0" presId="urn:microsoft.com/office/officeart/2005/8/layout/vList2"/>
    <dgm:cxn modelId="{B1AA90BC-52BA-4DD9-B1E3-ABC9BBEFC349}" type="presParOf" srcId="{80AE181D-8C50-4DB4-8CB9-E09905A21767}" destId="{CC52E763-A39E-411A-BE66-9F259849FBD2}" srcOrd="2" destOrd="0" presId="urn:microsoft.com/office/officeart/2005/8/layout/vList2"/>
    <dgm:cxn modelId="{668045A9-C001-49A0-A289-BDE474B96B87}" type="presParOf" srcId="{80AE181D-8C50-4DB4-8CB9-E09905A21767}" destId="{E89EC4C1-F161-44A6-8AC6-0BC9DD7B455E}" srcOrd="3" destOrd="0" presId="urn:microsoft.com/office/officeart/2005/8/layout/vList2"/>
    <dgm:cxn modelId="{420D5A15-D9C2-40E2-9229-F3270E47CCCC}" type="presParOf" srcId="{80AE181D-8C50-4DB4-8CB9-E09905A21767}" destId="{579E092D-FD1E-40B8-A562-B190B821A595}" srcOrd="4" destOrd="0" presId="urn:microsoft.com/office/officeart/2005/8/layout/vList2"/>
    <dgm:cxn modelId="{725445E6-ECE7-4D44-BE1D-A25E224BD699}" type="presParOf" srcId="{80AE181D-8C50-4DB4-8CB9-E09905A21767}" destId="{55EBAEB4-BB44-4447-A210-175B55327785}" srcOrd="5" destOrd="0" presId="urn:microsoft.com/office/officeart/2005/8/layout/vList2"/>
    <dgm:cxn modelId="{34993F2A-DAF3-46AE-B77D-74EB1813D653}" type="presParOf" srcId="{80AE181D-8C50-4DB4-8CB9-E09905A21767}" destId="{2011DDD6-947B-4BAD-8504-8F6012DA33F4}" srcOrd="6" destOrd="0" presId="urn:microsoft.com/office/officeart/2005/8/layout/vList2"/>
    <dgm:cxn modelId="{C28A77C8-B35F-4986-A15C-F7B968099D95}" type="presParOf" srcId="{80AE181D-8C50-4DB4-8CB9-E09905A21767}" destId="{535604F2-478D-496A-B4B6-2F52BEFD369B}" srcOrd="7" destOrd="0" presId="urn:microsoft.com/office/officeart/2005/8/layout/vList2"/>
    <dgm:cxn modelId="{2ABC7267-8CE6-4C26-BEC4-C9A20436636E}" type="presParOf" srcId="{80AE181D-8C50-4DB4-8CB9-E09905A21767}" destId="{45A7FEBC-A307-47E4-B267-74BD05F6CCF2}"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6A45969-6FCA-44C0-87EC-795E3D0030FD}"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DED58C16-7585-4D87-829C-5F088F1F53AC}">
      <dgm:prSet/>
      <dgm:spPr/>
      <dgm:t>
        <a:bodyPr/>
        <a:lstStyle/>
        <a:p>
          <a:r>
            <a:rPr lang="uk-UA" b="0" i="0"/>
            <a:t>Другий Зимовий похід Армії УНР</a:t>
          </a:r>
          <a:endParaRPr lang="uk-UA"/>
        </a:p>
      </dgm:t>
    </dgm:pt>
    <dgm:pt modelId="{F901DA7D-DAFB-422C-AA6A-2D78C46F59C1}" type="parTrans" cxnId="{90BDCF13-9932-4DD1-B2B8-8E4B7EC18120}">
      <dgm:prSet/>
      <dgm:spPr/>
      <dgm:t>
        <a:bodyPr/>
        <a:lstStyle/>
        <a:p>
          <a:endParaRPr lang="uk-UA"/>
        </a:p>
      </dgm:t>
    </dgm:pt>
    <dgm:pt modelId="{AF54972B-AA21-4F42-B1A8-CA8FF236C075}" type="sibTrans" cxnId="{90BDCF13-9932-4DD1-B2B8-8E4B7EC18120}">
      <dgm:prSet/>
      <dgm:spPr/>
      <dgm:t>
        <a:bodyPr/>
        <a:lstStyle/>
        <a:p>
          <a:endParaRPr lang="uk-UA"/>
        </a:p>
      </dgm:t>
    </dgm:pt>
    <dgm:pt modelId="{73456890-7C8C-4355-9CCD-E445836DE07E}">
      <dgm:prSet/>
      <dgm:spPr/>
      <dgm:t>
        <a:bodyPr/>
        <a:lstStyle/>
        <a:p>
          <a:r>
            <a:rPr lang="uk-UA" b="0" i="0"/>
            <a:t>прихід до влади Директорії УНР</a:t>
          </a:r>
          <a:endParaRPr lang="uk-UA"/>
        </a:p>
      </dgm:t>
    </dgm:pt>
    <dgm:pt modelId="{62280B12-33C6-445B-9B2F-CE4B64F788F4}" type="parTrans" cxnId="{68970328-1A3D-4F58-A875-9AC8DE488AF5}">
      <dgm:prSet/>
      <dgm:spPr/>
      <dgm:t>
        <a:bodyPr/>
        <a:lstStyle/>
        <a:p>
          <a:endParaRPr lang="uk-UA"/>
        </a:p>
      </dgm:t>
    </dgm:pt>
    <dgm:pt modelId="{8CDB5723-1ECF-45FD-BED4-1EC04FDD776B}" type="sibTrans" cxnId="{68970328-1A3D-4F58-A875-9AC8DE488AF5}">
      <dgm:prSet/>
      <dgm:spPr/>
      <dgm:t>
        <a:bodyPr/>
        <a:lstStyle/>
        <a:p>
          <a:endParaRPr lang="uk-UA"/>
        </a:p>
      </dgm:t>
    </dgm:pt>
    <dgm:pt modelId="{0FBFC074-BA60-448A-9530-F581245FADFF}">
      <dgm:prSet/>
      <dgm:spPr/>
      <dgm:t>
        <a:bodyPr/>
        <a:lstStyle/>
        <a:p>
          <a:r>
            <a:rPr lang="uk-UA" b="0" i="0"/>
            <a:t>укладення Варшавської угоди між УНР і Польщею</a:t>
          </a:r>
          <a:endParaRPr lang="uk-UA"/>
        </a:p>
      </dgm:t>
    </dgm:pt>
    <dgm:pt modelId="{003AFD37-79EE-4BFA-81E1-798869FF135F}" type="parTrans" cxnId="{350FE7C2-1474-4AD8-B492-1E0CD68EEFD8}">
      <dgm:prSet/>
      <dgm:spPr/>
      <dgm:t>
        <a:bodyPr/>
        <a:lstStyle/>
        <a:p>
          <a:endParaRPr lang="uk-UA"/>
        </a:p>
      </dgm:t>
    </dgm:pt>
    <dgm:pt modelId="{C179CAD5-7D88-445D-854B-B9B44E8867E6}" type="sibTrans" cxnId="{350FE7C2-1474-4AD8-B492-1E0CD68EEFD8}">
      <dgm:prSet/>
      <dgm:spPr/>
      <dgm:t>
        <a:bodyPr/>
        <a:lstStyle/>
        <a:p>
          <a:endParaRPr lang="uk-UA"/>
        </a:p>
      </dgm:t>
    </dgm:pt>
    <dgm:pt modelId="{48F01912-90DC-4CFB-9C67-46B907FCCAB4}">
      <dgm:prSet/>
      <dgm:spPr/>
      <dgm:t>
        <a:bodyPr/>
        <a:lstStyle/>
        <a:p>
          <a:r>
            <a:rPr lang="uk-UA" b="0" i="0"/>
            <a:t>проголошення незалежності УНР</a:t>
          </a:r>
          <a:endParaRPr lang="uk-UA"/>
        </a:p>
      </dgm:t>
    </dgm:pt>
    <dgm:pt modelId="{82EB395A-D378-4598-9642-B84F057AE48D}" type="parTrans" cxnId="{CEB00430-37A0-4F9A-AE75-5BC7223EA2C2}">
      <dgm:prSet/>
      <dgm:spPr/>
      <dgm:t>
        <a:bodyPr/>
        <a:lstStyle/>
        <a:p>
          <a:endParaRPr lang="uk-UA"/>
        </a:p>
      </dgm:t>
    </dgm:pt>
    <dgm:pt modelId="{4306FF94-0B7B-4AAD-852D-1A425326DB3F}" type="sibTrans" cxnId="{CEB00430-37A0-4F9A-AE75-5BC7223EA2C2}">
      <dgm:prSet/>
      <dgm:spPr/>
      <dgm:t>
        <a:bodyPr/>
        <a:lstStyle/>
        <a:p>
          <a:endParaRPr lang="uk-UA"/>
        </a:p>
      </dgm:t>
    </dgm:pt>
    <dgm:pt modelId="{46E97540-33CF-4D1E-B717-2CDF2E5CB0C6}" type="pres">
      <dgm:prSet presAssocID="{86A45969-6FCA-44C0-87EC-795E3D0030FD}" presName="linearFlow" presStyleCnt="0">
        <dgm:presLayoutVars>
          <dgm:dir/>
          <dgm:resizeHandles val="exact"/>
        </dgm:presLayoutVars>
      </dgm:prSet>
      <dgm:spPr/>
    </dgm:pt>
    <dgm:pt modelId="{15C0A775-FCBD-4BDD-9D38-FB1C4252FC9C}" type="pres">
      <dgm:prSet presAssocID="{DED58C16-7585-4D87-829C-5F088F1F53AC}" presName="composite" presStyleCnt="0"/>
      <dgm:spPr/>
    </dgm:pt>
    <dgm:pt modelId="{518E1C77-AF88-46F5-ABBE-733F627CD0A6}" type="pres">
      <dgm:prSet presAssocID="{DED58C16-7585-4D87-829C-5F088F1F53AC}" presName="imgShp" presStyleLbl="fgImgPlace1" presStyleIdx="0" presStyleCnt="4"/>
      <dgm:spPr/>
    </dgm:pt>
    <dgm:pt modelId="{F56AF9B7-BCCC-489D-BE4E-CF41CBE49828}" type="pres">
      <dgm:prSet presAssocID="{DED58C16-7585-4D87-829C-5F088F1F53AC}" presName="txShp" presStyleLbl="node1" presStyleIdx="0" presStyleCnt="4">
        <dgm:presLayoutVars>
          <dgm:bulletEnabled val="1"/>
        </dgm:presLayoutVars>
      </dgm:prSet>
      <dgm:spPr/>
    </dgm:pt>
    <dgm:pt modelId="{046B1A9A-8422-487B-A194-7CE0C493C784}" type="pres">
      <dgm:prSet presAssocID="{AF54972B-AA21-4F42-B1A8-CA8FF236C075}" presName="spacing" presStyleCnt="0"/>
      <dgm:spPr/>
    </dgm:pt>
    <dgm:pt modelId="{63079A98-07EE-45D9-B5BF-D9F7E3703191}" type="pres">
      <dgm:prSet presAssocID="{73456890-7C8C-4355-9CCD-E445836DE07E}" presName="composite" presStyleCnt="0"/>
      <dgm:spPr/>
    </dgm:pt>
    <dgm:pt modelId="{3FFE2864-E870-4EE9-A2F9-150A934F3CBE}" type="pres">
      <dgm:prSet presAssocID="{73456890-7C8C-4355-9CCD-E445836DE07E}" presName="imgShp" presStyleLbl="fgImgPlace1" presStyleIdx="1" presStyleCnt="4"/>
      <dgm:spPr/>
    </dgm:pt>
    <dgm:pt modelId="{2153545A-9C5A-4623-8B75-15553D6E725D}" type="pres">
      <dgm:prSet presAssocID="{73456890-7C8C-4355-9CCD-E445836DE07E}" presName="txShp" presStyleLbl="node1" presStyleIdx="1" presStyleCnt="4">
        <dgm:presLayoutVars>
          <dgm:bulletEnabled val="1"/>
        </dgm:presLayoutVars>
      </dgm:prSet>
      <dgm:spPr/>
    </dgm:pt>
    <dgm:pt modelId="{649FA198-4F7F-44DD-AD3F-349B60F6AE75}" type="pres">
      <dgm:prSet presAssocID="{8CDB5723-1ECF-45FD-BED4-1EC04FDD776B}" presName="spacing" presStyleCnt="0"/>
      <dgm:spPr/>
    </dgm:pt>
    <dgm:pt modelId="{57446148-3EF8-4D81-868D-35CC2B655119}" type="pres">
      <dgm:prSet presAssocID="{0FBFC074-BA60-448A-9530-F581245FADFF}" presName="composite" presStyleCnt="0"/>
      <dgm:spPr/>
    </dgm:pt>
    <dgm:pt modelId="{3191A493-751B-4C08-8768-06A5F93D841E}" type="pres">
      <dgm:prSet presAssocID="{0FBFC074-BA60-448A-9530-F581245FADFF}" presName="imgShp" presStyleLbl="fgImgPlace1" presStyleIdx="2" presStyleCnt="4"/>
      <dgm:spPr/>
    </dgm:pt>
    <dgm:pt modelId="{3CF5A7E0-764F-48D5-A1A5-535B8E8D2CF9}" type="pres">
      <dgm:prSet presAssocID="{0FBFC074-BA60-448A-9530-F581245FADFF}" presName="txShp" presStyleLbl="node1" presStyleIdx="2" presStyleCnt="4">
        <dgm:presLayoutVars>
          <dgm:bulletEnabled val="1"/>
        </dgm:presLayoutVars>
      </dgm:prSet>
      <dgm:spPr/>
    </dgm:pt>
    <dgm:pt modelId="{28958664-B210-4470-9282-C7C9C561D646}" type="pres">
      <dgm:prSet presAssocID="{C179CAD5-7D88-445D-854B-B9B44E8867E6}" presName="spacing" presStyleCnt="0"/>
      <dgm:spPr/>
    </dgm:pt>
    <dgm:pt modelId="{815350D6-96E5-4885-ABB4-2CB013C658F7}" type="pres">
      <dgm:prSet presAssocID="{48F01912-90DC-4CFB-9C67-46B907FCCAB4}" presName="composite" presStyleCnt="0"/>
      <dgm:spPr/>
    </dgm:pt>
    <dgm:pt modelId="{80C47B96-FA4A-4033-8653-18705B38EC64}" type="pres">
      <dgm:prSet presAssocID="{48F01912-90DC-4CFB-9C67-46B907FCCAB4}" presName="imgShp" presStyleLbl="fgImgPlace1" presStyleIdx="3" presStyleCnt="4"/>
      <dgm:spPr/>
    </dgm:pt>
    <dgm:pt modelId="{CF4DDA77-D3FD-4F4D-BD69-9FF59E3F0E34}" type="pres">
      <dgm:prSet presAssocID="{48F01912-90DC-4CFB-9C67-46B907FCCAB4}" presName="txShp" presStyleLbl="node1" presStyleIdx="3" presStyleCnt="4">
        <dgm:presLayoutVars>
          <dgm:bulletEnabled val="1"/>
        </dgm:presLayoutVars>
      </dgm:prSet>
      <dgm:spPr/>
    </dgm:pt>
  </dgm:ptLst>
  <dgm:cxnLst>
    <dgm:cxn modelId="{90BDCF13-9932-4DD1-B2B8-8E4B7EC18120}" srcId="{86A45969-6FCA-44C0-87EC-795E3D0030FD}" destId="{DED58C16-7585-4D87-829C-5F088F1F53AC}" srcOrd="0" destOrd="0" parTransId="{F901DA7D-DAFB-422C-AA6A-2D78C46F59C1}" sibTransId="{AF54972B-AA21-4F42-B1A8-CA8FF236C075}"/>
    <dgm:cxn modelId="{68970328-1A3D-4F58-A875-9AC8DE488AF5}" srcId="{86A45969-6FCA-44C0-87EC-795E3D0030FD}" destId="{73456890-7C8C-4355-9CCD-E445836DE07E}" srcOrd="1" destOrd="0" parTransId="{62280B12-33C6-445B-9B2F-CE4B64F788F4}" sibTransId="{8CDB5723-1ECF-45FD-BED4-1EC04FDD776B}"/>
    <dgm:cxn modelId="{CEB00430-37A0-4F9A-AE75-5BC7223EA2C2}" srcId="{86A45969-6FCA-44C0-87EC-795E3D0030FD}" destId="{48F01912-90DC-4CFB-9C67-46B907FCCAB4}" srcOrd="3" destOrd="0" parTransId="{82EB395A-D378-4598-9642-B84F057AE48D}" sibTransId="{4306FF94-0B7B-4AAD-852D-1A425326DB3F}"/>
    <dgm:cxn modelId="{F179EA60-6AB1-44BD-A94F-8FDC034CDCF4}" type="presOf" srcId="{0FBFC074-BA60-448A-9530-F581245FADFF}" destId="{3CF5A7E0-764F-48D5-A1A5-535B8E8D2CF9}" srcOrd="0" destOrd="0" presId="urn:microsoft.com/office/officeart/2005/8/layout/vList3"/>
    <dgm:cxn modelId="{68BC6B70-3416-47E5-8A5D-D9B76017AE4A}" type="presOf" srcId="{DED58C16-7585-4D87-829C-5F088F1F53AC}" destId="{F56AF9B7-BCCC-489D-BE4E-CF41CBE49828}" srcOrd="0" destOrd="0" presId="urn:microsoft.com/office/officeart/2005/8/layout/vList3"/>
    <dgm:cxn modelId="{97748170-9799-4FDE-BA24-B9B81E734F9E}" type="presOf" srcId="{48F01912-90DC-4CFB-9C67-46B907FCCAB4}" destId="{CF4DDA77-D3FD-4F4D-BD69-9FF59E3F0E34}" srcOrd="0" destOrd="0" presId="urn:microsoft.com/office/officeart/2005/8/layout/vList3"/>
    <dgm:cxn modelId="{350FE7C2-1474-4AD8-B492-1E0CD68EEFD8}" srcId="{86A45969-6FCA-44C0-87EC-795E3D0030FD}" destId="{0FBFC074-BA60-448A-9530-F581245FADFF}" srcOrd="2" destOrd="0" parTransId="{003AFD37-79EE-4BFA-81E1-798869FF135F}" sibTransId="{C179CAD5-7D88-445D-854B-B9B44E8867E6}"/>
    <dgm:cxn modelId="{FE7EBDCA-6C39-45FE-9B46-8A54D64D11C9}" type="presOf" srcId="{86A45969-6FCA-44C0-87EC-795E3D0030FD}" destId="{46E97540-33CF-4D1E-B717-2CDF2E5CB0C6}" srcOrd="0" destOrd="0" presId="urn:microsoft.com/office/officeart/2005/8/layout/vList3"/>
    <dgm:cxn modelId="{C26FE5E0-9D18-4190-8F00-D9E01AF1CD90}" type="presOf" srcId="{73456890-7C8C-4355-9CCD-E445836DE07E}" destId="{2153545A-9C5A-4623-8B75-15553D6E725D}" srcOrd="0" destOrd="0" presId="urn:microsoft.com/office/officeart/2005/8/layout/vList3"/>
    <dgm:cxn modelId="{1D987781-29D1-476F-A997-8936DE75E8C7}" type="presParOf" srcId="{46E97540-33CF-4D1E-B717-2CDF2E5CB0C6}" destId="{15C0A775-FCBD-4BDD-9D38-FB1C4252FC9C}" srcOrd="0" destOrd="0" presId="urn:microsoft.com/office/officeart/2005/8/layout/vList3"/>
    <dgm:cxn modelId="{78883B24-77F2-4BEC-80A3-902D7B9C341D}" type="presParOf" srcId="{15C0A775-FCBD-4BDD-9D38-FB1C4252FC9C}" destId="{518E1C77-AF88-46F5-ABBE-733F627CD0A6}" srcOrd="0" destOrd="0" presId="urn:microsoft.com/office/officeart/2005/8/layout/vList3"/>
    <dgm:cxn modelId="{6F851C0F-D518-4580-9BA5-0FCC9694AC54}" type="presParOf" srcId="{15C0A775-FCBD-4BDD-9D38-FB1C4252FC9C}" destId="{F56AF9B7-BCCC-489D-BE4E-CF41CBE49828}" srcOrd="1" destOrd="0" presId="urn:microsoft.com/office/officeart/2005/8/layout/vList3"/>
    <dgm:cxn modelId="{B49953D0-0C96-4936-AD9D-19416C566A62}" type="presParOf" srcId="{46E97540-33CF-4D1E-B717-2CDF2E5CB0C6}" destId="{046B1A9A-8422-487B-A194-7CE0C493C784}" srcOrd="1" destOrd="0" presId="urn:microsoft.com/office/officeart/2005/8/layout/vList3"/>
    <dgm:cxn modelId="{F0360364-CE0E-4F70-AE17-286607EC6FDA}" type="presParOf" srcId="{46E97540-33CF-4D1E-B717-2CDF2E5CB0C6}" destId="{63079A98-07EE-45D9-B5BF-D9F7E3703191}" srcOrd="2" destOrd="0" presId="urn:microsoft.com/office/officeart/2005/8/layout/vList3"/>
    <dgm:cxn modelId="{1CE503AA-3061-43F2-BDCD-48C74EFA241A}" type="presParOf" srcId="{63079A98-07EE-45D9-B5BF-D9F7E3703191}" destId="{3FFE2864-E870-4EE9-A2F9-150A934F3CBE}" srcOrd="0" destOrd="0" presId="urn:microsoft.com/office/officeart/2005/8/layout/vList3"/>
    <dgm:cxn modelId="{3A1489F4-7C04-43DE-BA92-04669B84C3BD}" type="presParOf" srcId="{63079A98-07EE-45D9-B5BF-D9F7E3703191}" destId="{2153545A-9C5A-4623-8B75-15553D6E725D}" srcOrd="1" destOrd="0" presId="urn:microsoft.com/office/officeart/2005/8/layout/vList3"/>
    <dgm:cxn modelId="{4B8F9714-0638-4B44-929E-D936F7B18367}" type="presParOf" srcId="{46E97540-33CF-4D1E-B717-2CDF2E5CB0C6}" destId="{649FA198-4F7F-44DD-AD3F-349B60F6AE75}" srcOrd="3" destOrd="0" presId="urn:microsoft.com/office/officeart/2005/8/layout/vList3"/>
    <dgm:cxn modelId="{E680FB28-4E99-4AA5-88F4-62828672298F}" type="presParOf" srcId="{46E97540-33CF-4D1E-B717-2CDF2E5CB0C6}" destId="{57446148-3EF8-4D81-868D-35CC2B655119}" srcOrd="4" destOrd="0" presId="urn:microsoft.com/office/officeart/2005/8/layout/vList3"/>
    <dgm:cxn modelId="{D02F5468-99DC-4991-AC22-6A9F4EF6073C}" type="presParOf" srcId="{57446148-3EF8-4D81-868D-35CC2B655119}" destId="{3191A493-751B-4C08-8768-06A5F93D841E}" srcOrd="0" destOrd="0" presId="urn:microsoft.com/office/officeart/2005/8/layout/vList3"/>
    <dgm:cxn modelId="{A405202F-F8B6-493B-BA97-FBA1E4008F48}" type="presParOf" srcId="{57446148-3EF8-4D81-868D-35CC2B655119}" destId="{3CF5A7E0-764F-48D5-A1A5-535B8E8D2CF9}" srcOrd="1" destOrd="0" presId="urn:microsoft.com/office/officeart/2005/8/layout/vList3"/>
    <dgm:cxn modelId="{71B4B2F8-CA76-4F98-8E79-BFD40C34EA6E}" type="presParOf" srcId="{46E97540-33CF-4D1E-B717-2CDF2E5CB0C6}" destId="{28958664-B210-4470-9282-C7C9C561D646}" srcOrd="5" destOrd="0" presId="urn:microsoft.com/office/officeart/2005/8/layout/vList3"/>
    <dgm:cxn modelId="{DBD77035-B42B-4F21-B7B8-CF6C4B620F10}" type="presParOf" srcId="{46E97540-33CF-4D1E-B717-2CDF2E5CB0C6}" destId="{815350D6-96E5-4885-ABB4-2CB013C658F7}" srcOrd="6" destOrd="0" presId="urn:microsoft.com/office/officeart/2005/8/layout/vList3"/>
    <dgm:cxn modelId="{AA09578B-E896-4ECC-AAC8-B4360ADE114E}" type="presParOf" srcId="{815350D6-96E5-4885-ABB4-2CB013C658F7}" destId="{80C47B96-FA4A-4033-8653-18705B38EC64}" srcOrd="0" destOrd="0" presId="urn:microsoft.com/office/officeart/2005/8/layout/vList3"/>
    <dgm:cxn modelId="{1AE62E6A-A75F-4C8F-90FF-A0334F75FD1F}" type="presParOf" srcId="{815350D6-96E5-4885-ABB4-2CB013C658F7}" destId="{CF4DDA77-D3FD-4F4D-BD69-9FF59E3F0E3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AD90214-DE92-46C9-81E4-ADD23409BD1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F44EDE3-7EB6-4359-ACC5-46C0C5CA6B34}">
      <dgm:prSet/>
      <dgm:spPr/>
      <dgm:t>
        <a:bodyPr/>
        <a:lstStyle/>
        <a:p>
          <a:r>
            <a:rPr lang="uk-UA" b="0" i="0"/>
            <a:t>Конституція Української Народної Республіки</a:t>
          </a:r>
          <a:endParaRPr lang="uk-UA"/>
        </a:p>
      </dgm:t>
    </dgm:pt>
    <dgm:pt modelId="{FD23FB2E-6561-4C58-A979-96CA925A072C}" type="parTrans" cxnId="{B22300C4-D774-4EAC-B5DD-41DBEE4466B9}">
      <dgm:prSet/>
      <dgm:spPr/>
      <dgm:t>
        <a:bodyPr/>
        <a:lstStyle/>
        <a:p>
          <a:endParaRPr lang="uk-UA"/>
        </a:p>
      </dgm:t>
    </dgm:pt>
    <dgm:pt modelId="{F1BF1EE9-9420-4E4E-AC65-7B8C211DEDCB}" type="sibTrans" cxnId="{B22300C4-D774-4EAC-B5DD-41DBEE4466B9}">
      <dgm:prSet/>
      <dgm:spPr/>
      <dgm:t>
        <a:bodyPr/>
        <a:lstStyle/>
        <a:p>
          <a:endParaRPr lang="uk-UA"/>
        </a:p>
      </dgm:t>
    </dgm:pt>
    <dgm:pt modelId="{CD1FD368-24DD-4814-BEF3-6372B1352094}">
      <dgm:prSet/>
      <dgm:spPr/>
      <dgm:t>
        <a:bodyPr/>
        <a:lstStyle/>
        <a:p>
          <a:r>
            <a:rPr lang="uk-UA" b="0" i="0"/>
            <a:t>Універсал Директорії Української Народної Республіки про злуку УНР та ЗУНР</a:t>
          </a:r>
          <a:endParaRPr lang="uk-UA"/>
        </a:p>
      </dgm:t>
    </dgm:pt>
    <dgm:pt modelId="{101E1B79-6A18-4D05-A6A6-B8EDA967F319}" type="parTrans" cxnId="{5B7AFEFC-31B6-401E-B775-EE9D4EA5AAE7}">
      <dgm:prSet/>
      <dgm:spPr/>
      <dgm:t>
        <a:bodyPr/>
        <a:lstStyle/>
        <a:p>
          <a:endParaRPr lang="uk-UA"/>
        </a:p>
      </dgm:t>
    </dgm:pt>
    <dgm:pt modelId="{8166A249-B6BB-4EF3-9DAC-11899CF1757D}" type="sibTrans" cxnId="{5B7AFEFC-31B6-401E-B775-EE9D4EA5AAE7}">
      <dgm:prSet/>
      <dgm:spPr/>
      <dgm:t>
        <a:bodyPr/>
        <a:lstStyle/>
        <a:p>
          <a:endParaRPr lang="uk-UA"/>
        </a:p>
      </dgm:t>
    </dgm:pt>
    <dgm:pt modelId="{6B4E4AF2-AF5F-4E6F-A2E6-0980B6B21427}">
      <dgm:prSet/>
      <dgm:spPr/>
      <dgm:t>
        <a:bodyPr/>
        <a:lstStyle/>
        <a:p>
          <a:r>
            <a:rPr lang="uk-UA" b="0" i="0"/>
            <a:t>Конституція Української Радянської Соціалістичної Республіки</a:t>
          </a:r>
          <a:endParaRPr lang="uk-UA"/>
        </a:p>
      </dgm:t>
    </dgm:pt>
    <dgm:pt modelId="{EC06690F-8188-479B-A457-F5558C54F5DE}" type="parTrans" cxnId="{1FD8BC98-D4DC-42DA-BFBF-011C76214921}">
      <dgm:prSet/>
      <dgm:spPr/>
      <dgm:t>
        <a:bodyPr/>
        <a:lstStyle/>
        <a:p>
          <a:endParaRPr lang="uk-UA"/>
        </a:p>
      </dgm:t>
    </dgm:pt>
    <dgm:pt modelId="{FB7E20C6-DEBB-4DDB-933F-FF8F5B19D495}" type="sibTrans" cxnId="{1FD8BC98-D4DC-42DA-BFBF-011C76214921}">
      <dgm:prSet/>
      <dgm:spPr/>
      <dgm:t>
        <a:bodyPr/>
        <a:lstStyle/>
        <a:p>
          <a:endParaRPr lang="uk-UA"/>
        </a:p>
      </dgm:t>
    </dgm:pt>
    <dgm:pt modelId="{A696B1BE-5354-4EF1-83F6-525E61E667C5}">
      <dgm:prSet/>
      <dgm:spPr/>
      <dgm:t>
        <a:bodyPr/>
        <a:lstStyle/>
        <a:p>
          <a:r>
            <a:rPr lang="uk-UA" b="0" i="0"/>
            <a:t>Четвертий Універсал Української Центральної Ради</a:t>
          </a:r>
          <a:endParaRPr lang="uk-UA"/>
        </a:p>
      </dgm:t>
    </dgm:pt>
    <dgm:pt modelId="{8FCD44F7-A808-4CFA-ABA1-6B1DF4641235}" type="parTrans" cxnId="{27EE0BEE-13F7-407E-B6E8-560EF15395B7}">
      <dgm:prSet/>
      <dgm:spPr/>
      <dgm:t>
        <a:bodyPr/>
        <a:lstStyle/>
        <a:p>
          <a:endParaRPr lang="uk-UA"/>
        </a:p>
      </dgm:t>
    </dgm:pt>
    <dgm:pt modelId="{F80F9558-7760-4681-8338-8CC8532ED1D5}" type="sibTrans" cxnId="{27EE0BEE-13F7-407E-B6E8-560EF15395B7}">
      <dgm:prSet/>
      <dgm:spPr/>
      <dgm:t>
        <a:bodyPr/>
        <a:lstStyle/>
        <a:p>
          <a:endParaRPr lang="uk-UA"/>
        </a:p>
      </dgm:t>
    </dgm:pt>
    <dgm:pt modelId="{E43EB4BF-615C-414E-80F3-A95945475508}" type="pres">
      <dgm:prSet presAssocID="{3AD90214-DE92-46C9-81E4-ADD23409BD12}" presName="linear" presStyleCnt="0">
        <dgm:presLayoutVars>
          <dgm:animLvl val="lvl"/>
          <dgm:resizeHandles val="exact"/>
        </dgm:presLayoutVars>
      </dgm:prSet>
      <dgm:spPr/>
    </dgm:pt>
    <dgm:pt modelId="{0B4EF40F-3E9D-401C-9668-35DF27C24B7F}" type="pres">
      <dgm:prSet presAssocID="{4F44EDE3-7EB6-4359-ACC5-46C0C5CA6B34}" presName="parentText" presStyleLbl="node1" presStyleIdx="0" presStyleCnt="4">
        <dgm:presLayoutVars>
          <dgm:chMax val="0"/>
          <dgm:bulletEnabled val="1"/>
        </dgm:presLayoutVars>
      </dgm:prSet>
      <dgm:spPr/>
    </dgm:pt>
    <dgm:pt modelId="{6F0E4A98-A11D-424A-A0AF-860A1347DEB2}" type="pres">
      <dgm:prSet presAssocID="{F1BF1EE9-9420-4E4E-AC65-7B8C211DEDCB}" presName="spacer" presStyleCnt="0"/>
      <dgm:spPr/>
    </dgm:pt>
    <dgm:pt modelId="{E5741C96-8739-48AD-9E6C-F4CAE71B9FFE}" type="pres">
      <dgm:prSet presAssocID="{CD1FD368-24DD-4814-BEF3-6372B1352094}" presName="parentText" presStyleLbl="node1" presStyleIdx="1" presStyleCnt="4">
        <dgm:presLayoutVars>
          <dgm:chMax val="0"/>
          <dgm:bulletEnabled val="1"/>
        </dgm:presLayoutVars>
      </dgm:prSet>
      <dgm:spPr/>
    </dgm:pt>
    <dgm:pt modelId="{1C3BF595-90E0-4E3E-8523-F6BDACC12CA4}" type="pres">
      <dgm:prSet presAssocID="{8166A249-B6BB-4EF3-9DAC-11899CF1757D}" presName="spacer" presStyleCnt="0"/>
      <dgm:spPr/>
    </dgm:pt>
    <dgm:pt modelId="{78946C4A-EA65-4EFB-8BED-1A254FC18D2F}" type="pres">
      <dgm:prSet presAssocID="{6B4E4AF2-AF5F-4E6F-A2E6-0980B6B21427}" presName="parentText" presStyleLbl="node1" presStyleIdx="2" presStyleCnt="4">
        <dgm:presLayoutVars>
          <dgm:chMax val="0"/>
          <dgm:bulletEnabled val="1"/>
        </dgm:presLayoutVars>
      </dgm:prSet>
      <dgm:spPr/>
    </dgm:pt>
    <dgm:pt modelId="{361E560C-9FD1-45EA-89B7-5A037305FF9A}" type="pres">
      <dgm:prSet presAssocID="{FB7E20C6-DEBB-4DDB-933F-FF8F5B19D495}" presName="spacer" presStyleCnt="0"/>
      <dgm:spPr/>
    </dgm:pt>
    <dgm:pt modelId="{A7706266-1920-4F37-B66F-5C43A65C1B54}" type="pres">
      <dgm:prSet presAssocID="{A696B1BE-5354-4EF1-83F6-525E61E667C5}" presName="parentText" presStyleLbl="node1" presStyleIdx="3" presStyleCnt="4">
        <dgm:presLayoutVars>
          <dgm:chMax val="0"/>
          <dgm:bulletEnabled val="1"/>
        </dgm:presLayoutVars>
      </dgm:prSet>
      <dgm:spPr/>
    </dgm:pt>
  </dgm:ptLst>
  <dgm:cxnLst>
    <dgm:cxn modelId="{888D2511-8019-46E3-8E97-A004F2C38ABB}" type="presOf" srcId="{4F44EDE3-7EB6-4359-ACC5-46C0C5CA6B34}" destId="{0B4EF40F-3E9D-401C-9668-35DF27C24B7F}" srcOrd="0" destOrd="0" presId="urn:microsoft.com/office/officeart/2005/8/layout/vList2"/>
    <dgm:cxn modelId="{051D2F25-6FCF-4546-9A81-488F54CED565}" type="presOf" srcId="{CD1FD368-24DD-4814-BEF3-6372B1352094}" destId="{E5741C96-8739-48AD-9E6C-F4CAE71B9FFE}" srcOrd="0" destOrd="0" presId="urn:microsoft.com/office/officeart/2005/8/layout/vList2"/>
    <dgm:cxn modelId="{2305B685-252A-4782-A48E-DCF466747C6A}" type="presOf" srcId="{A696B1BE-5354-4EF1-83F6-525E61E667C5}" destId="{A7706266-1920-4F37-B66F-5C43A65C1B54}" srcOrd="0" destOrd="0" presId="urn:microsoft.com/office/officeart/2005/8/layout/vList2"/>
    <dgm:cxn modelId="{261B7091-8CBB-4995-90E3-43AC36D8D46A}" type="presOf" srcId="{6B4E4AF2-AF5F-4E6F-A2E6-0980B6B21427}" destId="{78946C4A-EA65-4EFB-8BED-1A254FC18D2F}" srcOrd="0" destOrd="0" presId="urn:microsoft.com/office/officeart/2005/8/layout/vList2"/>
    <dgm:cxn modelId="{1FD8BC98-D4DC-42DA-BFBF-011C76214921}" srcId="{3AD90214-DE92-46C9-81E4-ADD23409BD12}" destId="{6B4E4AF2-AF5F-4E6F-A2E6-0980B6B21427}" srcOrd="2" destOrd="0" parTransId="{EC06690F-8188-479B-A457-F5558C54F5DE}" sibTransId="{FB7E20C6-DEBB-4DDB-933F-FF8F5B19D495}"/>
    <dgm:cxn modelId="{B22300C4-D774-4EAC-B5DD-41DBEE4466B9}" srcId="{3AD90214-DE92-46C9-81E4-ADD23409BD12}" destId="{4F44EDE3-7EB6-4359-ACC5-46C0C5CA6B34}" srcOrd="0" destOrd="0" parTransId="{FD23FB2E-6561-4C58-A979-96CA925A072C}" sibTransId="{F1BF1EE9-9420-4E4E-AC65-7B8C211DEDCB}"/>
    <dgm:cxn modelId="{D84CF0CD-111E-4CF2-8BCE-8793E4C1CE47}" type="presOf" srcId="{3AD90214-DE92-46C9-81E4-ADD23409BD12}" destId="{E43EB4BF-615C-414E-80F3-A95945475508}" srcOrd="0" destOrd="0" presId="urn:microsoft.com/office/officeart/2005/8/layout/vList2"/>
    <dgm:cxn modelId="{27EE0BEE-13F7-407E-B6E8-560EF15395B7}" srcId="{3AD90214-DE92-46C9-81E4-ADD23409BD12}" destId="{A696B1BE-5354-4EF1-83F6-525E61E667C5}" srcOrd="3" destOrd="0" parTransId="{8FCD44F7-A808-4CFA-ABA1-6B1DF4641235}" sibTransId="{F80F9558-7760-4681-8338-8CC8532ED1D5}"/>
    <dgm:cxn modelId="{5B7AFEFC-31B6-401E-B775-EE9D4EA5AAE7}" srcId="{3AD90214-DE92-46C9-81E4-ADD23409BD12}" destId="{CD1FD368-24DD-4814-BEF3-6372B1352094}" srcOrd="1" destOrd="0" parTransId="{101E1B79-6A18-4D05-A6A6-B8EDA967F319}" sibTransId="{8166A249-B6BB-4EF3-9DAC-11899CF1757D}"/>
    <dgm:cxn modelId="{E8E4C066-4868-4B22-80F7-4B8EAA395E7D}" type="presParOf" srcId="{E43EB4BF-615C-414E-80F3-A95945475508}" destId="{0B4EF40F-3E9D-401C-9668-35DF27C24B7F}" srcOrd="0" destOrd="0" presId="urn:microsoft.com/office/officeart/2005/8/layout/vList2"/>
    <dgm:cxn modelId="{75156462-E72A-465D-8682-D0EBBB24E314}" type="presParOf" srcId="{E43EB4BF-615C-414E-80F3-A95945475508}" destId="{6F0E4A98-A11D-424A-A0AF-860A1347DEB2}" srcOrd="1" destOrd="0" presId="urn:microsoft.com/office/officeart/2005/8/layout/vList2"/>
    <dgm:cxn modelId="{53E26B6C-6D5E-4553-8C28-A5666AF4347A}" type="presParOf" srcId="{E43EB4BF-615C-414E-80F3-A95945475508}" destId="{E5741C96-8739-48AD-9E6C-F4CAE71B9FFE}" srcOrd="2" destOrd="0" presId="urn:microsoft.com/office/officeart/2005/8/layout/vList2"/>
    <dgm:cxn modelId="{CC10B4F6-0414-496F-9986-8E0052049FF9}" type="presParOf" srcId="{E43EB4BF-615C-414E-80F3-A95945475508}" destId="{1C3BF595-90E0-4E3E-8523-F6BDACC12CA4}" srcOrd="3" destOrd="0" presId="urn:microsoft.com/office/officeart/2005/8/layout/vList2"/>
    <dgm:cxn modelId="{50589D94-8F80-467C-8698-764DFA0866A7}" type="presParOf" srcId="{E43EB4BF-615C-414E-80F3-A95945475508}" destId="{78946C4A-EA65-4EFB-8BED-1A254FC18D2F}" srcOrd="4" destOrd="0" presId="urn:microsoft.com/office/officeart/2005/8/layout/vList2"/>
    <dgm:cxn modelId="{D38FBE3B-FD10-4163-91A2-09B47712B874}" type="presParOf" srcId="{E43EB4BF-615C-414E-80F3-A95945475508}" destId="{361E560C-9FD1-45EA-89B7-5A037305FF9A}" srcOrd="5" destOrd="0" presId="urn:microsoft.com/office/officeart/2005/8/layout/vList2"/>
    <dgm:cxn modelId="{E7E3455A-9D6B-4DC7-9284-AA8E50188C48}" type="presParOf" srcId="{E43EB4BF-615C-414E-80F3-A95945475508}" destId="{A7706266-1920-4F37-B66F-5C43A65C1B5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D136C3C-2302-4C55-8DC7-AAEF4B94E8B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8894EA6-F6B7-445D-96F2-C64FBBF5FBA5}">
      <dgm:prSet/>
      <dgm:spPr/>
      <dgm:t>
        <a:bodyPr/>
        <a:lstStyle/>
        <a:p>
          <a:r>
            <a:rPr lang="ru-RU" b="0" i="0"/>
            <a:t>Рада Народних Міністрів УНР</a:t>
          </a:r>
          <a:endParaRPr lang="uk-UA"/>
        </a:p>
      </dgm:t>
    </dgm:pt>
    <dgm:pt modelId="{4BA44A56-DB26-4547-AA41-46CD7C557A4E}" type="parTrans" cxnId="{A2894CA4-F70C-4173-9CAF-AE8CE8D7D183}">
      <dgm:prSet/>
      <dgm:spPr/>
      <dgm:t>
        <a:bodyPr/>
        <a:lstStyle/>
        <a:p>
          <a:endParaRPr lang="uk-UA"/>
        </a:p>
      </dgm:t>
    </dgm:pt>
    <dgm:pt modelId="{A719F317-EE0E-4FCE-AD85-CD0F4CF4AC0B}" type="sibTrans" cxnId="{A2894CA4-F70C-4173-9CAF-AE8CE8D7D183}">
      <dgm:prSet/>
      <dgm:spPr/>
      <dgm:t>
        <a:bodyPr/>
        <a:lstStyle/>
        <a:p>
          <a:endParaRPr lang="uk-UA"/>
        </a:p>
      </dgm:t>
    </dgm:pt>
    <dgm:pt modelId="{6F4B74D8-DF8D-4AED-AEE9-0BA300211686}">
      <dgm:prSet/>
      <dgm:spPr/>
      <dgm:t>
        <a:bodyPr/>
        <a:lstStyle/>
        <a:p>
          <a:r>
            <a:rPr lang="ru-RU" b="0" i="0"/>
            <a:t>Рада Міністрів Української Держави</a:t>
          </a:r>
          <a:endParaRPr lang="uk-UA"/>
        </a:p>
      </dgm:t>
    </dgm:pt>
    <dgm:pt modelId="{044BD289-FDEC-4E7F-8671-865FB6A76E26}" type="parTrans" cxnId="{B9AA4557-7693-428D-97F5-48BF060D9A5C}">
      <dgm:prSet/>
      <dgm:spPr/>
      <dgm:t>
        <a:bodyPr/>
        <a:lstStyle/>
        <a:p>
          <a:endParaRPr lang="uk-UA"/>
        </a:p>
      </dgm:t>
    </dgm:pt>
    <dgm:pt modelId="{467ACF50-4AC4-4027-A4BD-36019E08C666}" type="sibTrans" cxnId="{B9AA4557-7693-428D-97F5-48BF060D9A5C}">
      <dgm:prSet/>
      <dgm:spPr/>
      <dgm:t>
        <a:bodyPr/>
        <a:lstStyle/>
        <a:p>
          <a:endParaRPr lang="uk-UA"/>
        </a:p>
      </dgm:t>
    </dgm:pt>
    <dgm:pt modelId="{3BEEBBE1-5FF5-4C1A-ABAB-E3CF0B98CB72}">
      <dgm:prSet/>
      <dgm:spPr/>
      <dgm:t>
        <a:bodyPr/>
        <a:lstStyle/>
        <a:p>
          <a:r>
            <a:rPr lang="ru-RU" b="0" i="0"/>
            <a:t>Директорія УНР</a:t>
          </a:r>
          <a:endParaRPr lang="uk-UA"/>
        </a:p>
      </dgm:t>
    </dgm:pt>
    <dgm:pt modelId="{E4558A3D-977B-4C5C-A187-159846D3E9C3}" type="parTrans" cxnId="{382C3F38-6913-4BB6-95E3-40457C02FF42}">
      <dgm:prSet/>
      <dgm:spPr/>
      <dgm:t>
        <a:bodyPr/>
        <a:lstStyle/>
        <a:p>
          <a:endParaRPr lang="uk-UA"/>
        </a:p>
      </dgm:t>
    </dgm:pt>
    <dgm:pt modelId="{1F5BCC9F-7546-4E38-BB2B-6CD972F9ACFC}" type="sibTrans" cxnId="{382C3F38-6913-4BB6-95E3-40457C02FF42}">
      <dgm:prSet/>
      <dgm:spPr/>
      <dgm:t>
        <a:bodyPr/>
        <a:lstStyle/>
        <a:p>
          <a:endParaRPr lang="uk-UA"/>
        </a:p>
      </dgm:t>
    </dgm:pt>
    <dgm:pt modelId="{9D3977DE-E63A-4355-8465-857658F36C47}">
      <dgm:prSet/>
      <dgm:spPr/>
      <dgm:t>
        <a:bodyPr/>
        <a:lstStyle/>
        <a:p>
          <a:r>
            <a:rPr lang="ru-RU" b="0" i="0"/>
            <a:t>Державний Секретаріат ЗУНР</a:t>
          </a:r>
          <a:endParaRPr lang="uk-UA"/>
        </a:p>
      </dgm:t>
    </dgm:pt>
    <dgm:pt modelId="{06AFC850-0853-4873-A376-96AE51CDBE58}" type="parTrans" cxnId="{2B491D5E-5D31-47E5-8713-CE1256CF6D99}">
      <dgm:prSet/>
      <dgm:spPr/>
      <dgm:t>
        <a:bodyPr/>
        <a:lstStyle/>
        <a:p>
          <a:endParaRPr lang="uk-UA"/>
        </a:p>
      </dgm:t>
    </dgm:pt>
    <dgm:pt modelId="{007498F1-B316-4159-931A-CFD7E8B12CEC}" type="sibTrans" cxnId="{2B491D5E-5D31-47E5-8713-CE1256CF6D99}">
      <dgm:prSet/>
      <dgm:spPr/>
      <dgm:t>
        <a:bodyPr/>
        <a:lstStyle/>
        <a:p>
          <a:endParaRPr lang="uk-UA"/>
        </a:p>
      </dgm:t>
    </dgm:pt>
    <dgm:pt modelId="{4787907C-A89A-4A5B-A84D-6938565CCF84}" type="pres">
      <dgm:prSet presAssocID="{6D136C3C-2302-4C55-8DC7-AAEF4B94E8B9}" presName="linear" presStyleCnt="0">
        <dgm:presLayoutVars>
          <dgm:animLvl val="lvl"/>
          <dgm:resizeHandles val="exact"/>
        </dgm:presLayoutVars>
      </dgm:prSet>
      <dgm:spPr/>
    </dgm:pt>
    <dgm:pt modelId="{B0422BB1-96DF-4902-A846-7C68F224D9BC}" type="pres">
      <dgm:prSet presAssocID="{58894EA6-F6B7-445D-96F2-C64FBBF5FBA5}" presName="parentText" presStyleLbl="node1" presStyleIdx="0" presStyleCnt="4">
        <dgm:presLayoutVars>
          <dgm:chMax val="0"/>
          <dgm:bulletEnabled val="1"/>
        </dgm:presLayoutVars>
      </dgm:prSet>
      <dgm:spPr/>
    </dgm:pt>
    <dgm:pt modelId="{6FBBB7D4-F205-41DB-8802-4B7CF685D879}" type="pres">
      <dgm:prSet presAssocID="{A719F317-EE0E-4FCE-AD85-CD0F4CF4AC0B}" presName="spacer" presStyleCnt="0"/>
      <dgm:spPr/>
    </dgm:pt>
    <dgm:pt modelId="{CC0E587A-00E2-48D9-A2BA-9CF6ED3201C8}" type="pres">
      <dgm:prSet presAssocID="{6F4B74D8-DF8D-4AED-AEE9-0BA300211686}" presName="parentText" presStyleLbl="node1" presStyleIdx="1" presStyleCnt="4">
        <dgm:presLayoutVars>
          <dgm:chMax val="0"/>
          <dgm:bulletEnabled val="1"/>
        </dgm:presLayoutVars>
      </dgm:prSet>
      <dgm:spPr/>
    </dgm:pt>
    <dgm:pt modelId="{6E8CC6D1-39F5-4D91-BBCC-F8C1B5B10EAF}" type="pres">
      <dgm:prSet presAssocID="{467ACF50-4AC4-4027-A4BD-36019E08C666}" presName="spacer" presStyleCnt="0"/>
      <dgm:spPr/>
    </dgm:pt>
    <dgm:pt modelId="{AD52C527-6574-4214-8A8E-C14199A82DED}" type="pres">
      <dgm:prSet presAssocID="{3BEEBBE1-5FF5-4C1A-ABAB-E3CF0B98CB72}" presName="parentText" presStyleLbl="node1" presStyleIdx="2" presStyleCnt="4">
        <dgm:presLayoutVars>
          <dgm:chMax val="0"/>
          <dgm:bulletEnabled val="1"/>
        </dgm:presLayoutVars>
      </dgm:prSet>
      <dgm:spPr/>
    </dgm:pt>
    <dgm:pt modelId="{A795DE6A-A920-41E2-8E09-75759A801CFD}" type="pres">
      <dgm:prSet presAssocID="{1F5BCC9F-7546-4E38-BB2B-6CD972F9ACFC}" presName="spacer" presStyleCnt="0"/>
      <dgm:spPr/>
    </dgm:pt>
    <dgm:pt modelId="{6216AAC5-9DD2-4CD6-854F-90B78620C2FC}" type="pres">
      <dgm:prSet presAssocID="{9D3977DE-E63A-4355-8465-857658F36C47}" presName="parentText" presStyleLbl="node1" presStyleIdx="3" presStyleCnt="4">
        <dgm:presLayoutVars>
          <dgm:chMax val="0"/>
          <dgm:bulletEnabled val="1"/>
        </dgm:presLayoutVars>
      </dgm:prSet>
      <dgm:spPr/>
    </dgm:pt>
  </dgm:ptLst>
  <dgm:cxnLst>
    <dgm:cxn modelId="{382C3F38-6913-4BB6-95E3-40457C02FF42}" srcId="{6D136C3C-2302-4C55-8DC7-AAEF4B94E8B9}" destId="{3BEEBBE1-5FF5-4C1A-ABAB-E3CF0B98CB72}" srcOrd="2" destOrd="0" parTransId="{E4558A3D-977B-4C5C-A187-159846D3E9C3}" sibTransId="{1F5BCC9F-7546-4E38-BB2B-6CD972F9ACFC}"/>
    <dgm:cxn modelId="{2B491D5E-5D31-47E5-8713-CE1256CF6D99}" srcId="{6D136C3C-2302-4C55-8DC7-AAEF4B94E8B9}" destId="{9D3977DE-E63A-4355-8465-857658F36C47}" srcOrd="3" destOrd="0" parTransId="{06AFC850-0853-4873-A376-96AE51CDBE58}" sibTransId="{007498F1-B316-4159-931A-CFD7E8B12CEC}"/>
    <dgm:cxn modelId="{D6A44661-6A9B-4474-8D53-C7239E584327}" type="presOf" srcId="{58894EA6-F6B7-445D-96F2-C64FBBF5FBA5}" destId="{B0422BB1-96DF-4902-A846-7C68F224D9BC}" srcOrd="0" destOrd="0" presId="urn:microsoft.com/office/officeart/2005/8/layout/vList2"/>
    <dgm:cxn modelId="{08ABA04A-9ABF-4C2D-9D96-65FA25C4CAF8}" type="presOf" srcId="{6D136C3C-2302-4C55-8DC7-AAEF4B94E8B9}" destId="{4787907C-A89A-4A5B-A84D-6938565CCF84}" srcOrd="0" destOrd="0" presId="urn:microsoft.com/office/officeart/2005/8/layout/vList2"/>
    <dgm:cxn modelId="{B130856E-11DE-47FD-8757-AA2F3F48C4C5}" type="presOf" srcId="{6F4B74D8-DF8D-4AED-AEE9-0BA300211686}" destId="{CC0E587A-00E2-48D9-A2BA-9CF6ED3201C8}" srcOrd="0" destOrd="0" presId="urn:microsoft.com/office/officeart/2005/8/layout/vList2"/>
    <dgm:cxn modelId="{B9AA4557-7693-428D-97F5-48BF060D9A5C}" srcId="{6D136C3C-2302-4C55-8DC7-AAEF4B94E8B9}" destId="{6F4B74D8-DF8D-4AED-AEE9-0BA300211686}" srcOrd="1" destOrd="0" parTransId="{044BD289-FDEC-4E7F-8671-865FB6A76E26}" sibTransId="{467ACF50-4AC4-4027-A4BD-36019E08C666}"/>
    <dgm:cxn modelId="{A2894CA4-F70C-4173-9CAF-AE8CE8D7D183}" srcId="{6D136C3C-2302-4C55-8DC7-AAEF4B94E8B9}" destId="{58894EA6-F6B7-445D-96F2-C64FBBF5FBA5}" srcOrd="0" destOrd="0" parTransId="{4BA44A56-DB26-4547-AA41-46CD7C557A4E}" sibTransId="{A719F317-EE0E-4FCE-AD85-CD0F4CF4AC0B}"/>
    <dgm:cxn modelId="{F687F6A7-1CF6-4D62-99FC-50F11858361E}" type="presOf" srcId="{3BEEBBE1-5FF5-4C1A-ABAB-E3CF0B98CB72}" destId="{AD52C527-6574-4214-8A8E-C14199A82DED}" srcOrd="0" destOrd="0" presId="urn:microsoft.com/office/officeart/2005/8/layout/vList2"/>
    <dgm:cxn modelId="{EE737BD7-E2FA-4923-B672-DB020F11E64D}" type="presOf" srcId="{9D3977DE-E63A-4355-8465-857658F36C47}" destId="{6216AAC5-9DD2-4CD6-854F-90B78620C2FC}" srcOrd="0" destOrd="0" presId="urn:microsoft.com/office/officeart/2005/8/layout/vList2"/>
    <dgm:cxn modelId="{50D64CE9-0313-4CA0-AD33-737098E241D9}" type="presParOf" srcId="{4787907C-A89A-4A5B-A84D-6938565CCF84}" destId="{B0422BB1-96DF-4902-A846-7C68F224D9BC}" srcOrd="0" destOrd="0" presId="urn:microsoft.com/office/officeart/2005/8/layout/vList2"/>
    <dgm:cxn modelId="{55084C5F-8BE6-4243-AF7F-8C1553D003AD}" type="presParOf" srcId="{4787907C-A89A-4A5B-A84D-6938565CCF84}" destId="{6FBBB7D4-F205-41DB-8802-4B7CF685D879}" srcOrd="1" destOrd="0" presId="urn:microsoft.com/office/officeart/2005/8/layout/vList2"/>
    <dgm:cxn modelId="{1F1FD5E6-51E0-4414-98C9-17567D8C1F69}" type="presParOf" srcId="{4787907C-A89A-4A5B-A84D-6938565CCF84}" destId="{CC0E587A-00E2-48D9-A2BA-9CF6ED3201C8}" srcOrd="2" destOrd="0" presId="urn:microsoft.com/office/officeart/2005/8/layout/vList2"/>
    <dgm:cxn modelId="{41A1407B-F721-4A82-AE04-9DE2E9CCFF84}" type="presParOf" srcId="{4787907C-A89A-4A5B-A84D-6938565CCF84}" destId="{6E8CC6D1-39F5-4D91-BBCC-F8C1B5B10EAF}" srcOrd="3" destOrd="0" presId="urn:microsoft.com/office/officeart/2005/8/layout/vList2"/>
    <dgm:cxn modelId="{935143F9-1D17-4845-9B86-267CCE907531}" type="presParOf" srcId="{4787907C-A89A-4A5B-A84D-6938565CCF84}" destId="{AD52C527-6574-4214-8A8E-C14199A82DED}" srcOrd="4" destOrd="0" presId="urn:microsoft.com/office/officeart/2005/8/layout/vList2"/>
    <dgm:cxn modelId="{A068F478-5035-448E-B60E-B37623A0771D}" type="presParOf" srcId="{4787907C-A89A-4A5B-A84D-6938565CCF84}" destId="{A795DE6A-A920-41E2-8E09-75759A801CFD}" srcOrd="5" destOrd="0" presId="urn:microsoft.com/office/officeart/2005/8/layout/vList2"/>
    <dgm:cxn modelId="{4DABBDE3-A697-4828-9F9F-30E2C9EA3C87}" type="presParOf" srcId="{4787907C-A89A-4A5B-A84D-6938565CCF84}" destId="{6216AAC5-9DD2-4CD6-854F-90B78620C2F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1B371D-041F-46C3-AB48-48C7CBFB2D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058A161-52B0-493F-921F-14A0CBC6EE39}">
      <dgm:prSet/>
      <dgm:spPr/>
      <dgm:t>
        <a:bodyPr/>
        <a:lstStyle/>
        <a:p>
          <a:r>
            <a:rPr lang="uk-UA" b="0" i="0"/>
            <a:t>С. Єфремова, лідера Української партії соціалістів-федералістів.</a:t>
          </a:r>
          <a:endParaRPr lang="uk-UA"/>
        </a:p>
      </dgm:t>
    </dgm:pt>
    <dgm:pt modelId="{F4380A01-2EE9-423A-BFA3-0E40D620FE49}" type="parTrans" cxnId="{C5319D81-DCBD-4B9B-8E40-632000A36FE2}">
      <dgm:prSet/>
      <dgm:spPr/>
      <dgm:t>
        <a:bodyPr/>
        <a:lstStyle/>
        <a:p>
          <a:endParaRPr lang="uk-UA"/>
        </a:p>
      </dgm:t>
    </dgm:pt>
    <dgm:pt modelId="{3DF4E365-1313-47A7-A0E7-62386D3FAE01}" type="sibTrans" cxnId="{C5319D81-DCBD-4B9B-8E40-632000A36FE2}">
      <dgm:prSet/>
      <dgm:spPr/>
      <dgm:t>
        <a:bodyPr/>
        <a:lstStyle/>
        <a:p>
          <a:endParaRPr lang="uk-UA"/>
        </a:p>
      </dgm:t>
    </dgm:pt>
    <dgm:pt modelId="{3932977B-27B3-4D89-9C2F-E395AC0150E8}">
      <dgm:prSet/>
      <dgm:spPr/>
      <dgm:t>
        <a:bodyPr/>
        <a:lstStyle/>
        <a:p>
          <a:r>
            <a:rPr lang="uk-UA" b="0" i="0"/>
            <a:t>Є. Петрушевича, президента Західноукраїнської Народної Республіки.</a:t>
          </a:r>
          <a:endParaRPr lang="uk-UA"/>
        </a:p>
      </dgm:t>
    </dgm:pt>
    <dgm:pt modelId="{1951678D-CFCC-4BD4-AF2E-78B4BA850160}" type="parTrans" cxnId="{CBB77B08-591A-44FF-B493-81AF93FC4FFF}">
      <dgm:prSet/>
      <dgm:spPr/>
      <dgm:t>
        <a:bodyPr/>
        <a:lstStyle/>
        <a:p>
          <a:endParaRPr lang="uk-UA"/>
        </a:p>
      </dgm:t>
    </dgm:pt>
    <dgm:pt modelId="{CB651347-BA3A-45C1-A219-C5FDE7FDC71B}" type="sibTrans" cxnId="{CBB77B08-591A-44FF-B493-81AF93FC4FFF}">
      <dgm:prSet/>
      <dgm:spPr/>
      <dgm:t>
        <a:bodyPr/>
        <a:lstStyle/>
        <a:p>
          <a:endParaRPr lang="uk-UA"/>
        </a:p>
      </dgm:t>
    </dgm:pt>
    <dgm:pt modelId="{77AB802D-2686-4532-BCA1-59021820CFE9}">
      <dgm:prSet/>
      <dgm:spPr/>
      <dgm:t>
        <a:bodyPr/>
        <a:lstStyle/>
        <a:p>
          <a:r>
            <a:rPr lang="uk-UA" b="0" i="0"/>
            <a:t>Х. Раковського, голову Ради Народних Комісарів УСРР.</a:t>
          </a:r>
          <a:endParaRPr lang="uk-UA"/>
        </a:p>
      </dgm:t>
    </dgm:pt>
    <dgm:pt modelId="{A827FDCD-2357-455E-AABD-8581B8F0D349}" type="parTrans" cxnId="{D790ECBA-6A3A-4D5F-B868-EB68AC18D2E2}">
      <dgm:prSet/>
      <dgm:spPr/>
      <dgm:t>
        <a:bodyPr/>
        <a:lstStyle/>
        <a:p>
          <a:endParaRPr lang="uk-UA"/>
        </a:p>
      </dgm:t>
    </dgm:pt>
    <dgm:pt modelId="{900C4798-DEB9-4BC5-A2B9-E5A8B36CE6EF}" type="sibTrans" cxnId="{D790ECBA-6A3A-4D5F-B868-EB68AC18D2E2}">
      <dgm:prSet/>
      <dgm:spPr/>
      <dgm:t>
        <a:bodyPr/>
        <a:lstStyle/>
        <a:p>
          <a:endParaRPr lang="uk-UA"/>
        </a:p>
      </dgm:t>
    </dgm:pt>
    <dgm:pt modelId="{F68CE961-938E-4032-86DE-F3F045AD1D0A}">
      <dgm:prSet/>
      <dgm:spPr/>
      <dgm:t>
        <a:bodyPr/>
        <a:lstStyle/>
        <a:p>
          <a:r>
            <a:rPr lang="uk-UA" b="0" i="0"/>
            <a:t>В. Дорошенка, члена президії Союзу визволення України.</a:t>
          </a:r>
          <a:endParaRPr lang="uk-UA"/>
        </a:p>
      </dgm:t>
    </dgm:pt>
    <dgm:pt modelId="{C9F1713E-697C-41BC-826D-A68962B4C599}" type="parTrans" cxnId="{8D80E3A7-56CF-497F-8E2B-1544006424EF}">
      <dgm:prSet/>
      <dgm:spPr/>
      <dgm:t>
        <a:bodyPr/>
        <a:lstStyle/>
        <a:p>
          <a:endParaRPr lang="uk-UA"/>
        </a:p>
      </dgm:t>
    </dgm:pt>
    <dgm:pt modelId="{EBFD4FCD-334E-48E8-9B85-D6474CA1D1A9}" type="sibTrans" cxnId="{8D80E3A7-56CF-497F-8E2B-1544006424EF}">
      <dgm:prSet/>
      <dgm:spPr/>
      <dgm:t>
        <a:bodyPr/>
        <a:lstStyle/>
        <a:p>
          <a:endParaRPr lang="uk-UA"/>
        </a:p>
      </dgm:t>
    </dgm:pt>
    <dgm:pt modelId="{72AC5B87-039E-4F98-95BE-D5562CF25D55}" type="pres">
      <dgm:prSet presAssocID="{9A1B371D-041F-46C3-AB48-48C7CBFB2DD3}" presName="linear" presStyleCnt="0">
        <dgm:presLayoutVars>
          <dgm:animLvl val="lvl"/>
          <dgm:resizeHandles val="exact"/>
        </dgm:presLayoutVars>
      </dgm:prSet>
      <dgm:spPr/>
    </dgm:pt>
    <dgm:pt modelId="{E95EF81A-4704-487E-A9D9-59E176703683}" type="pres">
      <dgm:prSet presAssocID="{3058A161-52B0-493F-921F-14A0CBC6EE39}" presName="parentText" presStyleLbl="node1" presStyleIdx="0" presStyleCnt="4">
        <dgm:presLayoutVars>
          <dgm:chMax val="0"/>
          <dgm:bulletEnabled val="1"/>
        </dgm:presLayoutVars>
      </dgm:prSet>
      <dgm:spPr/>
    </dgm:pt>
    <dgm:pt modelId="{DC3E15F1-7D08-4C19-9A9C-61D08191F12E}" type="pres">
      <dgm:prSet presAssocID="{3DF4E365-1313-47A7-A0E7-62386D3FAE01}" presName="spacer" presStyleCnt="0"/>
      <dgm:spPr/>
    </dgm:pt>
    <dgm:pt modelId="{ED15BC30-6470-4A55-9934-48D0E290A4E1}" type="pres">
      <dgm:prSet presAssocID="{3932977B-27B3-4D89-9C2F-E395AC0150E8}" presName="parentText" presStyleLbl="node1" presStyleIdx="1" presStyleCnt="4">
        <dgm:presLayoutVars>
          <dgm:chMax val="0"/>
          <dgm:bulletEnabled val="1"/>
        </dgm:presLayoutVars>
      </dgm:prSet>
      <dgm:spPr/>
    </dgm:pt>
    <dgm:pt modelId="{FB01AE1D-5EF3-4FAF-88C0-9C0EFB6C58FF}" type="pres">
      <dgm:prSet presAssocID="{CB651347-BA3A-45C1-A219-C5FDE7FDC71B}" presName="spacer" presStyleCnt="0"/>
      <dgm:spPr/>
    </dgm:pt>
    <dgm:pt modelId="{95858263-6A2E-4A46-B500-F3C2D3A86FF1}" type="pres">
      <dgm:prSet presAssocID="{77AB802D-2686-4532-BCA1-59021820CFE9}" presName="parentText" presStyleLbl="node1" presStyleIdx="2" presStyleCnt="4">
        <dgm:presLayoutVars>
          <dgm:chMax val="0"/>
          <dgm:bulletEnabled val="1"/>
        </dgm:presLayoutVars>
      </dgm:prSet>
      <dgm:spPr/>
    </dgm:pt>
    <dgm:pt modelId="{72992564-3836-49E4-8A9F-88E412192B7D}" type="pres">
      <dgm:prSet presAssocID="{900C4798-DEB9-4BC5-A2B9-E5A8B36CE6EF}" presName="spacer" presStyleCnt="0"/>
      <dgm:spPr/>
    </dgm:pt>
    <dgm:pt modelId="{5186DE2D-9414-428E-B2C7-2DDC043C9131}" type="pres">
      <dgm:prSet presAssocID="{F68CE961-938E-4032-86DE-F3F045AD1D0A}" presName="parentText" presStyleLbl="node1" presStyleIdx="3" presStyleCnt="4">
        <dgm:presLayoutVars>
          <dgm:chMax val="0"/>
          <dgm:bulletEnabled val="1"/>
        </dgm:presLayoutVars>
      </dgm:prSet>
      <dgm:spPr/>
    </dgm:pt>
  </dgm:ptLst>
  <dgm:cxnLst>
    <dgm:cxn modelId="{CBB77B08-591A-44FF-B493-81AF93FC4FFF}" srcId="{9A1B371D-041F-46C3-AB48-48C7CBFB2DD3}" destId="{3932977B-27B3-4D89-9C2F-E395AC0150E8}" srcOrd="1" destOrd="0" parTransId="{1951678D-CFCC-4BD4-AF2E-78B4BA850160}" sibTransId="{CB651347-BA3A-45C1-A219-C5FDE7FDC71B}"/>
    <dgm:cxn modelId="{D26C751F-E7B6-4312-99DF-9D61B7B12CC0}" type="presOf" srcId="{3058A161-52B0-493F-921F-14A0CBC6EE39}" destId="{E95EF81A-4704-487E-A9D9-59E176703683}" srcOrd="0" destOrd="0" presId="urn:microsoft.com/office/officeart/2005/8/layout/vList2"/>
    <dgm:cxn modelId="{C5319D81-DCBD-4B9B-8E40-632000A36FE2}" srcId="{9A1B371D-041F-46C3-AB48-48C7CBFB2DD3}" destId="{3058A161-52B0-493F-921F-14A0CBC6EE39}" srcOrd="0" destOrd="0" parTransId="{F4380A01-2EE9-423A-BFA3-0E40D620FE49}" sibTransId="{3DF4E365-1313-47A7-A0E7-62386D3FAE01}"/>
    <dgm:cxn modelId="{4EC0C284-5A59-41CE-A68A-E611DE3A042F}" type="presOf" srcId="{9A1B371D-041F-46C3-AB48-48C7CBFB2DD3}" destId="{72AC5B87-039E-4F98-95BE-D5562CF25D55}" srcOrd="0" destOrd="0" presId="urn:microsoft.com/office/officeart/2005/8/layout/vList2"/>
    <dgm:cxn modelId="{EAF5B094-3196-4191-8C35-C20308B08FE6}" type="presOf" srcId="{77AB802D-2686-4532-BCA1-59021820CFE9}" destId="{95858263-6A2E-4A46-B500-F3C2D3A86FF1}" srcOrd="0" destOrd="0" presId="urn:microsoft.com/office/officeart/2005/8/layout/vList2"/>
    <dgm:cxn modelId="{8D80E3A7-56CF-497F-8E2B-1544006424EF}" srcId="{9A1B371D-041F-46C3-AB48-48C7CBFB2DD3}" destId="{F68CE961-938E-4032-86DE-F3F045AD1D0A}" srcOrd="3" destOrd="0" parTransId="{C9F1713E-697C-41BC-826D-A68962B4C599}" sibTransId="{EBFD4FCD-334E-48E8-9B85-D6474CA1D1A9}"/>
    <dgm:cxn modelId="{D790ECBA-6A3A-4D5F-B868-EB68AC18D2E2}" srcId="{9A1B371D-041F-46C3-AB48-48C7CBFB2DD3}" destId="{77AB802D-2686-4532-BCA1-59021820CFE9}" srcOrd="2" destOrd="0" parTransId="{A827FDCD-2357-455E-AABD-8581B8F0D349}" sibTransId="{900C4798-DEB9-4BC5-A2B9-E5A8B36CE6EF}"/>
    <dgm:cxn modelId="{42FE3DE6-5EF1-4557-9472-C3D653664A26}" type="presOf" srcId="{3932977B-27B3-4D89-9C2F-E395AC0150E8}" destId="{ED15BC30-6470-4A55-9934-48D0E290A4E1}" srcOrd="0" destOrd="0" presId="urn:microsoft.com/office/officeart/2005/8/layout/vList2"/>
    <dgm:cxn modelId="{442616EA-3718-4205-B048-14F1C7829701}" type="presOf" srcId="{F68CE961-938E-4032-86DE-F3F045AD1D0A}" destId="{5186DE2D-9414-428E-B2C7-2DDC043C9131}" srcOrd="0" destOrd="0" presId="urn:microsoft.com/office/officeart/2005/8/layout/vList2"/>
    <dgm:cxn modelId="{84C3EF6A-439D-498F-89F8-C407604B2806}" type="presParOf" srcId="{72AC5B87-039E-4F98-95BE-D5562CF25D55}" destId="{E95EF81A-4704-487E-A9D9-59E176703683}" srcOrd="0" destOrd="0" presId="urn:microsoft.com/office/officeart/2005/8/layout/vList2"/>
    <dgm:cxn modelId="{0ED0E8A9-CBFC-42D0-B317-1D8449FFF9A1}" type="presParOf" srcId="{72AC5B87-039E-4F98-95BE-D5562CF25D55}" destId="{DC3E15F1-7D08-4C19-9A9C-61D08191F12E}" srcOrd="1" destOrd="0" presId="urn:microsoft.com/office/officeart/2005/8/layout/vList2"/>
    <dgm:cxn modelId="{AD59BD0D-2AC4-455A-B849-4F622FE24F2B}" type="presParOf" srcId="{72AC5B87-039E-4F98-95BE-D5562CF25D55}" destId="{ED15BC30-6470-4A55-9934-48D0E290A4E1}" srcOrd="2" destOrd="0" presId="urn:microsoft.com/office/officeart/2005/8/layout/vList2"/>
    <dgm:cxn modelId="{E7AF5203-973B-4614-9798-C07003296125}" type="presParOf" srcId="{72AC5B87-039E-4F98-95BE-D5562CF25D55}" destId="{FB01AE1D-5EF3-4FAF-88C0-9C0EFB6C58FF}" srcOrd="3" destOrd="0" presId="urn:microsoft.com/office/officeart/2005/8/layout/vList2"/>
    <dgm:cxn modelId="{96DB29D3-CD54-4BC9-B6CE-34AE1E5BD0BE}" type="presParOf" srcId="{72AC5B87-039E-4F98-95BE-D5562CF25D55}" destId="{95858263-6A2E-4A46-B500-F3C2D3A86FF1}" srcOrd="4" destOrd="0" presId="urn:microsoft.com/office/officeart/2005/8/layout/vList2"/>
    <dgm:cxn modelId="{37119F95-C382-49A4-A67A-2B946E1A2D7C}" type="presParOf" srcId="{72AC5B87-039E-4F98-95BE-D5562CF25D55}" destId="{72992564-3836-49E4-8A9F-88E412192B7D}" srcOrd="5" destOrd="0" presId="urn:microsoft.com/office/officeart/2005/8/layout/vList2"/>
    <dgm:cxn modelId="{D12ECDCE-24E4-4611-B02C-CE1F8D7521CF}" type="presParOf" srcId="{72AC5B87-039E-4F98-95BE-D5562CF25D55}" destId="{5186DE2D-9414-428E-B2C7-2DDC043C913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9AD7770-F1F9-4E1E-96E7-A093C81EC2E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8839B3B-D883-40BE-AEC8-3D93F547F64A}">
      <dgm:prSet/>
      <dgm:spPr/>
      <dgm:t>
        <a:bodyPr/>
        <a:lstStyle/>
        <a:p>
          <a:r>
            <a:rPr lang="uk-UA" b="0" i="0"/>
            <a:t>співзасновника Української національно- демократичної партії, голову Державного секретаріату Західноукраїнської Народної Республіки.</a:t>
          </a:r>
          <a:endParaRPr lang="uk-UA"/>
        </a:p>
      </dgm:t>
    </dgm:pt>
    <dgm:pt modelId="{DAA5E5CE-38BD-4CFE-9D2A-F435140513C9}" type="parTrans" cxnId="{E551A9BD-E0CD-4FC9-9585-240F8CA712D5}">
      <dgm:prSet/>
      <dgm:spPr/>
      <dgm:t>
        <a:bodyPr/>
        <a:lstStyle/>
        <a:p>
          <a:endParaRPr lang="uk-UA"/>
        </a:p>
      </dgm:t>
    </dgm:pt>
    <dgm:pt modelId="{6FDAB25F-823A-4E1B-81D2-8E074685D322}" type="sibTrans" cxnId="{E551A9BD-E0CD-4FC9-9585-240F8CA712D5}">
      <dgm:prSet/>
      <dgm:spPr/>
      <dgm:t>
        <a:bodyPr/>
        <a:lstStyle/>
        <a:p>
          <a:endParaRPr lang="uk-UA"/>
        </a:p>
      </dgm:t>
    </dgm:pt>
    <dgm:pt modelId="{0611E6BC-E0E4-41DF-BA14-99AC8C94001C}">
      <dgm:prSet/>
      <dgm:spPr/>
      <dgm:t>
        <a:bodyPr/>
        <a:lstStyle/>
        <a:p>
          <a:r>
            <a:rPr lang="uk-UA" b="0" i="0"/>
            <a:t>керманича Союзу визволення України, дипломата Української Держави.</a:t>
          </a:r>
          <a:endParaRPr lang="uk-UA"/>
        </a:p>
      </dgm:t>
    </dgm:pt>
    <dgm:pt modelId="{7B9FD331-75CB-48D9-A275-F922E0943102}" type="parTrans" cxnId="{7C771718-8E2C-4C78-A78A-2A8E3CF83309}">
      <dgm:prSet/>
      <dgm:spPr/>
      <dgm:t>
        <a:bodyPr/>
        <a:lstStyle/>
        <a:p>
          <a:endParaRPr lang="uk-UA"/>
        </a:p>
      </dgm:t>
    </dgm:pt>
    <dgm:pt modelId="{E2B13559-DFB0-41BB-BF65-86F637BC5BF3}" type="sibTrans" cxnId="{7C771718-8E2C-4C78-A78A-2A8E3CF83309}">
      <dgm:prSet/>
      <dgm:spPr/>
      <dgm:t>
        <a:bodyPr/>
        <a:lstStyle/>
        <a:p>
          <a:endParaRPr lang="uk-UA"/>
        </a:p>
      </dgm:t>
    </dgm:pt>
    <dgm:pt modelId="{455EDA9C-430D-4176-A396-609C53CF4AB0}">
      <dgm:prSet/>
      <dgm:spPr/>
      <dgm:t>
        <a:bodyPr/>
        <a:lstStyle/>
        <a:p>
          <a:r>
            <a:rPr lang="uk-UA" b="0" i="0"/>
            <a:t>першого команданта легіону Українських січових стрільців, депутата Сейму від Української національно-демократичної партії.</a:t>
          </a:r>
          <a:endParaRPr lang="uk-UA"/>
        </a:p>
      </dgm:t>
    </dgm:pt>
    <dgm:pt modelId="{5B809606-676F-40F2-833C-8B4A15272053}" type="parTrans" cxnId="{BA52A661-0571-4B97-B59D-C64DBD9DA64D}">
      <dgm:prSet/>
      <dgm:spPr/>
      <dgm:t>
        <a:bodyPr/>
        <a:lstStyle/>
        <a:p>
          <a:endParaRPr lang="uk-UA"/>
        </a:p>
      </dgm:t>
    </dgm:pt>
    <dgm:pt modelId="{08382209-CFE5-4029-9352-A103A7431B3B}" type="sibTrans" cxnId="{BA52A661-0571-4B97-B59D-C64DBD9DA64D}">
      <dgm:prSet/>
      <dgm:spPr/>
      <dgm:t>
        <a:bodyPr/>
        <a:lstStyle/>
        <a:p>
          <a:endParaRPr lang="uk-UA"/>
        </a:p>
      </dgm:t>
    </dgm:pt>
    <dgm:pt modelId="{2ECD02C9-1B0C-46EF-888F-5B1D15121610}">
      <dgm:prSet/>
      <dgm:spPr/>
      <dgm:t>
        <a:bodyPr/>
        <a:lstStyle/>
        <a:p>
          <a:r>
            <a:rPr lang="uk-UA" b="0" i="0"/>
            <a:t>співзасновника й голову Української національної партії на Буковині, голову української національної громади в Румунії.</a:t>
          </a:r>
          <a:endParaRPr lang="uk-UA"/>
        </a:p>
      </dgm:t>
    </dgm:pt>
    <dgm:pt modelId="{44DC15AC-818B-49D9-B87E-58A10C43F5FC}" type="parTrans" cxnId="{2FDA7D12-C002-4C7E-9E91-BC3F4D4F427F}">
      <dgm:prSet/>
      <dgm:spPr/>
      <dgm:t>
        <a:bodyPr/>
        <a:lstStyle/>
        <a:p>
          <a:endParaRPr lang="uk-UA"/>
        </a:p>
      </dgm:t>
    </dgm:pt>
    <dgm:pt modelId="{9A26C5A7-2E0D-43F3-AAD0-7A0F29FCEBC0}" type="sibTrans" cxnId="{2FDA7D12-C002-4C7E-9E91-BC3F4D4F427F}">
      <dgm:prSet/>
      <dgm:spPr/>
      <dgm:t>
        <a:bodyPr/>
        <a:lstStyle/>
        <a:p>
          <a:endParaRPr lang="uk-UA"/>
        </a:p>
      </dgm:t>
    </dgm:pt>
    <dgm:pt modelId="{FA34EE49-56C1-4FE3-90C9-B26A8C54CAD1}" type="pres">
      <dgm:prSet presAssocID="{19AD7770-F1F9-4E1E-96E7-A093C81EC2ED}" presName="linear" presStyleCnt="0">
        <dgm:presLayoutVars>
          <dgm:animLvl val="lvl"/>
          <dgm:resizeHandles val="exact"/>
        </dgm:presLayoutVars>
      </dgm:prSet>
      <dgm:spPr/>
    </dgm:pt>
    <dgm:pt modelId="{FA792DB9-358C-4E03-B2BC-018C42435D9C}" type="pres">
      <dgm:prSet presAssocID="{A8839B3B-D883-40BE-AEC8-3D93F547F64A}" presName="parentText" presStyleLbl="node1" presStyleIdx="0" presStyleCnt="4">
        <dgm:presLayoutVars>
          <dgm:chMax val="0"/>
          <dgm:bulletEnabled val="1"/>
        </dgm:presLayoutVars>
      </dgm:prSet>
      <dgm:spPr/>
    </dgm:pt>
    <dgm:pt modelId="{551CC9F5-96D0-404E-8209-C74555A63FC0}" type="pres">
      <dgm:prSet presAssocID="{6FDAB25F-823A-4E1B-81D2-8E074685D322}" presName="spacer" presStyleCnt="0"/>
      <dgm:spPr/>
    </dgm:pt>
    <dgm:pt modelId="{CDDE7B89-6646-434F-AC36-1DD0C0A695BD}" type="pres">
      <dgm:prSet presAssocID="{0611E6BC-E0E4-41DF-BA14-99AC8C94001C}" presName="parentText" presStyleLbl="node1" presStyleIdx="1" presStyleCnt="4">
        <dgm:presLayoutVars>
          <dgm:chMax val="0"/>
          <dgm:bulletEnabled val="1"/>
        </dgm:presLayoutVars>
      </dgm:prSet>
      <dgm:spPr/>
    </dgm:pt>
    <dgm:pt modelId="{936BDF09-0858-4150-AF95-F4CB766B3D71}" type="pres">
      <dgm:prSet presAssocID="{E2B13559-DFB0-41BB-BF65-86F637BC5BF3}" presName="spacer" presStyleCnt="0"/>
      <dgm:spPr/>
    </dgm:pt>
    <dgm:pt modelId="{8B8D8FC4-FD76-40F4-853E-17B9BD51E501}" type="pres">
      <dgm:prSet presAssocID="{455EDA9C-430D-4176-A396-609C53CF4AB0}" presName="parentText" presStyleLbl="node1" presStyleIdx="2" presStyleCnt="4">
        <dgm:presLayoutVars>
          <dgm:chMax val="0"/>
          <dgm:bulletEnabled val="1"/>
        </dgm:presLayoutVars>
      </dgm:prSet>
      <dgm:spPr/>
    </dgm:pt>
    <dgm:pt modelId="{E529E67A-AF6C-40F6-BAC3-4DFDCF8DA4B4}" type="pres">
      <dgm:prSet presAssocID="{08382209-CFE5-4029-9352-A103A7431B3B}" presName="spacer" presStyleCnt="0"/>
      <dgm:spPr/>
    </dgm:pt>
    <dgm:pt modelId="{3CBA1659-5D3D-49AC-A3E8-C626AD6CD821}" type="pres">
      <dgm:prSet presAssocID="{2ECD02C9-1B0C-46EF-888F-5B1D15121610}" presName="parentText" presStyleLbl="node1" presStyleIdx="3" presStyleCnt="4">
        <dgm:presLayoutVars>
          <dgm:chMax val="0"/>
          <dgm:bulletEnabled val="1"/>
        </dgm:presLayoutVars>
      </dgm:prSet>
      <dgm:spPr/>
    </dgm:pt>
  </dgm:ptLst>
  <dgm:cxnLst>
    <dgm:cxn modelId="{2FDA7D12-C002-4C7E-9E91-BC3F4D4F427F}" srcId="{19AD7770-F1F9-4E1E-96E7-A093C81EC2ED}" destId="{2ECD02C9-1B0C-46EF-888F-5B1D15121610}" srcOrd="3" destOrd="0" parTransId="{44DC15AC-818B-49D9-B87E-58A10C43F5FC}" sibTransId="{9A26C5A7-2E0D-43F3-AAD0-7A0F29FCEBC0}"/>
    <dgm:cxn modelId="{C5700E16-C153-4968-91D8-AF7A3F093786}" type="presOf" srcId="{0611E6BC-E0E4-41DF-BA14-99AC8C94001C}" destId="{CDDE7B89-6646-434F-AC36-1DD0C0A695BD}" srcOrd="0" destOrd="0" presId="urn:microsoft.com/office/officeart/2005/8/layout/vList2"/>
    <dgm:cxn modelId="{7C771718-8E2C-4C78-A78A-2A8E3CF83309}" srcId="{19AD7770-F1F9-4E1E-96E7-A093C81EC2ED}" destId="{0611E6BC-E0E4-41DF-BA14-99AC8C94001C}" srcOrd="1" destOrd="0" parTransId="{7B9FD331-75CB-48D9-A275-F922E0943102}" sibTransId="{E2B13559-DFB0-41BB-BF65-86F637BC5BF3}"/>
    <dgm:cxn modelId="{BA52A661-0571-4B97-B59D-C64DBD9DA64D}" srcId="{19AD7770-F1F9-4E1E-96E7-A093C81EC2ED}" destId="{455EDA9C-430D-4176-A396-609C53CF4AB0}" srcOrd="2" destOrd="0" parTransId="{5B809606-676F-40F2-833C-8B4A15272053}" sibTransId="{08382209-CFE5-4029-9352-A103A7431B3B}"/>
    <dgm:cxn modelId="{7D9BD141-4C1D-446F-9F93-07EDBBE64346}" type="presOf" srcId="{19AD7770-F1F9-4E1E-96E7-A093C81EC2ED}" destId="{FA34EE49-56C1-4FE3-90C9-B26A8C54CAD1}" srcOrd="0" destOrd="0" presId="urn:microsoft.com/office/officeart/2005/8/layout/vList2"/>
    <dgm:cxn modelId="{3C3EBF80-B15D-40D2-8F27-B3C6E33B2A65}" type="presOf" srcId="{2ECD02C9-1B0C-46EF-888F-5B1D15121610}" destId="{3CBA1659-5D3D-49AC-A3E8-C626AD6CD821}" srcOrd="0" destOrd="0" presId="urn:microsoft.com/office/officeart/2005/8/layout/vList2"/>
    <dgm:cxn modelId="{FC6C0BBD-1322-4624-A6D9-8D247B95EF76}" type="presOf" srcId="{A8839B3B-D883-40BE-AEC8-3D93F547F64A}" destId="{FA792DB9-358C-4E03-B2BC-018C42435D9C}" srcOrd="0" destOrd="0" presId="urn:microsoft.com/office/officeart/2005/8/layout/vList2"/>
    <dgm:cxn modelId="{E551A9BD-E0CD-4FC9-9585-240F8CA712D5}" srcId="{19AD7770-F1F9-4E1E-96E7-A093C81EC2ED}" destId="{A8839B3B-D883-40BE-AEC8-3D93F547F64A}" srcOrd="0" destOrd="0" parTransId="{DAA5E5CE-38BD-4CFE-9D2A-F435140513C9}" sibTransId="{6FDAB25F-823A-4E1B-81D2-8E074685D322}"/>
    <dgm:cxn modelId="{2FC8EFDA-F67B-4F98-910C-A9EC4A7CBBE7}" type="presOf" srcId="{455EDA9C-430D-4176-A396-609C53CF4AB0}" destId="{8B8D8FC4-FD76-40F4-853E-17B9BD51E501}" srcOrd="0" destOrd="0" presId="urn:microsoft.com/office/officeart/2005/8/layout/vList2"/>
    <dgm:cxn modelId="{FB9B235C-BBB7-45AA-B81D-F3E79071747D}" type="presParOf" srcId="{FA34EE49-56C1-4FE3-90C9-B26A8C54CAD1}" destId="{FA792DB9-358C-4E03-B2BC-018C42435D9C}" srcOrd="0" destOrd="0" presId="urn:microsoft.com/office/officeart/2005/8/layout/vList2"/>
    <dgm:cxn modelId="{E6911EFA-BDAD-4CD1-A086-8CB13E3F761E}" type="presParOf" srcId="{FA34EE49-56C1-4FE3-90C9-B26A8C54CAD1}" destId="{551CC9F5-96D0-404E-8209-C74555A63FC0}" srcOrd="1" destOrd="0" presId="urn:microsoft.com/office/officeart/2005/8/layout/vList2"/>
    <dgm:cxn modelId="{5190CC5A-E569-49CB-AF06-5151C5697CAA}" type="presParOf" srcId="{FA34EE49-56C1-4FE3-90C9-B26A8C54CAD1}" destId="{CDDE7B89-6646-434F-AC36-1DD0C0A695BD}" srcOrd="2" destOrd="0" presId="urn:microsoft.com/office/officeart/2005/8/layout/vList2"/>
    <dgm:cxn modelId="{C332A21B-FBC2-4F3D-979F-84FEF3700D0A}" type="presParOf" srcId="{FA34EE49-56C1-4FE3-90C9-B26A8C54CAD1}" destId="{936BDF09-0858-4150-AF95-F4CB766B3D71}" srcOrd="3" destOrd="0" presId="urn:microsoft.com/office/officeart/2005/8/layout/vList2"/>
    <dgm:cxn modelId="{BE254887-3A69-41DB-9FF1-8E990BB3F78F}" type="presParOf" srcId="{FA34EE49-56C1-4FE3-90C9-B26A8C54CAD1}" destId="{8B8D8FC4-FD76-40F4-853E-17B9BD51E501}" srcOrd="4" destOrd="0" presId="urn:microsoft.com/office/officeart/2005/8/layout/vList2"/>
    <dgm:cxn modelId="{6E0EEBAB-9C56-45A4-A296-11FEC2C19B81}" type="presParOf" srcId="{FA34EE49-56C1-4FE3-90C9-B26A8C54CAD1}" destId="{E529E67A-AF6C-40F6-BAC3-4DFDCF8DA4B4}" srcOrd="5" destOrd="0" presId="urn:microsoft.com/office/officeart/2005/8/layout/vList2"/>
    <dgm:cxn modelId="{ABB4D9BF-FE97-4C19-B8B9-F3A529D95CE6}" type="presParOf" srcId="{FA34EE49-56C1-4FE3-90C9-B26A8C54CAD1}" destId="{3CBA1659-5D3D-49AC-A3E8-C626AD6CD82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1065DD2-D436-4D23-9B6B-9381DC65F0F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40FFB53-F8D4-43A1-A2B2-D7913B923CA4}">
      <dgm:prSet/>
      <dgm:spPr/>
      <dgm:t>
        <a:bodyPr/>
        <a:lstStyle/>
        <a:p>
          <a:r>
            <a:rPr lang="ru-RU" b="0" i="0"/>
            <a:t>«Чортківська офензива».</a:t>
          </a:r>
          <a:endParaRPr lang="uk-UA"/>
        </a:p>
      </dgm:t>
    </dgm:pt>
    <dgm:pt modelId="{9AD09536-E98A-4D84-BCEE-201B4FAA4979}" type="parTrans" cxnId="{C7F9BED5-7CD1-4B6A-8C02-66C25B4E6538}">
      <dgm:prSet/>
      <dgm:spPr/>
      <dgm:t>
        <a:bodyPr/>
        <a:lstStyle/>
        <a:p>
          <a:endParaRPr lang="uk-UA"/>
        </a:p>
      </dgm:t>
    </dgm:pt>
    <dgm:pt modelId="{F9BAB29F-0C0F-4F11-917C-AF7E704F262F}" type="sibTrans" cxnId="{C7F9BED5-7CD1-4B6A-8C02-66C25B4E6538}">
      <dgm:prSet/>
      <dgm:spPr/>
      <dgm:t>
        <a:bodyPr/>
        <a:lstStyle/>
        <a:p>
          <a:endParaRPr lang="uk-UA"/>
        </a:p>
      </dgm:t>
    </dgm:pt>
    <dgm:pt modelId="{0841EDA6-2C21-47E8-9847-12410D3E193E}">
      <dgm:prSet/>
      <dgm:spPr/>
      <dgm:t>
        <a:bodyPr/>
        <a:lstStyle/>
        <a:p>
          <a:r>
            <a:rPr lang="ru-RU" b="0" i="0"/>
            <a:t>«Листопадовий зрив».</a:t>
          </a:r>
          <a:endParaRPr lang="uk-UA"/>
        </a:p>
      </dgm:t>
    </dgm:pt>
    <dgm:pt modelId="{E2626E35-F694-42A7-8364-AA2BC24C2B29}" type="parTrans" cxnId="{51939E4B-C81D-4556-B8CD-81BCD8790C25}">
      <dgm:prSet/>
      <dgm:spPr/>
      <dgm:t>
        <a:bodyPr/>
        <a:lstStyle/>
        <a:p>
          <a:endParaRPr lang="uk-UA"/>
        </a:p>
      </dgm:t>
    </dgm:pt>
    <dgm:pt modelId="{6891DB52-D75C-4ADF-A16B-D47215268C11}" type="sibTrans" cxnId="{51939E4B-C81D-4556-B8CD-81BCD8790C25}">
      <dgm:prSet/>
      <dgm:spPr/>
      <dgm:t>
        <a:bodyPr/>
        <a:lstStyle/>
        <a:p>
          <a:endParaRPr lang="uk-UA"/>
        </a:p>
      </dgm:t>
    </dgm:pt>
    <dgm:pt modelId="{573663FC-99DF-4E78-A671-433B55FC5959}">
      <dgm:prSet/>
      <dgm:spPr/>
      <dgm:t>
        <a:bodyPr/>
        <a:lstStyle/>
        <a:p>
          <a:r>
            <a:rPr lang="ru-RU" b="0" i="0"/>
            <a:t>«Перший Зимовий похід».</a:t>
          </a:r>
          <a:endParaRPr lang="uk-UA"/>
        </a:p>
      </dgm:t>
    </dgm:pt>
    <dgm:pt modelId="{DC58F47E-EEDB-49B1-B393-F27CE058E1DA}" type="parTrans" cxnId="{E70E3FD3-C422-4A32-8515-843DB8CE2590}">
      <dgm:prSet/>
      <dgm:spPr/>
      <dgm:t>
        <a:bodyPr/>
        <a:lstStyle/>
        <a:p>
          <a:endParaRPr lang="uk-UA"/>
        </a:p>
      </dgm:t>
    </dgm:pt>
    <dgm:pt modelId="{5107A325-97E6-4816-B9C2-AAE93BB4094B}" type="sibTrans" cxnId="{E70E3FD3-C422-4A32-8515-843DB8CE2590}">
      <dgm:prSet/>
      <dgm:spPr/>
      <dgm:t>
        <a:bodyPr/>
        <a:lstStyle/>
        <a:p>
          <a:endParaRPr lang="uk-UA"/>
        </a:p>
      </dgm:t>
    </dgm:pt>
    <dgm:pt modelId="{8E70449D-F12E-4316-9EE2-F8DFA4A9E2E0}">
      <dgm:prSet/>
      <dgm:spPr/>
      <dgm:t>
        <a:bodyPr/>
        <a:lstStyle/>
        <a:p>
          <a:r>
            <a:rPr lang="ru-RU" b="0" i="0"/>
            <a:t>«Гетьманський переворот».</a:t>
          </a:r>
          <a:endParaRPr lang="uk-UA"/>
        </a:p>
      </dgm:t>
    </dgm:pt>
    <dgm:pt modelId="{C5F2C7B2-13FF-43C6-BF48-036D9EC6A593}" type="parTrans" cxnId="{4FCE562F-4CDC-431F-B262-3B4D085D2B17}">
      <dgm:prSet/>
      <dgm:spPr/>
      <dgm:t>
        <a:bodyPr/>
        <a:lstStyle/>
        <a:p>
          <a:endParaRPr lang="uk-UA"/>
        </a:p>
      </dgm:t>
    </dgm:pt>
    <dgm:pt modelId="{374D5B9F-9FAC-48E5-ABAE-6B2B4A3FDA11}" type="sibTrans" cxnId="{4FCE562F-4CDC-431F-B262-3B4D085D2B17}">
      <dgm:prSet/>
      <dgm:spPr/>
      <dgm:t>
        <a:bodyPr/>
        <a:lstStyle/>
        <a:p>
          <a:endParaRPr lang="uk-UA"/>
        </a:p>
      </dgm:t>
    </dgm:pt>
    <dgm:pt modelId="{4C27A73A-E967-47E1-8292-68B31FA72F20}" type="pres">
      <dgm:prSet presAssocID="{81065DD2-D436-4D23-9B6B-9381DC65F0F3}" presName="linear" presStyleCnt="0">
        <dgm:presLayoutVars>
          <dgm:animLvl val="lvl"/>
          <dgm:resizeHandles val="exact"/>
        </dgm:presLayoutVars>
      </dgm:prSet>
      <dgm:spPr/>
    </dgm:pt>
    <dgm:pt modelId="{C28AE16A-862A-4C5F-8985-CA39D635A1D5}" type="pres">
      <dgm:prSet presAssocID="{C40FFB53-F8D4-43A1-A2B2-D7913B923CA4}" presName="parentText" presStyleLbl="node1" presStyleIdx="0" presStyleCnt="4">
        <dgm:presLayoutVars>
          <dgm:chMax val="0"/>
          <dgm:bulletEnabled val="1"/>
        </dgm:presLayoutVars>
      </dgm:prSet>
      <dgm:spPr/>
    </dgm:pt>
    <dgm:pt modelId="{FB5DDD74-8593-48E1-9DEE-2AE3304DADC8}" type="pres">
      <dgm:prSet presAssocID="{F9BAB29F-0C0F-4F11-917C-AF7E704F262F}" presName="spacer" presStyleCnt="0"/>
      <dgm:spPr/>
    </dgm:pt>
    <dgm:pt modelId="{81C367EE-8319-4AC5-85AE-62B873D56370}" type="pres">
      <dgm:prSet presAssocID="{0841EDA6-2C21-47E8-9847-12410D3E193E}" presName="parentText" presStyleLbl="node1" presStyleIdx="1" presStyleCnt="4">
        <dgm:presLayoutVars>
          <dgm:chMax val="0"/>
          <dgm:bulletEnabled val="1"/>
        </dgm:presLayoutVars>
      </dgm:prSet>
      <dgm:spPr/>
    </dgm:pt>
    <dgm:pt modelId="{0B06CD13-BFA1-498F-AC1B-C9D7A3067E3D}" type="pres">
      <dgm:prSet presAssocID="{6891DB52-D75C-4ADF-A16B-D47215268C11}" presName="spacer" presStyleCnt="0"/>
      <dgm:spPr/>
    </dgm:pt>
    <dgm:pt modelId="{D79EB389-6A91-4B32-9074-0EC224BC665D}" type="pres">
      <dgm:prSet presAssocID="{573663FC-99DF-4E78-A671-433B55FC5959}" presName="parentText" presStyleLbl="node1" presStyleIdx="2" presStyleCnt="4">
        <dgm:presLayoutVars>
          <dgm:chMax val="0"/>
          <dgm:bulletEnabled val="1"/>
        </dgm:presLayoutVars>
      </dgm:prSet>
      <dgm:spPr/>
    </dgm:pt>
    <dgm:pt modelId="{F024A7D1-5328-4082-994F-8D3D276AF439}" type="pres">
      <dgm:prSet presAssocID="{5107A325-97E6-4816-B9C2-AAE93BB4094B}" presName="spacer" presStyleCnt="0"/>
      <dgm:spPr/>
    </dgm:pt>
    <dgm:pt modelId="{A515ACCA-609F-4DFF-8175-383DCD5BD77B}" type="pres">
      <dgm:prSet presAssocID="{8E70449D-F12E-4316-9EE2-F8DFA4A9E2E0}" presName="parentText" presStyleLbl="node1" presStyleIdx="3" presStyleCnt="4">
        <dgm:presLayoutVars>
          <dgm:chMax val="0"/>
          <dgm:bulletEnabled val="1"/>
        </dgm:presLayoutVars>
      </dgm:prSet>
      <dgm:spPr/>
    </dgm:pt>
  </dgm:ptLst>
  <dgm:cxnLst>
    <dgm:cxn modelId="{4FCE562F-4CDC-431F-B262-3B4D085D2B17}" srcId="{81065DD2-D436-4D23-9B6B-9381DC65F0F3}" destId="{8E70449D-F12E-4316-9EE2-F8DFA4A9E2E0}" srcOrd="3" destOrd="0" parTransId="{C5F2C7B2-13FF-43C6-BF48-036D9EC6A593}" sibTransId="{374D5B9F-9FAC-48E5-ABAE-6B2B4A3FDA11}"/>
    <dgm:cxn modelId="{51939E4B-C81D-4556-B8CD-81BCD8790C25}" srcId="{81065DD2-D436-4D23-9B6B-9381DC65F0F3}" destId="{0841EDA6-2C21-47E8-9847-12410D3E193E}" srcOrd="1" destOrd="0" parTransId="{E2626E35-F694-42A7-8364-AA2BC24C2B29}" sibTransId="{6891DB52-D75C-4ADF-A16B-D47215268C11}"/>
    <dgm:cxn modelId="{E355DB74-FB1A-4CD0-9B5F-24D76D128804}" type="presOf" srcId="{81065DD2-D436-4D23-9B6B-9381DC65F0F3}" destId="{4C27A73A-E967-47E1-8292-68B31FA72F20}" srcOrd="0" destOrd="0" presId="urn:microsoft.com/office/officeart/2005/8/layout/vList2"/>
    <dgm:cxn modelId="{49036282-2C54-4437-97E3-1630FBF79C10}" type="presOf" srcId="{C40FFB53-F8D4-43A1-A2B2-D7913B923CA4}" destId="{C28AE16A-862A-4C5F-8985-CA39D635A1D5}" srcOrd="0" destOrd="0" presId="urn:microsoft.com/office/officeart/2005/8/layout/vList2"/>
    <dgm:cxn modelId="{73BD558B-6C22-4C6D-A381-909BEB2C083D}" type="presOf" srcId="{8E70449D-F12E-4316-9EE2-F8DFA4A9E2E0}" destId="{A515ACCA-609F-4DFF-8175-383DCD5BD77B}" srcOrd="0" destOrd="0" presId="urn:microsoft.com/office/officeart/2005/8/layout/vList2"/>
    <dgm:cxn modelId="{AA6A58BE-C42E-43F5-B91E-0DAB7AAD96A9}" type="presOf" srcId="{573663FC-99DF-4E78-A671-433B55FC5959}" destId="{D79EB389-6A91-4B32-9074-0EC224BC665D}" srcOrd="0" destOrd="0" presId="urn:microsoft.com/office/officeart/2005/8/layout/vList2"/>
    <dgm:cxn modelId="{E70E3FD3-C422-4A32-8515-843DB8CE2590}" srcId="{81065DD2-D436-4D23-9B6B-9381DC65F0F3}" destId="{573663FC-99DF-4E78-A671-433B55FC5959}" srcOrd="2" destOrd="0" parTransId="{DC58F47E-EEDB-49B1-B393-F27CE058E1DA}" sibTransId="{5107A325-97E6-4816-B9C2-AAE93BB4094B}"/>
    <dgm:cxn modelId="{C7F9BED5-7CD1-4B6A-8C02-66C25B4E6538}" srcId="{81065DD2-D436-4D23-9B6B-9381DC65F0F3}" destId="{C40FFB53-F8D4-43A1-A2B2-D7913B923CA4}" srcOrd="0" destOrd="0" parTransId="{9AD09536-E98A-4D84-BCEE-201B4FAA4979}" sibTransId="{F9BAB29F-0C0F-4F11-917C-AF7E704F262F}"/>
    <dgm:cxn modelId="{F2288ADA-6127-41AC-9909-80D983B04960}" type="presOf" srcId="{0841EDA6-2C21-47E8-9847-12410D3E193E}" destId="{81C367EE-8319-4AC5-85AE-62B873D56370}" srcOrd="0" destOrd="0" presId="urn:microsoft.com/office/officeart/2005/8/layout/vList2"/>
    <dgm:cxn modelId="{9B988410-1797-40E2-8618-BE9260BF21FE}" type="presParOf" srcId="{4C27A73A-E967-47E1-8292-68B31FA72F20}" destId="{C28AE16A-862A-4C5F-8985-CA39D635A1D5}" srcOrd="0" destOrd="0" presId="urn:microsoft.com/office/officeart/2005/8/layout/vList2"/>
    <dgm:cxn modelId="{64C694ED-F938-4602-A3AB-2D17AF130195}" type="presParOf" srcId="{4C27A73A-E967-47E1-8292-68B31FA72F20}" destId="{FB5DDD74-8593-48E1-9DEE-2AE3304DADC8}" srcOrd="1" destOrd="0" presId="urn:microsoft.com/office/officeart/2005/8/layout/vList2"/>
    <dgm:cxn modelId="{D8C5A719-136B-48A2-808C-F597E54C963C}" type="presParOf" srcId="{4C27A73A-E967-47E1-8292-68B31FA72F20}" destId="{81C367EE-8319-4AC5-85AE-62B873D56370}" srcOrd="2" destOrd="0" presId="urn:microsoft.com/office/officeart/2005/8/layout/vList2"/>
    <dgm:cxn modelId="{FF1440D2-4A2B-4E3A-B05D-B121D0C43CBF}" type="presParOf" srcId="{4C27A73A-E967-47E1-8292-68B31FA72F20}" destId="{0B06CD13-BFA1-498F-AC1B-C9D7A3067E3D}" srcOrd="3" destOrd="0" presId="urn:microsoft.com/office/officeart/2005/8/layout/vList2"/>
    <dgm:cxn modelId="{AFBDD8A1-0444-41B5-A193-A05D26DF7921}" type="presParOf" srcId="{4C27A73A-E967-47E1-8292-68B31FA72F20}" destId="{D79EB389-6A91-4B32-9074-0EC224BC665D}" srcOrd="4" destOrd="0" presId="urn:microsoft.com/office/officeart/2005/8/layout/vList2"/>
    <dgm:cxn modelId="{3C3DA67E-5563-4E58-B486-29FED271C0F8}" type="presParOf" srcId="{4C27A73A-E967-47E1-8292-68B31FA72F20}" destId="{F024A7D1-5328-4082-994F-8D3D276AF439}" srcOrd="5" destOrd="0" presId="urn:microsoft.com/office/officeart/2005/8/layout/vList2"/>
    <dgm:cxn modelId="{FA60CDEF-C4E6-4AC9-9EF1-9D35A325933B}" type="presParOf" srcId="{4C27A73A-E967-47E1-8292-68B31FA72F20}" destId="{A515ACCA-609F-4DFF-8175-383DCD5BD77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D8AFB4B9-9FE6-4963-B070-00661505DF4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65AE413C-8664-4352-A477-CCC54063F92A}">
      <dgm:prSet/>
      <dgm:spPr/>
      <dgm:t>
        <a:bodyPr/>
        <a:lstStyle/>
        <a:p>
          <a:r>
            <a:rPr lang="ru-RU" b="0" i="0"/>
            <a:t>проголошення незалежності УНР</a:t>
          </a:r>
          <a:endParaRPr lang="uk-UA"/>
        </a:p>
      </dgm:t>
    </dgm:pt>
    <dgm:pt modelId="{248E432B-3E82-4684-AEAD-3E468F2FD49F}" type="parTrans" cxnId="{B3B3C3EF-F6F4-4E7A-AD00-A8FC90C8209D}">
      <dgm:prSet/>
      <dgm:spPr/>
      <dgm:t>
        <a:bodyPr/>
        <a:lstStyle/>
        <a:p>
          <a:endParaRPr lang="uk-UA"/>
        </a:p>
      </dgm:t>
    </dgm:pt>
    <dgm:pt modelId="{AB861C59-BB89-46CC-A2E9-C05DED6B2C34}" type="sibTrans" cxnId="{B3B3C3EF-F6F4-4E7A-AD00-A8FC90C8209D}">
      <dgm:prSet/>
      <dgm:spPr/>
      <dgm:t>
        <a:bodyPr/>
        <a:lstStyle/>
        <a:p>
          <a:endParaRPr lang="uk-UA"/>
        </a:p>
      </dgm:t>
    </dgm:pt>
    <dgm:pt modelId="{A6BD7497-97C9-4906-83BE-C8F75C52256F}">
      <dgm:prSet/>
      <dgm:spPr/>
      <dgm:t>
        <a:bodyPr/>
        <a:lstStyle/>
        <a:p>
          <a:r>
            <a:rPr lang="ru-RU" b="0" i="0" dirty="0" err="1"/>
            <a:t>укладення</a:t>
          </a:r>
          <a:r>
            <a:rPr lang="ru-RU" b="0" i="0" dirty="0"/>
            <a:t> </a:t>
          </a:r>
          <a:r>
            <a:rPr lang="ru-RU" b="0" i="0" dirty="0" err="1"/>
            <a:t>Варшавської</a:t>
          </a:r>
          <a:r>
            <a:rPr lang="ru-RU" b="0" i="0" dirty="0"/>
            <a:t> угоди</a:t>
          </a:r>
          <a:endParaRPr lang="uk-UA" dirty="0"/>
        </a:p>
      </dgm:t>
    </dgm:pt>
    <dgm:pt modelId="{19F912C0-4DB2-4AF9-BD98-6A38D5C66A00}" type="parTrans" cxnId="{31124FAB-3751-411C-BDF4-915C67F67B2F}">
      <dgm:prSet/>
      <dgm:spPr/>
      <dgm:t>
        <a:bodyPr/>
        <a:lstStyle/>
        <a:p>
          <a:endParaRPr lang="uk-UA"/>
        </a:p>
      </dgm:t>
    </dgm:pt>
    <dgm:pt modelId="{FFD67E52-59BF-4CEA-9AD8-A8010AFE26B6}" type="sibTrans" cxnId="{31124FAB-3751-411C-BDF4-915C67F67B2F}">
      <dgm:prSet/>
      <dgm:spPr/>
      <dgm:t>
        <a:bodyPr/>
        <a:lstStyle/>
        <a:p>
          <a:endParaRPr lang="uk-UA"/>
        </a:p>
      </dgm:t>
    </dgm:pt>
    <dgm:pt modelId="{FACCD223-51D3-4B56-B2E4-3E0A8356A0DB}">
      <dgm:prSet/>
      <dgm:spPr/>
      <dgm:t>
        <a:bodyPr/>
        <a:lstStyle/>
        <a:p>
          <a:r>
            <a:rPr lang="ru-RU" b="0" i="0"/>
            <a:t>повалення більшовицького режиму в Україн</a:t>
          </a:r>
          <a:endParaRPr lang="uk-UA"/>
        </a:p>
      </dgm:t>
    </dgm:pt>
    <dgm:pt modelId="{9101938E-BCF3-42D8-A6B6-7F9AAA2D2310}" type="parTrans" cxnId="{7BF6954A-E144-403D-A2E1-F547DB3B0964}">
      <dgm:prSet/>
      <dgm:spPr/>
      <dgm:t>
        <a:bodyPr/>
        <a:lstStyle/>
        <a:p>
          <a:endParaRPr lang="uk-UA"/>
        </a:p>
      </dgm:t>
    </dgm:pt>
    <dgm:pt modelId="{B7081E31-DC54-4CAF-8887-8A63E8E3A075}" type="sibTrans" cxnId="{7BF6954A-E144-403D-A2E1-F547DB3B0964}">
      <dgm:prSet/>
      <dgm:spPr/>
      <dgm:t>
        <a:bodyPr/>
        <a:lstStyle/>
        <a:p>
          <a:endParaRPr lang="uk-UA"/>
        </a:p>
      </dgm:t>
    </dgm:pt>
    <dgm:pt modelId="{D356D715-9BA8-4E48-8AD9-FEFEC87A5932}">
      <dgm:prSet/>
      <dgm:spPr/>
      <dgm:t>
        <a:bodyPr/>
        <a:lstStyle/>
        <a:p>
          <a:r>
            <a:rPr lang="ru-RU" b="0" i="0"/>
            <a:t>підписання Акта Злуки УНР та ЗУНР</a:t>
          </a:r>
          <a:endParaRPr lang="uk-UA"/>
        </a:p>
      </dgm:t>
    </dgm:pt>
    <dgm:pt modelId="{7339BA2A-CA9E-4C46-A461-974836128A42}" type="parTrans" cxnId="{8EA581F8-753A-473A-A320-A4BA7E817855}">
      <dgm:prSet/>
      <dgm:spPr/>
      <dgm:t>
        <a:bodyPr/>
        <a:lstStyle/>
        <a:p>
          <a:endParaRPr lang="uk-UA"/>
        </a:p>
      </dgm:t>
    </dgm:pt>
    <dgm:pt modelId="{9D869693-9E9E-484A-BFAC-3C562F49CEB0}" type="sibTrans" cxnId="{8EA581F8-753A-473A-A320-A4BA7E817855}">
      <dgm:prSet/>
      <dgm:spPr/>
      <dgm:t>
        <a:bodyPr/>
        <a:lstStyle/>
        <a:p>
          <a:endParaRPr lang="uk-UA"/>
        </a:p>
      </dgm:t>
    </dgm:pt>
    <dgm:pt modelId="{BACD45A7-7B23-4CB7-9ED1-05135F531956}" type="pres">
      <dgm:prSet presAssocID="{D8AFB4B9-9FE6-4963-B070-00661505DF45}" presName="linearFlow" presStyleCnt="0">
        <dgm:presLayoutVars>
          <dgm:dir/>
          <dgm:resizeHandles val="exact"/>
        </dgm:presLayoutVars>
      </dgm:prSet>
      <dgm:spPr/>
    </dgm:pt>
    <dgm:pt modelId="{6A3E8867-5D62-4260-9B0A-A6DC547C2AAE}" type="pres">
      <dgm:prSet presAssocID="{65AE413C-8664-4352-A477-CCC54063F92A}" presName="composite" presStyleCnt="0"/>
      <dgm:spPr/>
    </dgm:pt>
    <dgm:pt modelId="{EB09B485-625D-428B-98A8-8BF570BAE668}" type="pres">
      <dgm:prSet presAssocID="{65AE413C-8664-4352-A477-CCC54063F92A}" presName="imgShp" presStyleLbl="fgImgPlace1" presStyleIdx="0" presStyleCnt="4"/>
      <dgm:spPr/>
    </dgm:pt>
    <dgm:pt modelId="{D03B8CBE-7C53-4BF5-A302-F80D3D2E4C79}" type="pres">
      <dgm:prSet presAssocID="{65AE413C-8664-4352-A477-CCC54063F92A}" presName="txShp" presStyleLbl="node1" presStyleIdx="0" presStyleCnt="4">
        <dgm:presLayoutVars>
          <dgm:bulletEnabled val="1"/>
        </dgm:presLayoutVars>
      </dgm:prSet>
      <dgm:spPr/>
    </dgm:pt>
    <dgm:pt modelId="{624EBD14-36EB-48BD-85A7-AD64385B4884}" type="pres">
      <dgm:prSet presAssocID="{AB861C59-BB89-46CC-A2E9-C05DED6B2C34}" presName="spacing" presStyleCnt="0"/>
      <dgm:spPr/>
    </dgm:pt>
    <dgm:pt modelId="{A29ECED9-FE11-4D2E-9270-F03127FF514E}" type="pres">
      <dgm:prSet presAssocID="{A6BD7497-97C9-4906-83BE-C8F75C52256F}" presName="composite" presStyleCnt="0"/>
      <dgm:spPr/>
    </dgm:pt>
    <dgm:pt modelId="{FA755E83-B294-4D3F-9E87-8AEA0BE3A10C}" type="pres">
      <dgm:prSet presAssocID="{A6BD7497-97C9-4906-83BE-C8F75C52256F}" presName="imgShp" presStyleLbl="fgImgPlace1" presStyleIdx="1" presStyleCnt="4"/>
      <dgm:spPr/>
    </dgm:pt>
    <dgm:pt modelId="{33F33DC1-374F-47E9-A0B7-57D71D9733A1}" type="pres">
      <dgm:prSet presAssocID="{A6BD7497-97C9-4906-83BE-C8F75C52256F}" presName="txShp" presStyleLbl="node1" presStyleIdx="1" presStyleCnt="4">
        <dgm:presLayoutVars>
          <dgm:bulletEnabled val="1"/>
        </dgm:presLayoutVars>
      </dgm:prSet>
      <dgm:spPr/>
    </dgm:pt>
    <dgm:pt modelId="{509C4355-115F-4A1C-ABAE-9D6079E91463}" type="pres">
      <dgm:prSet presAssocID="{FFD67E52-59BF-4CEA-9AD8-A8010AFE26B6}" presName="spacing" presStyleCnt="0"/>
      <dgm:spPr/>
    </dgm:pt>
    <dgm:pt modelId="{BA635A28-376E-4500-B36A-0D020D2071FB}" type="pres">
      <dgm:prSet presAssocID="{FACCD223-51D3-4B56-B2E4-3E0A8356A0DB}" presName="composite" presStyleCnt="0"/>
      <dgm:spPr/>
    </dgm:pt>
    <dgm:pt modelId="{56FB6494-82D0-438E-8D0A-5D6B732B7D4E}" type="pres">
      <dgm:prSet presAssocID="{FACCD223-51D3-4B56-B2E4-3E0A8356A0DB}" presName="imgShp" presStyleLbl="fgImgPlace1" presStyleIdx="2" presStyleCnt="4"/>
      <dgm:spPr/>
    </dgm:pt>
    <dgm:pt modelId="{B1702D10-EEAA-4F04-82A8-4BF700054FC1}" type="pres">
      <dgm:prSet presAssocID="{FACCD223-51D3-4B56-B2E4-3E0A8356A0DB}" presName="txShp" presStyleLbl="node1" presStyleIdx="2" presStyleCnt="4">
        <dgm:presLayoutVars>
          <dgm:bulletEnabled val="1"/>
        </dgm:presLayoutVars>
      </dgm:prSet>
      <dgm:spPr/>
    </dgm:pt>
    <dgm:pt modelId="{27CEC00C-9242-43CA-AAEB-6FBD151DB53D}" type="pres">
      <dgm:prSet presAssocID="{B7081E31-DC54-4CAF-8887-8A63E8E3A075}" presName="spacing" presStyleCnt="0"/>
      <dgm:spPr/>
    </dgm:pt>
    <dgm:pt modelId="{EBD16795-0B73-48B7-927C-9DD2D942A428}" type="pres">
      <dgm:prSet presAssocID="{D356D715-9BA8-4E48-8AD9-FEFEC87A5932}" presName="composite" presStyleCnt="0"/>
      <dgm:spPr/>
    </dgm:pt>
    <dgm:pt modelId="{5E27600D-A5A9-4F85-ABA4-6C739F177402}" type="pres">
      <dgm:prSet presAssocID="{D356D715-9BA8-4E48-8AD9-FEFEC87A5932}" presName="imgShp" presStyleLbl="fgImgPlace1" presStyleIdx="3" presStyleCnt="4"/>
      <dgm:spPr/>
    </dgm:pt>
    <dgm:pt modelId="{5B7C8CBD-031F-4F5D-8CB0-CD2ACBA774FA}" type="pres">
      <dgm:prSet presAssocID="{D356D715-9BA8-4E48-8AD9-FEFEC87A5932}" presName="txShp" presStyleLbl="node1" presStyleIdx="3" presStyleCnt="4">
        <dgm:presLayoutVars>
          <dgm:bulletEnabled val="1"/>
        </dgm:presLayoutVars>
      </dgm:prSet>
      <dgm:spPr/>
    </dgm:pt>
  </dgm:ptLst>
  <dgm:cxnLst>
    <dgm:cxn modelId="{B19C3A01-D774-4916-95C4-B14FFC220B06}" type="presOf" srcId="{A6BD7497-97C9-4906-83BE-C8F75C52256F}" destId="{33F33DC1-374F-47E9-A0B7-57D71D9733A1}" srcOrd="0" destOrd="0" presId="urn:microsoft.com/office/officeart/2005/8/layout/vList3"/>
    <dgm:cxn modelId="{DDBCED10-BABF-4941-A88C-8821F2767886}" type="presOf" srcId="{FACCD223-51D3-4B56-B2E4-3E0A8356A0DB}" destId="{B1702D10-EEAA-4F04-82A8-4BF700054FC1}" srcOrd="0" destOrd="0" presId="urn:microsoft.com/office/officeart/2005/8/layout/vList3"/>
    <dgm:cxn modelId="{841C8319-1D9E-4638-8DA4-77FB1B5A7542}" type="presOf" srcId="{D356D715-9BA8-4E48-8AD9-FEFEC87A5932}" destId="{5B7C8CBD-031F-4F5D-8CB0-CD2ACBA774FA}" srcOrd="0" destOrd="0" presId="urn:microsoft.com/office/officeart/2005/8/layout/vList3"/>
    <dgm:cxn modelId="{7BF6954A-E144-403D-A2E1-F547DB3B0964}" srcId="{D8AFB4B9-9FE6-4963-B070-00661505DF45}" destId="{FACCD223-51D3-4B56-B2E4-3E0A8356A0DB}" srcOrd="2" destOrd="0" parTransId="{9101938E-BCF3-42D8-A6B6-7F9AAA2D2310}" sibTransId="{B7081E31-DC54-4CAF-8887-8A63E8E3A075}"/>
    <dgm:cxn modelId="{A386A687-16F9-47E5-8131-6F7730280CB3}" type="presOf" srcId="{65AE413C-8664-4352-A477-CCC54063F92A}" destId="{D03B8CBE-7C53-4BF5-A302-F80D3D2E4C79}" srcOrd="0" destOrd="0" presId="urn:microsoft.com/office/officeart/2005/8/layout/vList3"/>
    <dgm:cxn modelId="{31124FAB-3751-411C-BDF4-915C67F67B2F}" srcId="{D8AFB4B9-9FE6-4963-B070-00661505DF45}" destId="{A6BD7497-97C9-4906-83BE-C8F75C52256F}" srcOrd="1" destOrd="0" parTransId="{19F912C0-4DB2-4AF9-BD98-6A38D5C66A00}" sibTransId="{FFD67E52-59BF-4CEA-9AD8-A8010AFE26B6}"/>
    <dgm:cxn modelId="{70C2F7C0-E1DF-43D6-B6DB-D0CA75DED6B9}" type="presOf" srcId="{D8AFB4B9-9FE6-4963-B070-00661505DF45}" destId="{BACD45A7-7B23-4CB7-9ED1-05135F531956}" srcOrd="0" destOrd="0" presId="urn:microsoft.com/office/officeart/2005/8/layout/vList3"/>
    <dgm:cxn modelId="{B3B3C3EF-F6F4-4E7A-AD00-A8FC90C8209D}" srcId="{D8AFB4B9-9FE6-4963-B070-00661505DF45}" destId="{65AE413C-8664-4352-A477-CCC54063F92A}" srcOrd="0" destOrd="0" parTransId="{248E432B-3E82-4684-AEAD-3E468F2FD49F}" sibTransId="{AB861C59-BB89-46CC-A2E9-C05DED6B2C34}"/>
    <dgm:cxn modelId="{8EA581F8-753A-473A-A320-A4BA7E817855}" srcId="{D8AFB4B9-9FE6-4963-B070-00661505DF45}" destId="{D356D715-9BA8-4E48-8AD9-FEFEC87A5932}" srcOrd="3" destOrd="0" parTransId="{7339BA2A-CA9E-4C46-A461-974836128A42}" sibTransId="{9D869693-9E9E-484A-BFAC-3C562F49CEB0}"/>
    <dgm:cxn modelId="{0D71FC5D-9DB5-401D-8F14-CF0179B526F0}" type="presParOf" srcId="{BACD45A7-7B23-4CB7-9ED1-05135F531956}" destId="{6A3E8867-5D62-4260-9B0A-A6DC547C2AAE}" srcOrd="0" destOrd="0" presId="urn:microsoft.com/office/officeart/2005/8/layout/vList3"/>
    <dgm:cxn modelId="{F988A607-B36D-4E85-B8B3-492F94F94EDC}" type="presParOf" srcId="{6A3E8867-5D62-4260-9B0A-A6DC547C2AAE}" destId="{EB09B485-625D-428B-98A8-8BF570BAE668}" srcOrd="0" destOrd="0" presId="urn:microsoft.com/office/officeart/2005/8/layout/vList3"/>
    <dgm:cxn modelId="{B70FCEDE-11BF-4E6F-B1AE-5B8ED47F9D19}" type="presParOf" srcId="{6A3E8867-5D62-4260-9B0A-A6DC547C2AAE}" destId="{D03B8CBE-7C53-4BF5-A302-F80D3D2E4C79}" srcOrd="1" destOrd="0" presId="urn:microsoft.com/office/officeart/2005/8/layout/vList3"/>
    <dgm:cxn modelId="{FE0057A4-8279-4D7D-B754-C9D619E22688}" type="presParOf" srcId="{BACD45A7-7B23-4CB7-9ED1-05135F531956}" destId="{624EBD14-36EB-48BD-85A7-AD64385B4884}" srcOrd="1" destOrd="0" presId="urn:microsoft.com/office/officeart/2005/8/layout/vList3"/>
    <dgm:cxn modelId="{1FDBD4AC-1967-4704-A214-0FC677DE79A6}" type="presParOf" srcId="{BACD45A7-7B23-4CB7-9ED1-05135F531956}" destId="{A29ECED9-FE11-4D2E-9270-F03127FF514E}" srcOrd="2" destOrd="0" presId="urn:microsoft.com/office/officeart/2005/8/layout/vList3"/>
    <dgm:cxn modelId="{91E9B70F-BA00-4508-8BD4-5C6F3D18593E}" type="presParOf" srcId="{A29ECED9-FE11-4D2E-9270-F03127FF514E}" destId="{FA755E83-B294-4D3F-9E87-8AEA0BE3A10C}" srcOrd="0" destOrd="0" presId="urn:microsoft.com/office/officeart/2005/8/layout/vList3"/>
    <dgm:cxn modelId="{7E29D9B1-90DB-4A15-B8FA-4CAF3B3EA434}" type="presParOf" srcId="{A29ECED9-FE11-4D2E-9270-F03127FF514E}" destId="{33F33DC1-374F-47E9-A0B7-57D71D9733A1}" srcOrd="1" destOrd="0" presId="urn:microsoft.com/office/officeart/2005/8/layout/vList3"/>
    <dgm:cxn modelId="{709867B4-0384-4C39-AB2C-4769C29AE84B}" type="presParOf" srcId="{BACD45A7-7B23-4CB7-9ED1-05135F531956}" destId="{509C4355-115F-4A1C-ABAE-9D6079E91463}" srcOrd="3" destOrd="0" presId="urn:microsoft.com/office/officeart/2005/8/layout/vList3"/>
    <dgm:cxn modelId="{D11188B4-40DD-4900-9AAD-9F772BEC6065}" type="presParOf" srcId="{BACD45A7-7B23-4CB7-9ED1-05135F531956}" destId="{BA635A28-376E-4500-B36A-0D020D2071FB}" srcOrd="4" destOrd="0" presId="urn:microsoft.com/office/officeart/2005/8/layout/vList3"/>
    <dgm:cxn modelId="{DFC173A2-5C60-4C07-B120-B98B1BB4AC6F}" type="presParOf" srcId="{BA635A28-376E-4500-B36A-0D020D2071FB}" destId="{56FB6494-82D0-438E-8D0A-5D6B732B7D4E}" srcOrd="0" destOrd="0" presId="urn:microsoft.com/office/officeart/2005/8/layout/vList3"/>
    <dgm:cxn modelId="{5AC513D8-AB7A-4200-A54F-76D0E28B198A}" type="presParOf" srcId="{BA635A28-376E-4500-B36A-0D020D2071FB}" destId="{B1702D10-EEAA-4F04-82A8-4BF700054FC1}" srcOrd="1" destOrd="0" presId="urn:microsoft.com/office/officeart/2005/8/layout/vList3"/>
    <dgm:cxn modelId="{7C7F1555-3825-4B0E-B93C-AC78BBBD26AF}" type="presParOf" srcId="{BACD45A7-7B23-4CB7-9ED1-05135F531956}" destId="{27CEC00C-9242-43CA-AAEB-6FBD151DB53D}" srcOrd="5" destOrd="0" presId="urn:microsoft.com/office/officeart/2005/8/layout/vList3"/>
    <dgm:cxn modelId="{790DB95E-F69D-40A9-92D2-E19B0F442D42}" type="presParOf" srcId="{BACD45A7-7B23-4CB7-9ED1-05135F531956}" destId="{EBD16795-0B73-48B7-927C-9DD2D942A428}" srcOrd="6" destOrd="0" presId="urn:microsoft.com/office/officeart/2005/8/layout/vList3"/>
    <dgm:cxn modelId="{79E5C509-DE14-44E9-A35C-7464829DC3AD}" type="presParOf" srcId="{EBD16795-0B73-48B7-927C-9DD2D942A428}" destId="{5E27600D-A5A9-4F85-ABA4-6C739F177402}" srcOrd="0" destOrd="0" presId="urn:microsoft.com/office/officeart/2005/8/layout/vList3"/>
    <dgm:cxn modelId="{E69212F7-204F-474B-85FF-677D5A062587}" type="presParOf" srcId="{EBD16795-0B73-48B7-927C-9DD2D942A428}" destId="{5B7C8CBD-031F-4F5D-8CB0-CD2ACBA774F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D23A5F37-42A1-4459-A789-1C38D2EF83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94E6723-70AB-4CF9-BE99-9A368177EA35}">
      <dgm:prSet/>
      <dgm:spPr/>
      <dgm:t>
        <a:bodyPr/>
        <a:lstStyle/>
        <a:p>
          <a:r>
            <a:rPr lang="ru-RU" b="0" i="0"/>
            <a:t>7 листопада 1917 р.</a:t>
          </a:r>
          <a:endParaRPr lang="uk-UA"/>
        </a:p>
      </dgm:t>
    </dgm:pt>
    <dgm:pt modelId="{5B9D114A-E15F-4AB5-A9DF-8B43A568A96A}" type="parTrans" cxnId="{07CA0220-7CEF-437C-B684-2298F036588E}">
      <dgm:prSet/>
      <dgm:spPr/>
      <dgm:t>
        <a:bodyPr/>
        <a:lstStyle/>
        <a:p>
          <a:endParaRPr lang="uk-UA"/>
        </a:p>
      </dgm:t>
    </dgm:pt>
    <dgm:pt modelId="{7878D948-3F36-4213-96CF-A0CFED93B57A}" type="sibTrans" cxnId="{07CA0220-7CEF-437C-B684-2298F036588E}">
      <dgm:prSet/>
      <dgm:spPr/>
      <dgm:t>
        <a:bodyPr/>
        <a:lstStyle/>
        <a:p>
          <a:endParaRPr lang="uk-UA"/>
        </a:p>
      </dgm:t>
    </dgm:pt>
    <dgm:pt modelId="{A4989F1F-056E-49F7-AB90-E80B4F7E5A7B}">
      <dgm:prSet/>
      <dgm:spPr/>
      <dgm:t>
        <a:bodyPr/>
        <a:lstStyle/>
        <a:p>
          <a:r>
            <a:rPr lang="ru-RU" b="0" i="0"/>
            <a:t>9 січня 1918 р.</a:t>
          </a:r>
          <a:endParaRPr lang="uk-UA"/>
        </a:p>
      </dgm:t>
    </dgm:pt>
    <dgm:pt modelId="{336E3245-574D-4396-825F-311A8825873B}" type="parTrans" cxnId="{7EE696CA-AE57-4E1D-AF19-6710D26FAED2}">
      <dgm:prSet/>
      <dgm:spPr/>
      <dgm:t>
        <a:bodyPr/>
        <a:lstStyle/>
        <a:p>
          <a:endParaRPr lang="uk-UA"/>
        </a:p>
      </dgm:t>
    </dgm:pt>
    <dgm:pt modelId="{5E49A11B-9328-4656-A03F-3D1BA531067A}" type="sibTrans" cxnId="{7EE696CA-AE57-4E1D-AF19-6710D26FAED2}">
      <dgm:prSet/>
      <dgm:spPr/>
      <dgm:t>
        <a:bodyPr/>
        <a:lstStyle/>
        <a:p>
          <a:endParaRPr lang="uk-UA"/>
        </a:p>
      </dgm:t>
    </dgm:pt>
    <dgm:pt modelId="{72D69864-BEE7-46DD-B910-E3EE8392494E}">
      <dgm:prSet/>
      <dgm:spPr/>
      <dgm:t>
        <a:bodyPr/>
        <a:lstStyle/>
        <a:p>
          <a:r>
            <a:rPr lang="ru-RU" b="0" i="0"/>
            <a:t>13 листопада 1918 р.</a:t>
          </a:r>
          <a:endParaRPr lang="uk-UA"/>
        </a:p>
      </dgm:t>
    </dgm:pt>
    <dgm:pt modelId="{679E741C-165C-42C2-965A-DAC530F116F0}" type="parTrans" cxnId="{F1479258-07C8-4706-B924-8E81C1EBE8A9}">
      <dgm:prSet/>
      <dgm:spPr/>
      <dgm:t>
        <a:bodyPr/>
        <a:lstStyle/>
        <a:p>
          <a:endParaRPr lang="uk-UA"/>
        </a:p>
      </dgm:t>
    </dgm:pt>
    <dgm:pt modelId="{0AD4B43F-85D5-4B1E-B761-3DF6BDF0057C}" type="sibTrans" cxnId="{F1479258-07C8-4706-B924-8E81C1EBE8A9}">
      <dgm:prSet/>
      <dgm:spPr/>
      <dgm:t>
        <a:bodyPr/>
        <a:lstStyle/>
        <a:p>
          <a:endParaRPr lang="uk-UA"/>
        </a:p>
      </dgm:t>
    </dgm:pt>
    <dgm:pt modelId="{A5F9C637-42C6-4F22-8648-D67B358DF27D}">
      <dgm:prSet/>
      <dgm:spPr/>
      <dgm:t>
        <a:bodyPr/>
        <a:lstStyle/>
        <a:p>
          <a:r>
            <a:rPr lang="ru-RU" b="0" i="0"/>
            <a:t>22 січня 1919 р.</a:t>
          </a:r>
          <a:endParaRPr lang="uk-UA"/>
        </a:p>
      </dgm:t>
    </dgm:pt>
    <dgm:pt modelId="{77A8A9ED-4DEE-437D-B774-B6843FDB709D}" type="parTrans" cxnId="{732AB490-56E0-469D-A08F-331E1A8F833C}">
      <dgm:prSet/>
      <dgm:spPr/>
      <dgm:t>
        <a:bodyPr/>
        <a:lstStyle/>
        <a:p>
          <a:endParaRPr lang="uk-UA"/>
        </a:p>
      </dgm:t>
    </dgm:pt>
    <dgm:pt modelId="{85B09ED1-2F24-4840-AC57-2E1538DC5DD0}" type="sibTrans" cxnId="{732AB490-56E0-469D-A08F-331E1A8F833C}">
      <dgm:prSet/>
      <dgm:spPr/>
      <dgm:t>
        <a:bodyPr/>
        <a:lstStyle/>
        <a:p>
          <a:endParaRPr lang="uk-UA"/>
        </a:p>
      </dgm:t>
    </dgm:pt>
    <dgm:pt modelId="{5AAEB350-1806-499A-A50D-44589EDD57AE}" type="pres">
      <dgm:prSet presAssocID="{D23A5F37-42A1-4459-A789-1C38D2EF83EF}" presName="linear" presStyleCnt="0">
        <dgm:presLayoutVars>
          <dgm:animLvl val="lvl"/>
          <dgm:resizeHandles val="exact"/>
        </dgm:presLayoutVars>
      </dgm:prSet>
      <dgm:spPr/>
    </dgm:pt>
    <dgm:pt modelId="{AB0BC500-F41D-4DBD-8471-02FB6390046B}" type="pres">
      <dgm:prSet presAssocID="{E94E6723-70AB-4CF9-BE99-9A368177EA35}" presName="parentText" presStyleLbl="node1" presStyleIdx="0" presStyleCnt="4">
        <dgm:presLayoutVars>
          <dgm:chMax val="0"/>
          <dgm:bulletEnabled val="1"/>
        </dgm:presLayoutVars>
      </dgm:prSet>
      <dgm:spPr/>
    </dgm:pt>
    <dgm:pt modelId="{0F919E8A-58AA-4D72-9B92-786B1FE7FC93}" type="pres">
      <dgm:prSet presAssocID="{7878D948-3F36-4213-96CF-A0CFED93B57A}" presName="spacer" presStyleCnt="0"/>
      <dgm:spPr/>
    </dgm:pt>
    <dgm:pt modelId="{9880298C-433B-4805-808F-23E8D46AC5AC}" type="pres">
      <dgm:prSet presAssocID="{A4989F1F-056E-49F7-AB90-E80B4F7E5A7B}" presName="parentText" presStyleLbl="node1" presStyleIdx="1" presStyleCnt="4">
        <dgm:presLayoutVars>
          <dgm:chMax val="0"/>
          <dgm:bulletEnabled val="1"/>
        </dgm:presLayoutVars>
      </dgm:prSet>
      <dgm:spPr/>
    </dgm:pt>
    <dgm:pt modelId="{87AD54C6-0EA9-4323-A2F3-1DCE0807A01C}" type="pres">
      <dgm:prSet presAssocID="{5E49A11B-9328-4656-A03F-3D1BA531067A}" presName="spacer" presStyleCnt="0"/>
      <dgm:spPr/>
    </dgm:pt>
    <dgm:pt modelId="{A3EA8758-D2B1-49E1-961A-4E1F76074614}" type="pres">
      <dgm:prSet presAssocID="{72D69864-BEE7-46DD-B910-E3EE8392494E}" presName="parentText" presStyleLbl="node1" presStyleIdx="2" presStyleCnt="4">
        <dgm:presLayoutVars>
          <dgm:chMax val="0"/>
          <dgm:bulletEnabled val="1"/>
        </dgm:presLayoutVars>
      </dgm:prSet>
      <dgm:spPr/>
    </dgm:pt>
    <dgm:pt modelId="{2C7EC5F9-1B68-4D0C-868E-FA8E33C33279}" type="pres">
      <dgm:prSet presAssocID="{0AD4B43F-85D5-4B1E-B761-3DF6BDF0057C}" presName="spacer" presStyleCnt="0"/>
      <dgm:spPr/>
    </dgm:pt>
    <dgm:pt modelId="{DDC1103C-89E4-4E19-B732-CC211BD4677F}" type="pres">
      <dgm:prSet presAssocID="{A5F9C637-42C6-4F22-8648-D67B358DF27D}" presName="parentText" presStyleLbl="node1" presStyleIdx="3" presStyleCnt="4">
        <dgm:presLayoutVars>
          <dgm:chMax val="0"/>
          <dgm:bulletEnabled val="1"/>
        </dgm:presLayoutVars>
      </dgm:prSet>
      <dgm:spPr/>
    </dgm:pt>
  </dgm:ptLst>
  <dgm:cxnLst>
    <dgm:cxn modelId="{4B7FF40E-BBE4-4DFA-9F30-3E4C78726012}" type="presOf" srcId="{72D69864-BEE7-46DD-B910-E3EE8392494E}" destId="{A3EA8758-D2B1-49E1-961A-4E1F76074614}" srcOrd="0" destOrd="0" presId="urn:microsoft.com/office/officeart/2005/8/layout/vList2"/>
    <dgm:cxn modelId="{0ACAE917-5125-4498-BD90-8C8D6BAA1D87}" type="presOf" srcId="{A4989F1F-056E-49F7-AB90-E80B4F7E5A7B}" destId="{9880298C-433B-4805-808F-23E8D46AC5AC}" srcOrd="0" destOrd="0" presId="urn:microsoft.com/office/officeart/2005/8/layout/vList2"/>
    <dgm:cxn modelId="{07CA0220-7CEF-437C-B684-2298F036588E}" srcId="{D23A5F37-42A1-4459-A789-1C38D2EF83EF}" destId="{E94E6723-70AB-4CF9-BE99-9A368177EA35}" srcOrd="0" destOrd="0" parTransId="{5B9D114A-E15F-4AB5-A9DF-8B43A568A96A}" sibTransId="{7878D948-3F36-4213-96CF-A0CFED93B57A}"/>
    <dgm:cxn modelId="{F5CE8B32-F356-46EF-BB2F-132F7498D3D5}" type="presOf" srcId="{A5F9C637-42C6-4F22-8648-D67B358DF27D}" destId="{DDC1103C-89E4-4E19-B732-CC211BD4677F}" srcOrd="0" destOrd="0" presId="urn:microsoft.com/office/officeart/2005/8/layout/vList2"/>
    <dgm:cxn modelId="{D8CFC54D-A5AA-4C5B-AD7C-26D4F72DFBD6}" type="presOf" srcId="{D23A5F37-42A1-4459-A789-1C38D2EF83EF}" destId="{5AAEB350-1806-499A-A50D-44589EDD57AE}" srcOrd="0" destOrd="0" presId="urn:microsoft.com/office/officeart/2005/8/layout/vList2"/>
    <dgm:cxn modelId="{F1479258-07C8-4706-B924-8E81C1EBE8A9}" srcId="{D23A5F37-42A1-4459-A789-1C38D2EF83EF}" destId="{72D69864-BEE7-46DD-B910-E3EE8392494E}" srcOrd="2" destOrd="0" parTransId="{679E741C-165C-42C2-965A-DAC530F116F0}" sibTransId="{0AD4B43F-85D5-4B1E-B761-3DF6BDF0057C}"/>
    <dgm:cxn modelId="{732AB490-56E0-469D-A08F-331E1A8F833C}" srcId="{D23A5F37-42A1-4459-A789-1C38D2EF83EF}" destId="{A5F9C637-42C6-4F22-8648-D67B358DF27D}" srcOrd="3" destOrd="0" parTransId="{77A8A9ED-4DEE-437D-B774-B6843FDB709D}" sibTransId="{85B09ED1-2F24-4840-AC57-2E1538DC5DD0}"/>
    <dgm:cxn modelId="{7EE696CA-AE57-4E1D-AF19-6710D26FAED2}" srcId="{D23A5F37-42A1-4459-A789-1C38D2EF83EF}" destId="{A4989F1F-056E-49F7-AB90-E80B4F7E5A7B}" srcOrd="1" destOrd="0" parTransId="{336E3245-574D-4396-825F-311A8825873B}" sibTransId="{5E49A11B-9328-4656-A03F-3D1BA531067A}"/>
    <dgm:cxn modelId="{225D5FF6-2894-4A5D-BE57-D1E14167D614}" type="presOf" srcId="{E94E6723-70AB-4CF9-BE99-9A368177EA35}" destId="{AB0BC500-F41D-4DBD-8471-02FB6390046B}" srcOrd="0" destOrd="0" presId="urn:microsoft.com/office/officeart/2005/8/layout/vList2"/>
    <dgm:cxn modelId="{4CCE67AF-2975-4054-946E-E081871337AB}" type="presParOf" srcId="{5AAEB350-1806-499A-A50D-44589EDD57AE}" destId="{AB0BC500-F41D-4DBD-8471-02FB6390046B}" srcOrd="0" destOrd="0" presId="urn:microsoft.com/office/officeart/2005/8/layout/vList2"/>
    <dgm:cxn modelId="{D4D7DF6C-AF43-484C-8E48-88A6F063BECD}" type="presParOf" srcId="{5AAEB350-1806-499A-A50D-44589EDD57AE}" destId="{0F919E8A-58AA-4D72-9B92-786B1FE7FC93}" srcOrd="1" destOrd="0" presId="urn:microsoft.com/office/officeart/2005/8/layout/vList2"/>
    <dgm:cxn modelId="{8AB47146-CB57-48E8-9905-9C8C6D4D7706}" type="presParOf" srcId="{5AAEB350-1806-499A-A50D-44589EDD57AE}" destId="{9880298C-433B-4805-808F-23E8D46AC5AC}" srcOrd="2" destOrd="0" presId="urn:microsoft.com/office/officeart/2005/8/layout/vList2"/>
    <dgm:cxn modelId="{6C96C0E1-A607-4259-9DCA-249B76F1AAB9}" type="presParOf" srcId="{5AAEB350-1806-499A-A50D-44589EDD57AE}" destId="{87AD54C6-0EA9-4323-A2F3-1DCE0807A01C}" srcOrd="3" destOrd="0" presId="urn:microsoft.com/office/officeart/2005/8/layout/vList2"/>
    <dgm:cxn modelId="{FD6CB0EE-D553-47E5-A360-46F659417E3E}" type="presParOf" srcId="{5AAEB350-1806-499A-A50D-44589EDD57AE}" destId="{A3EA8758-D2B1-49E1-961A-4E1F76074614}" srcOrd="4" destOrd="0" presId="urn:microsoft.com/office/officeart/2005/8/layout/vList2"/>
    <dgm:cxn modelId="{24BACD5D-084D-4704-84B1-A1157F72C76E}" type="presParOf" srcId="{5AAEB350-1806-499A-A50D-44589EDD57AE}" destId="{2C7EC5F9-1B68-4D0C-868E-FA8E33C33279}" srcOrd="5" destOrd="0" presId="urn:microsoft.com/office/officeart/2005/8/layout/vList2"/>
    <dgm:cxn modelId="{2E5BBAC3-97E6-4AC3-A2CA-402E11CC619C}" type="presParOf" srcId="{5AAEB350-1806-499A-A50D-44589EDD57AE}" destId="{DDC1103C-89E4-4E19-B732-CC211BD4677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3E0DD9F-D2A0-4DC7-9BD2-87FB1D8112A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7333E9B-5385-4ADA-A9C0-FB45439B68B7}">
      <dgm:prSet/>
      <dgm:spPr/>
      <dgm:t>
        <a:bodyPr/>
        <a:lstStyle/>
        <a:p>
          <a:r>
            <a:rPr lang="uk-UA" b="0" i="0" dirty="0"/>
            <a:t>укладення Варшавської угоди.</a:t>
          </a:r>
          <a:endParaRPr lang="uk-UA" dirty="0"/>
        </a:p>
      </dgm:t>
    </dgm:pt>
    <dgm:pt modelId="{D531C59A-752B-4B48-863A-AB83E61142DF}" type="parTrans" cxnId="{414889F8-23BC-4920-A89F-3CDB92C7FB50}">
      <dgm:prSet/>
      <dgm:spPr/>
      <dgm:t>
        <a:bodyPr/>
        <a:lstStyle/>
        <a:p>
          <a:endParaRPr lang="uk-UA"/>
        </a:p>
      </dgm:t>
    </dgm:pt>
    <dgm:pt modelId="{BCC725ED-9D2B-4AA0-9B16-1D6F37E3F243}" type="sibTrans" cxnId="{414889F8-23BC-4920-A89F-3CDB92C7FB50}">
      <dgm:prSet/>
      <dgm:spPr/>
      <dgm:t>
        <a:bodyPr/>
        <a:lstStyle/>
        <a:p>
          <a:endParaRPr lang="uk-UA"/>
        </a:p>
      </dgm:t>
    </dgm:pt>
    <dgm:pt modelId="{4A0A0286-52A7-4069-A0C7-C5C93449C180}">
      <dgm:prSet/>
      <dgm:spPr/>
      <dgm:t>
        <a:bodyPr/>
        <a:lstStyle/>
        <a:p>
          <a:r>
            <a:rPr lang="uk-UA" b="0" i="0"/>
            <a:t>здійснення Першого «Зимового походу».</a:t>
          </a:r>
          <a:endParaRPr lang="uk-UA"/>
        </a:p>
      </dgm:t>
    </dgm:pt>
    <dgm:pt modelId="{A6D02AE9-C88C-4F7E-A227-584A074FE5A6}" type="parTrans" cxnId="{6CF7CF2A-0ACF-4584-80E4-626CFE332A1C}">
      <dgm:prSet/>
      <dgm:spPr/>
      <dgm:t>
        <a:bodyPr/>
        <a:lstStyle/>
        <a:p>
          <a:endParaRPr lang="uk-UA"/>
        </a:p>
      </dgm:t>
    </dgm:pt>
    <dgm:pt modelId="{690F1D98-6121-4356-A3FF-60E3C93C7EC8}" type="sibTrans" cxnId="{6CF7CF2A-0ACF-4584-80E4-626CFE332A1C}">
      <dgm:prSet/>
      <dgm:spPr/>
      <dgm:t>
        <a:bodyPr/>
        <a:lstStyle/>
        <a:p>
          <a:endParaRPr lang="uk-UA"/>
        </a:p>
      </dgm:t>
    </dgm:pt>
    <dgm:pt modelId="{55326F53-271B-4EE0-8556-CDF56F4C9761}">
      <dgm:prSet/>
      <dgm:spPr/>
      <dgm:t>
        <a:bodyPr/>
        <a:lstStyle/>
        <a:p>
          <a:r>
            <a:rPr lang="uk-UA" b="0" i="0"/>
            <a:t>проведення «Чортківської офензиви».</a:t>
          </a:r>
          <a:endParaRPr lang="uk-UA"/>
        </a:p>
      </dgm:t>
    </dgm:pt>
    <dgm:pt modelId="{EB3372FB-7B05-4D68-B371-1CB16194831A}" type="parTrans" cxnId="{581B74A5-8B95-48A1-B86C-9C88F7402F92}">
      <dgm:prSet/>
      <dgm:spPr/>
      <dgm:t>
        <a:bodyPr/>
        <a:lstStyle/>
        <a:p>
          <a:endParaRPr lang="uk-UA"/>
        </a:p>
      </dgm:t>
    </dgm:pt>
    <dgm:pt modelId="{392A9C0F-76B4-4776-8798-651B1BFF924D}" type="sibTrans" cxnId="{581B74A5-8B95-48A1-B86C-9C88F7402F92}">
      <dgm:prSet/>
      <dgm:spPr/>
      <dgm:t>
        <a:bodyPr/>
        <a:lstStyle/>
        <a:p>
          <a:endParaRPr lang="uk-UA"/>
        </a:p>
      </dgm:t>
    </dgm:pt>
    <dgm:pt modelId="{96B564CE-0A7D-4A26-AE70-23FD8114EE47}">
      <dgm:prSet/>
      <dgm:spPr/>
      <dgm:t>
        <a:bodyPr/>
        <a:lstStyle/>
        <a:p>
          <a:r>
            <a:rPr lang="uk-UA" b="0" i="0"/>
            <a:t>проголошення Акту Злуки.</a:t>
          </a:r>
          <a:endParaRPr lang="uk-UA"/>
        </a:p>
      </dgm:t>
    </dgm:pt>
    <dgm:pt modelId="{4C8C6171-AF14-4B64-9C01-FA719B7E0AAB}" type="parTrans" cxnId="{AEE8D484-D628-45E6-BF05-B869072958CB}">
      <dgm:prSet/>
      <dgm:spPr/>
      <dgm:t>
        <a:bodyPr/>
        <a:lstStyle/>
        <a:p>
          <a:endParaRPr lang="uk-UA"/>
        </a:p>
      </dgm:t>
    </dgm:pt>
    <dgm:pt modelId="{82502D2D-2CF6-4F35-B46A-669FE3C2B776}" type="sibTrans" cxnId="{AEE8D484-D628-45E6-BF05-B869072958CB}">
      <dgm:prSet/>
      <dgm:spPr/>
      <dgm:t>
        <a:bodyPr/>
        <a:lstStyle/>
        <a:p>
          <a:endParaRPr lang="uk-UA"/>
        </a:p>
      </dgm:t>
    </dgm:pt>
    <dgm:pt modelId="{CA502713-2BD3-4B09-AFB7-E8969613C28E}" type="pres">
      <dgm:prSet presAssocID="{03E0DD9F-D2A0-4DC7-9BD2-87FB1D8112A2}" presName="linear" presStyleCnt="0">
        <dgm:presLayoutVars>
          <dgm:animLvl val="lvl"/>
          <dgm:resizeHandles val="exact"/>
        </dgm:presLayoutVars>
      </dgm:prSet>
      <dgm:spPr/>
    </dgm:pt>
    <dgm:pt modelId="{F969429B-292B-4B17-BD70-60ACC3D1FA01}" type="pres">
      <dgm:prSet presAssocID="{07333E9B-5385-4ADA-A9C0-FB45439B68B7}" presName="parentText" presStyleLbl="node1" presStyleIdx="0" presStyleCnt="4">
        <dgm:presLayoutVars>
          <dgm:chMax val="0"/>
          <dgm:bulletEnabled val="1"/>
        </dgm:presLayoutVars>
      </dgm:prSet>
      <dgm:spPr/>
    </dgm:pt>
    <dgm:pt modelId="{5DA3CBDE-F7FA-44D8-A6DA-A0CFA707D31F}" type="pres">
      <dgm:prSet presAssocID="{BCC725ED-9D2B-4AA0-9B16-1D6F37E3F243}" presName="spacer" presStyleCnt="0"/>
      <dgm:spPr/>
    </dgm:pt>
    <dgm:pt modelId="{DABA8DD8-BC46-4E5E-9066-C116F7785D15}" type="pres">
      <dgm:prSet presAssocID="{4A0A0286-52A7-4069-A0C7-C5C93449C180}" presName="parentText" presStyleLbl="node1" presStyleIdx="1" presStyleCnt="4">
        <dgm:presLayoutVars>
          <dgm:chMax val="0"/>
          <dgm:bulletEnabled val="1"/>
        </dgm:presLayoutVars>
      </dgm:prSet>
      <dgm:spPr/>
    </dgm:pt>
    <dgm:pt modelId="{A42EE18D-B3B0-484F-B902-852CEF11FC47}" type="pres">
      <dgm:prSet presAssocID="{690F1D98-6121-4356-A3FF-60E3C93C7EC8}" presName="spacer" presStyleCnt="0"/>
      <dgm:spPr/>
    </dgm:pt>
    <dgm:pt modelId="{04A4A7CD-6C0D-4D8A-BD48-0052E1BBD632}" type="pres">
      <dgm:prSet presAssocID="{55326F53-271B-4EE0-8556-CDF56F4C9761}" presName="parentText" presStyleLbl="node1" presStyleIdx="2" presStyleCnt="4">
        <dgm:presLayoutVars>
          <dgm:chMax val="0"/>
          <dgm:bulletEnabled val="1"/>
        </dgm:presLayoutVars>
      </dgm:prSet>
      <dgm:spPr/>
    </dgm:pt>
    <dgm:pt modelId="{8E892D0D-EA65-44F0-8CD1-13D9D84560F5}" type="pres">
      <dgm:prSet presAssocID="{392A9C0F-76B4-4776-8798-651B1BFF924D}" presName="spacer" presStyleCnt="0"/>
      <dgm:spPr/>
    </dgm:pt>
    <dgm:pt modelId="{7B92BC1D-32B1-4DB2-B497-D03BECA4FDF3}" type="pres">
      <dgm:prSet presAssocID="{96B564CE-0A7D-4A26-AE70-23FD8114EE47}" presName="parentText" presStyleLbl="node1" presStyleIdx="3" presStyleCnt="4">
        <dgm:presLayoutVars>
          <dgm:chMax val="0"/>
          <dgm:bulletEnabled val="1"/>
        </dgm:presLayoutVars>
      </dgm:prSet>
      <dgm:spPr/>
    </dgm:pt>
  </dgm:ptLst>
  <dgm:cxnLst>
    <dgm:cxn modelId="{6CF7CF2A-0ACF-4584-80E4-626CFE332A1C}" srcId="{03E0DD9F-D2A0-4DC7-9BD2-87FB1D8112A2}" destId="{4A0A0286-52A7-4069-A0C7-C5C93449C180}" srcOrd="1" destOrd="0" parTransId="{A6D02AE9-C88C-4F7E-A227-584A074FE5A6}" sibTransId="{690F1D98-6121-4356-A3FF-60E3C93C7EC8}"/>
    <dgm:cxn modelId="{32E22842-E67B-4BE9-A3EA-D859CEFF93E8}" type="presOf" srcId="{96B564CE-0A7D-4A26-AE70-23FD8114EE47}" destId="{7B92BC1D-32B1-4DB2-B497-D03BECA4FDF3}" srcOrd="0" destOrd="0" presId="urn:microsoft.com/office/officeart/2005/8/layout/vList2"/>
    <dgm:cxn modelId="{E0728265-EDB9-4E3A-90C3-F89660CE4354}" type="presOf" srcId="{03E0DD9F-D2A0-4DC7-9BD2-87FB1D8112A2}" destId="{CA502713-2BD3-4B09-AFB7-E8969613C28E}" srcOrd="0" destOrd="0" presId="urn:microsoft.com/office/officeart/2005/8/layout/vList2"/>
    <dgm:cxn modelId="{51FAD381-1D89-4A04-871F-BD50BEF33D61}" type="presOf" srcId="{07333E9B-5385-4ADA-A9C0-FB45439B68B7}" destId="{F969429B-292B-4B17-BD70-60ACC3D1FA01}" srcOrd="0" destOrd="0" presId="urn:microsoft.com/office/officeart/2005/8/layout/vList2"/>
    <dgm:cxn modelId="{AEE8D484-D628-45E6-BF05-B869072958CB}" srcId="{03E0DD9F-D2A0-4DC7-9BD2-87FB1D8112A2}" destId="{96B564CE-0A7D-4A26-AE70-23FD8114EE47}" srcOrd="3" destOrd="0" parTransId="{4C8C6171-AF14-4B64-9C01-FA719B7E0AAB}" sibTransId="{82502D2D-2CF6-4F35-B46A-669FE3C2B776}"/>
    <dgm:cxn modelId="{55557C86-1576-4997-9CDF-C4B81BD2DA18}" type="presOf" srcId="{55326F53-271B-4EE0-8556-CDF56F4C9761}" destId="{04A4A7CD-6C0D-4D8A-BD48-0052E1BBD632}" srcOrd="0" destOrd="0" presId="urn:microsoft.com/office/officeart/2005/8/layout/vList2"/>
    <dgm:cxn modelId="{581B74A5-8B95-48A1-B86C-9C88F7402F92}" srcId="{03E0DD9F-D2A0-4DC7-9BD2-87FB1D8112A2}" destId="{55326F53-271B-4EE0-8556-CDF56F4C9761}" srcOrd="2" destOrd="0" parTransId="{EB3372FB-7B05-4D68-B371-1CB16194831A}" sibTransId="{392A9C0F-76B4-4776-8798-651B1BFF924D}"/>
    <dgm:cxn modelId="{F05931E0-3A10-4329-988D-E0F5B282776D}" type="presOf" srcId="{4A0A0286-52A7-4069-A0C7-C5C93449C180}" destId="{DABA8DD8-BC46-4E5E-9066-C116F7785D15}" srcOrd="0" destOrd="0" presId="urn:microsoft.com/office/officeart/2005/8/layout/vList2"/>
    <dgm:cxn modelId="{414889F8-23BC-4920-A89F-3CDB92C7FB50}" srcId="{03E0DD9F-D2A0-4DC7-9BD2-87FB1D8112A2}" destId="{07333E9B-5385-4ADA-A9C0-FB45439B68B7}" srcOrd="0" destOrd="0" parTransId="{D531C59A-752B-4B48-863A-AB83E61142DF}" sibTransId="{BCC725ED-9D2B-4AA0-9B16-1D6F37E3F243}"/>
    <dgm:cxn modelId="{7A0EF796-639F-431D-80DC-A3452FB7CF94}" type="presParOf" srcId="{CA502713-2BD3-4B09-AFB7-E8969613C28E}" destId="{F969429B-292B-4B17-BD70-60ACC3D1FA01}" srcOrd="0" destOrd="0" presId="urn:microsoft.com/office/officeart/2005/8/layout/vList2"/>
    <dgm:cxn modelId="{BE845239-021C-4959-801F-65B0136CFEC3}" type="presParOf" srcId="{CA502713-2BD3-4B09-AFB7-E8969613C28E}" destId="{5DA3CBDE-F7FA-44D8-A6DA-A0CFA707D31F}" srcOrd="1" destOrd="0" presId="urn:microsoft.com/office/officeart/2005/8/layout/vList2"/>
    <dgm:cxn modelId="{2F3653CB-FADC-44AE-A41F-57C899504A68}" type="presParOf" srcId="{CA502713-2BD3-4B09-AFB7-E8969613C28E}" destId="{DABA8DD8-BC46-4E5E-9066-C116F7785D15}" srcOrd="2" destOrd="0" presId="urn:microsoft.com/office/officeart/2005/8/layout/vList2"/>
    <dgm:cxn modelId="{CE27CDD8-BE5E-497F-96A7-D8EE8677F9D5}" type="presParOf" srcId="{CA502713-2BD3-4B09-AFB7-E8969613C28E}" destId="{A42EE18D-B3B0-484F-B902-852CEF11FC47}" srcOrd="3" destOrd="0" presId="urn:microsoft.com/office/officeart/2005/8/layout/vList2"/>
    <dgm:cxn modelId="{67D66C4A-5B3A-43C7-ABC5-002F1234EB59}" type="presParOf" srcId="{CA502713-2BD3-4B09-AFB7-E8969613C28E}" destId="{04A4A7CD-6C0D-4D8A-BD48-0052E1BBD632}" srcOrd="4" destOrd="0" presId="urn:microsoft.com/office/officeart/2005/8/layout/vList2"/>
    <dgm:cxn modelId="{5F7C014D-8ABE-4D3B-8D05-0938E4846A46}" type="presParOf" srcId="{CA502713-2BD3-4B09-AFB7-E8969613C28E}" destId="{8E892D0D-EA65-44F0-8CD1-13D9D84560F5}" srcOrd="5" destOrd="0" presId="urn:microsoft.com/office/officeart/2005/8/layout/vList2"/>
    <dgm:cxn modelId="{E40CB612-0DE9-4811-96F5-D5727AFCCD49}" type="presParOf" srcId="{CA502713-2BD3-4B09-AFB7-E8969613C28E}" destId="{7B92BC1D-32B1-4DB2-B497-D03BECA4FDF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1EF9F103-1486-4215-BE07-189D144F48B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DCEDDC4-6E8F-4AAE-BA62-AD144EC2154E}">
      <dgm:prSet/>
      <dgm:spPr/>
      <dgm:t>
        <a:bodyPr/>
        <a:lstStyle/>
        <a:p>
          <a:r>
            <a:rPr lang="ru-RU" b="0" i="0"/>
            <a:t>Робітничо-селянська червона армія.</a:t>
          </a:r>
          <a:endParaRPr lang="uk-UA"/>
        </a:p>
      </dgm:t>
    </dgm:pt>
    <dgm:pt modelId="{596EAF01-A6CA-4A7D-94CF-6768A7A7E5F7}" type="parTrans" cxnId="{992A23D3-D603-4E45-83DC-C911678CD387}">
      <dgm:prSet/>
      <dgm:spPr/>
      <dgm:t>
        <a:bodyPr/>
        <a:lstStyle/>
        <a:p>
          <a:endParaRPr lang="uk-UA"/>
        </a:p>
      </dgm:t>
    </dgm:pt>
    <dgm:pt modelId="{CC55E07D-CFC6-45FF-821F-6715AF60CD23}" type="sibTrans" cxnId="{992A23D3-D603-4E45-83DC-C911678CD387}">
      <dgm:prSet/>
      <dgm:spPr/>
      <dgm:t>
        <a:bodyPr/>
        <a:lstStyle/>
        <a:p>
          <a:endParaRPr lang="uk-UA"/>
        </a:p>
      </dgm:t>
    </dgm:pt>
    <dgm:pt modelId="{771E0F80-213F-4089-A443-B9851063CB68}">
      <dgm:prSet/>
      <dgm:spPr/>
      <dgm:t>
        <a:bodyPr/>
        <a:lstStyle/>
        <a:p>
          <a:r>
            <a:rPr lang="ru-RU" b="0" i="0"/>
            <a:t>Добровольча армія генерала А. Денікіна.</a:t>
          </a:r>
          <a:endParaRPr lang="uk-UA"/>
        </a:p>
      </dgm:t>
    </dgm:pt>
    <dgm:pt modelId="{138DD7B5-07A4-43E5-A4FE-29877BB26EE0}" type="parTrans" cxnId="{9B5A32F6-6D33-4970-A443-F3BDEFB532A7}">
      <dgm:prSet/>
      <dgm:spPr/>
      <dgm:t>
        <a:bodyPr/>
        <a:lstStyle/>
        <a:p>
          <a:endParaRPr lang="uk-UA"/>
        </a:p>
      </dgm:t>
    </dgm:pt>
    <dgm:pt modelId="{14561040-54FA-4AB3-9B52-372E1D6D0D6E}" type="sibTrans" cxnId="{9B5A32F6-6D33-4970-A443-F3BDEFB532A7}">
      <dgm:prSet/>
      <dgm:spPr/>
      <dgm:t>
        <a:bodyPr/>
        <a:lstStyle/>
        <a:p>
          <a:endParaRPr lang="uk-UA"/>
        </a:p>
      </dgm:t>
    </dgm:pt>
    <dgm:pt modelId="{814EEC23-BF7E-40A5-91DC-1E3D24647CFF}">
      <dgm:prSet/>
      <dgm:spPr/>
      <dgm:t>
        <a:bodyPr/>
        <a:lstStyle/>
        <a:p>
          <a:r>
            <a:rPr lang="ru-RU" b="0" i="0"/>
            <a:t>Польська армія генерала Ю. Галлера.</a:t>
          </a:r>
          <a:endParaRPr lang="uk-UA"/>
        </a:p>
      </dgm:t>
    </dgm:pt>
    <dgm:pt modelId="{0F31544D-961B-41FC-999F-6CB31A0FCEF1}" type="parTrans" cxnId="{A45E5C43-74AC-4C04-ABCB-E6EA7DECF763}">
      <dgm:prSet/>
      <dgm:spPr/>
      <dgm:t>
        <a:bodyPr/>
        <a:lstStyle/>
        <a:p>
          <a:endParaRPr lang="uk-UA"/>
        </a:p>
      </dgm:t>
    </dgm:pt>
    <dgm:pt modelId="{2FAEE802-DCD2-47BE-9860-0F9D2365EDAB}" type="sibTrans" cxnId="{A45E5C43-74AC-4C04-ABCB-E6EA7DECF763}">
      <dgm:prSet/>
      <dgm:spPr/>
      <dgm:t>
        <a:bodyPr/>
        <a:lstStyle/>
        <a:p>
          <a:endParaRPr lang="uk-UA"/>
        </a:p>
      </dgm:t>
    </dgm:pt>
    <dgm:pt modelId="{77FD19E3-0418-41E8-9A88-0350251332A0}">
      <dgm:prSet/>
      <dgm:spPr/>
      <dgm:t>
        <a:bodyPr/>
        <a:lstStyle/>
        <a:p>
          <a:r>
            <a:rPr lang="ru-RU" b="0" i="0"/>
            <a:t>Українська галицька армія.</a:t>
          </a:r>
          <a:endParaRPr lang="uk-UA"/>
        </a:p>
      </dgm:t>
    </dgm:pt>
    <dgm:pt modelId="{85EF63D7-FC94-4083-9A3A-7913F259CC7A}" type="parTrans" cxnId="{6FF036E5-D9A3-4FCB-A6EE-2C3F726B4560}">
      <dgm:prSet/>
      <dgm:spPr/>
      <dgm:t>
        <a:bodyPr/>
        <a:lstStyle/>
        <a:p>
          <a:endParaRPr lang="uk-UA"/>
        </a:p>
      </dgm:t>
    </dgm:pt>
    <dgm:pt modelId="{D38BE4BD-0752-4028-B2A7-A131B2F554A6}" type="sibTrans" cxnId="{6FF036E5-D9A3-4FCB-A6EE-2C3F726B4560}">
      <dgm:prSet/>
      <dgm:spPr/>
      <dgm:t>
        <a:bodyPr/>
        <a:lstStyle/>
        <a:p>
          <a:endParaRPr lang="uk-UA"/>
        </a:p>
      </dgm:t>
    </dgm:pt>
    <dgm:pt modelId="{143B6028-9E7F-449F-A8D9-769B300C1D0E}" type="pres">
      <dgm:prSet presAssocID="{1EF9F103-1486-4215-BE07-189D144F48B3}" presName="linear" presStyleCnt="0">
        <dgm:presLayoutVars>
          <dgm:animLvl val="lvl"/>
          <dgm:resizeHandles val="exact"/>
        </dgm:presLayoutVars>
      </dgm:prSet>
      <dgm:spPr/>
    </dgm:pt>
    <dgm:pt modelId="{42450BF3-8795-4CE9-A20D-A1B5084E4653}" type="pres">
      <dgm:prSet presAssocID="{7DCEDDC4-6E8F-4AAE-BA62-AD144EC2154E}" presName="parentText" presStyleLbl="node1" presStyleIdx="0" presStyleCnt="4">
        <dgm:presLayoutVars>
          <dgm:chMax val="0"/>
          <dgm:bulletEnabled val="1"/>
        </dgm:presLayoutVars>
      </dgm:prSet>
      <dgm:spPr/>
    </dgm:pt>
    <dgm:pt modelId="{B8F37E48-2FAE-4925-9179-D446A70E0952}" type="pres">
      <dgm:prSet presAssocID="{CC55E07D-CFC6-45FF-821F-6715AF60CD23}" presName="spacer" presStyleCnt="0"/>
      <dgm:spPr/>
    </dgm:pt>
    <dgm:pt modelId="{5A21BC1C-CE8A-428F-B850-464468A71244}" type="pres">
      <dgm:prSet presAssocID="{771E0F80-213F-4089-A443-B9851063CB68}" presName="parentText" presStyleLbl="node1" presStyleIdx="1" presStyleCnt="4">
        <dgm:presLayoutVars>
          <dgm:chMax val="0"/>
          <dgm:bulletEnabled val="1"/>
        </dgm:presLayoutVars>
      </dgm:prSet>
      <dgm:spPr/>
    </dgm:pt>
    <dgm:pt modelId="{8B7DEF40-5726-4E9D-953D-5F6AC42190E8}" type="pres">
      <dgm:prSet presAssocID="{14561040-54FA-4AB3-9B52-372E1D6D0D6E}" presName="spacer" presStyleCnt="0"/>
      <dgm:spPr/>
    </dgm:pt>
    <dgm:pt modelId="{BE739E8F-3243-4BF7-B878-8EB9AE7EF221}" type="pres">
      <dgm:prSet presAssocID="{814EEC23-BF7E-40A5-91DC-1E3D24647CFF}" presName="parentText" presStyleLbl="node1" presStyleIdx="2" presStyleCnt="4">
        <dgm:presLayoutVars>
          <dgm:chMax val="0"/>
          <dgm:bulletEnabled val="1"/>
        </dgm:presLayoutVars>
      </dgm:prSet>
      <dgm:spPr/>
    </dgm:pt>
    <dgm:pt modelId="{7E0969E9-3C0C-4A56-88CF-9FDEC5FD9AB4}" type="pres">
      <dgm:prSet presAssocID="{2FAEE802-DCD2-47BE-9860-0F9D2365EDAB}" presName="spacer" presStyleCnt="0"/>
      <dgm:spPr/>
    </dgm:pt>
    <dgm:pt modelId="{3CD2B94C-68C8-438D-BE16-51FD264322D8}" type="pres">
      <dgm:prSet presAssocID="{77FD19E3-0418-41E8-9A88-0350251332A0}" presName="parentText" presStyleLbl="node1" presStyleIdx="3" presStyleCnt="4">
        <dgm:presLayoutVars>
          <dgm:chMax val="0"/>
          <dgm:bulletEnabled val="1"/>
        </dgm:presLayoutVars>
      </dgm:prSet>
      <dgm:spPr/>
    </dgm:pt>
  </dgm:ptLst>
  <dgm:cxnLst>
    <dgm:cxn modelId="{3B25C20B-D500-4BF7-86D2-246D4CCFCDE5}" type="presOf" srcId="{814EEC23-BF7E-40A5-91DC-1E3D24647CFF}" destId="{BE739E8F-3243-4BF7-B878-8EB9AE7EF221}" srcOrd="0" destOrd="0" presId="urn:microsoft.com/office/officeart/2005/8/layout/vList2"/>
    <dgm:cxn modelId="{A45E5C43-74AC-4C04-ABCB-E6EA7DECF763}" srcId="{1EF9F103-1486-4215-BE07-189D144F48B3}" destId="{814EEC23-BF7E-40A5-91DC-1E3D24647CFF}" srcOrd="2" destOrd="0" parTransId="{0F31544D-961B-41FC-999F-6CB31A0FCEF1}" sibTransId="{2FAEE802-DCD2-47BE-9860-0F9D2365EDAB}"/>
    <dgm:cxn modelId="{9B636B66-D234-469F-B97B-8597B341516E}" type="presOf" srcId="{1EF9F103-1486-4215-BE07-189D144F48B3}" destId="{143B6028-9E7F-449F-A8D9-769B300C1D0E}" srcOrd="0" destOrd="0" presId="urn:microsoft.com/office/officeart/2005/8/layout/vList2"/>
    <dgm:cxn modelId="{9941425A-5B25-4937-A0AE-0700760F5582}" type="presOf" srcId="{771E0F80-213F-4089-A443-B9851063CB68}" destId="{5A21BC1C-CE8A-428F-B850-464468A71244}" srcOrd="0" destOrd="0" presId="urn:microsoft.com/office/officeart/2005/8/layout/vList2"/>
    <dgm:cxn modelId="{FFFAA9B6-CBC8-4A66-92A9-B5E88EA97352}" type="presOf" srcId="{77FD19E3-0418-41E8-9A88-0350251332A0}" destId="{3CD2B94C-68C8-438D-BE16-51FD264322D8}" srcOrd="0" destOrd="0" presId="urn:microsoft.com/office/officeart/2005/8/layout/vList2"/>
    <dgm:cxn modelId="{80CCC9D1-B69C-43BC-8033-39DCD7E618C4}" type="presOf" srcId="{7DCEDDC4-6E8F-4AAE-BA62-AD144EC2154E}" destId="{42450BF3-8795-4CE9-A20D-A1B5084E4653}" srcOrd="0" destOrd="0" presId="urn:microsoft.com/office/officeart/2005/8/layout/vList2"/>
    <dgm:cxn modelId="{992A23D3-D603-4E45-83DC-C911678CD387}" srcId="{1EF9F103-1486-4215-BE07-189D144F48B3}" destId="{7DCEDDC4-6E8F-4AAE-BA62-AD144EC2154E}" srcOrd="0" destOrd="0" parTransId="{596EAF01-A6CA-4A7D-94CF-6768A7A7E5F7}" sibTransId="{CC55E07D-CFC6-45FF-821F-6715AF60CD23}"/>
    <dgm:cxn modelId="{6FF036E5-D9A3-4FCB-A6EE-2C3F726B4560}" srcId="{1EF9F103-1486-4215-BE07-189D144F48B3}" destId="{77FD19E3-0418-41E8-9A88-0350251332A0}" srcOrd="3" destOrd="0" parTransId="{85EF63D7-FC94-4083-9A3A-7913F259CC7A}" sibTransId="{D38BE4BD-0752-4028-B2A7-A131B2F554A6}"/>
    <dgm:cxn modelId="{9B5A32F6-6D33-4970-A443-F3BDEFB532A7}" srcId="{1EF9F103-1486-4215-BE07-189D144F48B3}" destId="{771E0F80-213F-4089-A443-B9851063CB68}" srcOrd="1" destOrd="0" parTransId="{138DD7B5-07A4-43E5-A4FE-29877BB26EE0}" sibTransId="{14561040-54FA-4AB3-9B52-372E1D6D0D6E}"/>
    <dgm:cxn modelId="{E3710855-7E23-4952-B5B8-D5D15588389E}" type="presParOf" srcId="{143B6028-9E7F-449F-A8D9-769B300C1D0E}" destId="{42450BF3-8795-4CE9-A20D-A1B5084E4653}" srcOrd="0" destOrd="0" presId="urn:microsoft.com/office/officeart/2005/8/layout/vList2"/>
    <dgm:cxn modelId="{D40D7031-E15C-4DA4-A56B-AECD9E07B151}" type="presParOf" srcId="{143B6028-9E7F-449F-A8D9-769B300C1D0E}" destId="{B8F37E48-2FAE-4925-9179-D446A70E0952}" srcOrd="1" destOrd="0" presId="urn:microsoft.com/office/officeart/2005/8/layout/vList2"/>
    <dgm:cxn modelId="{BD981521-8AA7-4C86-8D92-B89743D35BE5}" type="presParOf" srcId="{143B6028-9E7F-449F-A8D9-769B300C1D0E}" destId="{5A21BC1C-CE8A-428F-B850-464468A71244}" srcOrd="2" destOrd="0" presId="urn:microsoft.com/office/officeart/2005/8/layout/vList2"/>
    <dgm:cxn modelId="{9F8C7773-B837-4449-A085-D922B5F10588}" type="presParOf" srcId="{143B6028-9E7F-449F-A8D9-769B300C1D0E}" destId="{8B7DEF40-5726-4E9D-953D-5F6AC42190E8}" srcOrd="3" destOrd="0" presId="urn:microsoft.com/office/officeart/2005/8/layout/vList2"/>
    <dgm:cxn modelId="{BA225529-0ACD-492D-9B58-53AD858F1315}" type="presParOf" srcId="{143B6028-9E7F-449F-A8D9-769B300C1D0E}" destId="{BE739E8F-3243-4BF7-B878-8EB9AE7EF221}" srcOrd="4" destOrd="0" presId="urn:microsoft.com/office/officeart/2005/8/layout/vList2"/>
    <dgm:cxn modelId="{0AD7D45E-1F8F-4992-98F2-09E1767D69E6}" type="presParOf" srcId="{143B6028-9E7F-449F-A8D9-769B300C1D0E}" destId="{7E0969E9-3C0C-4A56-88CF-9FDEC5FD9AB4}" srcOrd="5" destOrd="0" presId="urn:microsoft.com/office/officeart/2005/8/layout/vList2"/>
    <dgm:cxn modelId="{E45732C8-97FD-4581-80C3-563A3D00F0D3}" type="presParOf" srcId="{143B6028-9E7F-449F-A8D9-769B300C1D0E}" destId="{3CD2B94C-68C8-438D-BE16-51FD264322D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E14D8E4-FDE8-4544-A768-B6F18D2CF014}" type="doc">
      <dgm:prSet loTypeId="urn:microsoft.com/office/officeart/2005/8/layout/hList7" loCatId="list" qsTypeId="urn:microsoft.com/office/officeart/2005/8/quickstyle/simple1" qsCatId="simple" csTypeId="urn:microsoft.com/office/officeart/2005/8/colors/accent1_2" csCatId="accent1"/>
      <dgm:spPr/>
      <dgm:t>
        <a:bodyPr/>
        <a:lstStyle/>
        <a:p>
          <a:endParaRPr lang="uk-UA"/>
        </a:p>
      </dgm:t>
    </dgm:pt>
    <dgm:pt modelId="{20B5D4A9-899A-460C-9B2B-E13CAB5425B6}">
      <dgm:prSet/>
      <dgm:spPr/>
      <dgm:t>
        <a:bodyPr/>
        <a:lstStyle/>
        <a:p>
          <a:r>
            <a:rPr lang="uk-UA" b="0" i="0"/>
            <a:t>незалежність УНР.</a:t>
          </a:r>
          <a:endParaRPr lang="uk-UA"/>
        </a:p>
      </dgm:t>
    </dgm:pt>
    <dgm:pt modelId="{C16DE5CB-F199-4473-B25A-B2B54098DC0F}" type="parTrans" cxnId="{2D708B10-9C93-44D8-977B-9305A528FA26}">
      <dgm:prSet/>
      <dgm:spPr/>
      <dgm:t>
        <a:bodyPr/>
        <a:lstStyle/>
        <a:p>
          <a:endParaRPr lang="uk-UA"/>
        </a:p>
      </dgm:t>
    </dgm:pt>
    <dgm:pt modelId="{974866E0-008C-48A4-804F-926AEB7427A5}" type="sibTrans" cxnId="{2D708B10-9C93-44D8-977B-9305A528FA26}">
      <dgm:prSet/>
      <dgm:spPr/>
      <dgm:t>
        <a:bodyPr/>
        <a:lstStyle/>
        <a:p>
          <a:endParaRPr lang="uk-UA"/>
        </a:p>
      </dgm:t>
    </dgm:pt>
    <dgm:pt modelId="{29BA142D-5BA2-4C88-8F9C-FCA377E85E3D}">
      <dgm:prSet/>
      <dgm:spPr/>
      <dgm:t>
        <a:bodyPr/>
        <a:lstStyle/>
        <a:p>
          <a:r>
            <a:rPr lang="uk-UA" b="0" i="0"/>
            <a:t>повалення Гетьманату.</a:t>
          </a:r>
          <a:endParaRPr lang="uk-UA"/>
        </a:p>
      </dgm:t>
    </dgm:pt>
    <dgm:pt modelId="{EC98A946-6445-439F-B02B-405BB2B5150F}" type="parTrans" cxnId="{5826BB7E-C208-4476-8DA3-EB75463EAC23}">
      <dgm:prSet/>
      <dgm:spPr/>
      <dgm:t>
        <a:bodyPr/>
        <a:lstStyle/>
        <a:p>
          <a:endParaRPr lang="uk-UA"/>
        </a:p>
      </dgm:t>
    </dgm:pt>
    <dgm:pt modelId="{2B1CFECF-B7E7-4F78-B93E-BE9DA1FAE8E6}" type="sibTrans" cxnId="{5826BB7E-C208-4476-8DA3-EB75463EAC23}">
      <dgm:prSet/>
      <dgm:spPr/>
      <dgm:t>
        <a:bodyPr/>
        <a:lstStyle/>
        <a:p>
          <a:endParaRPr lang="uk-UA"/>
        </a:p>
      </dgm:t>
    </dgm:pt>
    <dgm:pt modelId="{6CA8B459-E86B-474B-AFBA-FCA86970BB3F}">
      <dgm:prSet/>
      <dgm:spPr/>
      <dgm:t>
        <a:bodyPr/>
        <a:lstStyle/>
        <a:p>
          <a:r>
            <a:rPr lang="uk-UA" b="0" i="0"/>
            <a:t>встановлення радянської влади.</a:t>
          </a:r>
          <a:endParaRPr lang="uk-UA"/>
        </a:p>
      </dgm:t>
    </dgm:pt>
    <dgm:pt modelId="{F652551D-2368-4CF7-99AC-9221241664AE}" type="parTrans" cxnId="{6F21EB6B-0B15-433D-82C5-F5CC2F11FD2B}">
      <dgm:prSet/>
      <dgm:spPr/>
      <dgm:t>
        <a:bodyPr/>
        <a:lstStyle/>
        <a:p>
          <a:endParaRPr lang="uk-UA"/>
        </a:p>
      </dgm:t>
    </dgm:pt>
    <dgm:pt modelId="{EF6FE033-A074-4E14-90AC-CF7E891A2FEB}" type="sibTrans" cxnId="{6F21EB6B-0B15-433D-82C5-F5CC2F11FD2B}">
      <dgm:prSet/>
      <dgm:spPr/>
      <dgm:t>
        <a:bodyPr/>
        <a:lstStyle/>
        <a:p>
          <a:endParaRPr lang="uk-UA"/>
        </a:p>
      </dgm:t>
    </dgm:pt>
    <dgm:pt modelId="{96066A07-4BFC-4B44-A325-BD8C45134FEE}">
      <dgm:prSet/>
      <dgm:spPr/>
      <dgm:t>
        <a:bodyPr/>
        <a:lstStyle/>
        <a:p>
          <a:r>
            <a:rPr lang="uk-UA" b="0" i="0"/>
            <a:t>возз’єднання УНР і ЗУНР.</a:t>
          </a:r>
          <a:endParaRPr lang="uk-UA"/>
        </a:p>
      </dgm:t>
    </dgm:pt>
    <dgm:pt modelId="{2CF7F2D6-FE06-4A9F-95E9-5E5E01A2DB56}" type="parTrans" cxnId="{2DE1EC4C-7643-4EF8-9FDC-623A1F1E4E27}">
      <dgm:prSet/>
      <dgm:spPr/>
      <dgm:t>
        <a:bodyPr/>
        <a:lstStyle/>
        <a:p>
          <a:endParaRPr lang="uk-UA"/>
        </a:p>
      </dgm:t>
    </dgm:pt>
    <dgm:pt modelId="{3016765E-AA40-44CB-B456-4E793588D5AA}" type="sibTrans" cxnId="{2DE1EC4C-7643-4EF8-9FDC-623A1F1E4E27}">
      <dgm:prSet/>
      <dgm:spPr/>
      <dgm:t>
        <a:bodyPr/>
        <a:lstStyle/>
        <a:p>
          <a:endParaRPr lang="uk-UA"/>
        </a:p>
      </dgm:t>
    </dgm:pt>
    <dgm:pt modelId="{C452A649-8F85-4D2C-8C2B-D2CC37FB26F5}" type="pres">
      <dgm:prSet presAssocID="{3E14D8E4-FDE8-4544-A768-B6F18D2CF014}" presName="Name0" presStyleCnt="0">
        <dgm:presLayoutVars>
          <dgm:dir/>
          <dgm:resizeHandles val="exact"/>
        </dgm:presLayoutVars>
      </dgm:prSet>
      <dgm:spPr/>
    </dgm:pt>
    <dgm:pt modelId="{AE93BA98-83D6-40C1-8683-3D00B284E642}" type="pres">
      <dgm:prSet presAssocID="{3E14D8E4-FDE8-4544-A768-B6F18D2CF014}" presName="fgShape" presStyleLbl="fgShp" presStyleIdx="0" presStyleCnt="1"/>
      <dgm:spPr/>
    </dgm:pt>
    <dgm:pt modelId="{2C1C73D6-DF00-4B7A-A378-F400E0EF5F72}" type="pres">
      <dgm:prSet presAssocID="{3E14D8E4-FDE8-4544-A768-B6F18D2CF014}" presName="linComp" presStyleCnt="0"/>
      <dgm:spPr/>
    </dgm:pt>
    <dgm:pt modelId="{5E592135-8C24-404C-B7E4-EA17B1994B35}" type="pres">
      <dgm:prSet presAssocID="{20B5D4A9-899A-460C-9B2B-E13CAB5425B6}" presName="compNode" presStyleCnt="0"/>
      <dgm:spPr/>
    </dgm:pt>
    <dgm:pt modelId="{14F2CF93-617C-4CAC-BCE7-00B154BAE365}" type="pres">
      <dgm:prSet presAssocID="{20B5D4A9-899A-460C-9B2B-E13CAB5425B6}" presName="bkgdShape" presStyleLbl="node1" presStyleIdx="0" presStyleCnt="4"/>
      <dgm:spPr/>
    </dgm:pt>
    <dgm:pt modelId="{A023C446-8DDB-4464-A8BB-8044F5943482}" type="pres">
      <dgm:prSet presAssocID="{20B5D4A9-899A-460C-9B2B-E13CAB5425B6}" presName="nodeTx" presStyleLbl="node1" presStyleIdx="0" presStyleCnt="4">
        <dgm:presLayoutVars>
          <dgm:bulletEnabled val="1"/>
        </dgm:presLayoutVars>
      </dgm:prSet>
      <dgm:spPr/>
    </dgm:pt>
    <dgm:pt modelId="{8461DE5E-DA83-44FF-A2B3-9A4EE60F3D58}" type="pres">
      <dgm:prSet presAssocID="{20B5D4A9-899A-460C-9B2B-E13CAB5425B6}" presName="invisiNode" presStyleLbl="node1" presStyleIdx="0" presStyleCnt="4"/>
      <dgm:spPr/>
    </dgm:pt>
    <dgm:pt modelId="{9B018542-C1C5-49AD-944A-B1A983C5BAEF}" type="pres">
      <dgm:prSet presAssocID="{20B5D4A9-899A-460C-9B2B-E13CAB5425B6}" presName="imagNode" presStyleLbl="fgImgPlace1" presStyleIdx="0" presStyleCnt="4"/>
      <dgm:spPr/>
    </dgm:pt>
    <dgm:pt modelId="{7C18A281-58B7-4AE4-9E4F-5231B7DF039B}" type="pres">
      <dgm:prSet presAssocID="{974866E0-008C-48A4-804F-926AEB7427A5}" presName="sibTrans" presStyleLbl="sibTrans2D1" presStyleIdx="0" presStyleCnt="0"/>
      <dgm:spPr/>
    </dgm:pt>
    <dgm:pt modelId="{34A1A57C-F998-4156-B24B-0D03B7F7269D}" type="pres">
      <dgm:prSet presAssocID="{29BA142D-5BA2-4C88-8F9C-FCA377E85E3D}" presName="compNode" presStyleCnt="0"/>
      <dgm:spPr/>
    </dgm:pt>
    <dgm:pt modelId="{30FDE48C-0CD8-428E-BAA6-1B97CAC5A1EB}" type="pres">
      <dgm:prSet presAssocID="{29BA142D-5BA2-4C88-8F9C-FCA377E85E3D}" presName="bkgdShape" presStyleLbl="node1" presStyleIdx="1" presStyleCnt="4"/>
      <dgm:spPr/>
    </dgm:pt>
    <dgm:pt modelId="{60CB65F5-F3D1-43B3-A567-3B9CAC79C0C9}" type="pres">
      <dgm:prSet presAssocID="{29BA142D-5BA2-4C88-8F9C-FCA377E85E3D}" presName="nodeTx" presStyleLbl="node1" presStyleIdx="1" presStyleCnt="4">
        <dgm:presLayoutVars>
          <dgm:bulletEnabled val="1"/>
        </dgm:presLayoutVars>
      </dgm:prSet>
      <dgm:spPr/>
    </dgm:pt>
    <dgm:pt modelId="{F71247EE-71E6-4AD7-888A-FD7768865E2B}" type="pres">
      <dgm:prSet presAssocID="{29BA142D-5BA2-4C88-8F9C-FCA377E85E3D}" presName="invisiNode" presStyleLbl="node1" presStyleIdx="1" presStyleCnt="4"/>
      <dgm:spPr/>
    </dgm:pt>
    <dgm:pt modelId="{F5682597-D997-4526-A8F6-28DDB6C03A9C}" type="pres">
      <dgm:prSet presAssocID="{29BA142D-5BA2-4C88-8F9C-FCA377E85E3D}" presName="imagNode" presStyleLbl="fgImgPlace1" presStyleIdx="1" presStyleCnt="4"/>
      <dgm:spPr/>
    </dgm:pt>
    <dgm:pt modelId="{F8359B02-8858-4F4F-A549-08124A1E7A37}" type="pres">
      <dgm:prSet presAssocID="{2B1CFECF-B7E7-4F78-B93E-BE9DA1FAE8E6}" presName="sibTrans" presStyleLbl="sibTrans2D1" presStyleIdx="0" presStyleCnt="0"/>
      <dgm:spPr/>
    </dgm:pt>
    <dgm:pt modelId="{F4F9C55A-138B-4104-89CC-DA46494ADA90}" type="pres">
      <dgm:prSet presAssocID="{6CA8B459-E86B-474B-AFBA-FCA86970BB3F}" presName="compNode" presStyleCnt="0"/>
      <dgm:spPr/>
    </dgm:pt>
    <dgm:pt modelId="{80055D30-3DD3-44C1-A119-F123767E293D}" type="pres">
      <dgm:prSet presAssocID="{6CA8B459-E86B-474B-AFBA-FCA86970BB3F}" presName="bkgdShape" presStyleLbl="node1" presStyleIdx="2" presStyleCnt="4"/>
      <dgm:spPr/>
    </dgm:pt>
    <dgm:pt modelId="{F71AC753-4834-41DA-AFE3-7F2110D8F4E4}" type="pres">
      <dgm:prSet presAssocID="{6CA8B459-E86B-474B-AFBA-FCA86970BB3F}" presName="nodeTx" presStyleLbl="node1" presStyleIdx="2" presStyleCnt="4">
        <dgm:presLayoutVars>
          <dgm:bulletEnabled val="1"/>
        </dgm:presLayoutVars>
      </dgm:prSet>
      <dgm:spPr/>
    </dgm:pt>
    <dgm:pt modelId="{899AF711-EFEC-4C27-A4AD-2DB3A15ED3C2}" type="pres">
      <dgm:prSet presAssocID="{6CA8B459-E86B-474B-AFBA-FCA86970BB3F}" presName="invisiNode" presStyleLbl="node1" presStyleIdx="2" presStyleCnt="4"/>
      <dgm:spPr/>
    </dgm:pt>
    <dgm:pt modelId="{773797E8-18A8-4B55-A7D5-53CA13C76751}" type="pres">
      <dgm:prSet presAssocID="{6CA8B459-E86B-474B-AFBA-FCA86970BB3F}" presName="imagNode" presStyleLbl="fgImgPlace1" presStyleIdx="2" presStyleCnt="4"/>
      <dgm:spPr/>
    </dgm:pt>
    <dgm:pt modelId="{9FC22BE6-53AD-4B11-94DE-20557DA58D64}" type="pres">
      <dgm:prSet presAssocID="{EF6FE033-A074-4E14-90AC-CF7E891A2FEB}" presName="sibTrans" presStyleLbl="sibTrans2D1" presStyleIdx="0" presStyleCnt="0"/>
      <dgm:spPr/>
    </dgm:pt>
    <dgm:pt modelId="{653A900D-A686-462B-8414-FA2F633F3278}" type="pres">
      <dgm:prSet presAssocID="{96066A07-4BFC-4B44-A325-BD8C45134FEE}" presName="compNode" presStyleCnt="0"/>
      <dgm:spPr/>
    </dgm:pt>
    <dgm:pt modelId="{67F2B9D8-3B91-4D17-BB5C-B1E9E2988310}" type="pres">
      <dgm:prSet presAssocID="{96066A07-4BFC-4B44-A325-BD8C45134FEE}" presName="bkgdShape" presStyleLbl="node1" presStyleIdx="3" presStyleCnt="4"/>
      <dgm:spPr/>
    </dgm:pt>
    <dgm:pt modelId="{9851B667-69A4-4B14-BA12-E50094AA7CF6}" type="pres">
      <dgm:prSet presAssocID="{96066A07-4BFC-4B44-A325-BD8C45134FEE}" presName="nodeTx" presStyleLbl="node1" presStyleIdx="3" presStyleCnt="4">
        <dgm:presLayoutVars>
          <dgm:bulletEnabled val="1"/>
        </dgm:presLayoutVars>
      </dgm:prSet>
      <dgm:spPr/>
    </dgm:pt>
    <dgm:pt modelId="{B1A3192E-000E-4A7D-9E4B-5135621C8A62}" type="pres">
      <dgm:prSet presAssocID="{96066A07-4BFC-4B44-A325-BD8C45134FEE}" presName="invisiNode" presStyleLbl="node1" presStyleIdx="3" presStyleCnt="4"/>
      <dgm:spPr/>
    </dgm:pt>
    <dgm:pt modelId="{A9FE066F-A00C-4FA0-808B-179A9B7C0544}" type="pres">
      <dgm:prSet presAssocID="{96066A07-4BFC-4B44-A325-BD8C45134FEE}" presName="imagNode" presStyleLbl="fgImgPlace1" presStyleIdx="3" presStyleCnt="4"/>
      <dgm:spPr/>
    </dgm:pt>
  </dgm:ptLst>
  <dgm:cxnLst>
    <dgm:cxn modelId="{8E0AB202-A381-449A-9867-4D74A9DBE808}" type="presOf" srcId="{974866E0-008C-48A4-804F-926AEB7427A5}" destId="{7C18A281-58B7-4AE4-9E4F-5231B7DF039B}" srcOrd="0" destOrd="0" presId="urn:microsoft.com/office/officeart/2005/8/layout/hList7"/>
    <dgm:cxn modelId="{05249D09-BB56-4118-BA1A-5996F49051D9}" type="presOf" srcId="{96066A07-4BFC-4B44-A325-BD8C45134FEE}" destId="{9851B667-69A4-4B14-BA12-E50094AA7CF6}" srcOrd="1" destOrd="0" presId="urn:microsoft.com/office/officeart/2005/8/layout/hList7"/>
    <dgm:cxn modelId="{2D708B10-9C93-44D8-977B-9305A528FA26}" srcId="{3E14D8E4-FDE8-4544-A768-B6F18D2CF014}" destId="{20B5D4A9-899A-460C-9B2B-E13CAB5425B6}" srcOrd="0" destOrd="0" parTransId="{C16DE5CB-F199-4473-B25A-B2B54098DC0F}" sibTransId="{974866E0-008C-48A4-804F-926AEB7427A5}"/>
    <dgm:cxn modelId="{B24CD813-8233-4A4A-B5EC-3DF469616DB1}" type="presOf" srcId="{96066A07-4BFC-4B44-A325-BD8C45134FEE}" destId="{67F2B9D8-3B91-4D17-BB5C-B1E9E2988310}" srcOrd="0" destOrd="0" presId="urn:microsoft.com/office/officeart/2005/8/layout/hList7"/>
    <dgm:cxn modelId="{56B1A822-1F4A-4E06-983A-5D5840A93B1C}" type="presOf" srcId="{3E14D8E4-FDE8-4544-A768-B6F18D2CF014}" destId="{C452A649-8F85-4D2C-8C2B-D2CC37FB26F5}" srcOrd="0" destOrd="0" presId="urn:microsoft.com/office/officeart/2005/8/layout/hList7"/>
    <dgm:cxn modelId="{511C4528-35DF-4022-8AB6-179660DED513}" type="presOf" srcId="{20B5D4A9-899A-460C-9B2B-E13CAB5425B6}" destId="{A023C446-8DDB-4464-A8BB-8044F5943482}" srcOrd="1" destOrd="0" presId="urn:microsoft.com/office/officeart/2005/8/layout/hList7"/>
    <dgm:cxn modelId="{C07EBC5E-71E4-46E5-A2D9-22B0A4A564A5}" type="presOf" srcId="{29BA142D-5BA2-4C88-8F9C-FCA377E85E3D}" destId="{30FDE48C-0CD8-428E-BAA6-1B97CAC5A1EB}" srcOrd="0" destOrd="0" presId="urn:microsoft.com/office/officeart/2005/8/layout/hList7"/>
    <dgm:cxn modelId="{6F21EB6B-0B15-433D-82C5-F5CC2F11FD2B}" srcId="{3E14D8E4-FDE8-4544-A768-B6F18D2CF014}" destId="{6CA8B459-E86B-474B-AFBA-FCA86970BB3F}" srcOrd="2" destOrd="0" parTransId="{F652551D-2368-4CF7-99AC-9221241664AE}" sibTransId="{EF6FE033-A074-4E14-90AC-CF7E891A2FEB}"/>
    <dgm:cxn modelId="{68E1536C-6B7A-4509-ABC6-E0B5339FBEDD}" type="presOf" srcId="{6CA8B459-E86B-474B-AFBA-FCA86970BB3F}" destId="{80055D30-3DD3-44C1-A119-F123767E293D}" srcOrd="0" destOrd="0" presId="urn:microsoft.com/office/officeart/2005/8/layout/hList7"/>
    <dgm:cxn modelId="{2DE1EC4C-7643-4EF8-9FDC-623A1F1E4E27}" srcId="{3E14D8E4-FDE8-4544-A768-B6F18D2CF014}" destId="{96066A07-4BFC-4B44-A325-BD8C45134FEE}" srcOrd="3" destOrd="0" parTransId="{2CF7F2D6-FE06-4A9F-95E9-5E5E01A2DB56}" sibTransId="{3016765E-AA40-44CB-B456-4E793588D5AA}"/>
    <dgm:cxn modelId="{C5267457-FBB7-408E-9C15-8AD1F8A32CFB}" type="presOf" srcId="{20B5D4A9-899A-460C-9B2B-E13CAB5425B6}" destId="{14F2CF93-617C-4CAC-BCE7-00B154BAE365}" srcOrd="0" destOrd="0" presId="urn:microsoft.com/office/officeart/2005/8/layout/hList7"/>
    <dgm:cxn modelId="{DCB4EF7D-1521-41F7-8D86-3987AFBB22EC}" type="presOf" srcId="{EF6FE033-A074-4E14-90AC-CF7E891A2FEB}" destId="{9FC22BE6-53AD-4B11-94DE-20557DA58D64}" srcOrd="0" destOrd="0" presId="urn:microsoft.com/office/officeart/2005/8/layout/hList7"/>
    <dgm:cxn modelId="{5826BB7E-C208-4476-8DA3-EB75463EAC23}" srcId="{3E14D8E4-FDE8-4544-A768-B6F18D2CF014}" destId="{29BA142D-5BA2-4C88-8F9C-FCA377E85E3D}" srcOrd="1" destOrd="0" parTransId="{EC98A946-6445-439F-B02B-405BB2B5150F}" sibTransId="{2B1CFECF-B7E7-4F78-B93E-BE9DA1FAE8E6}"/>
    <dgm:cxn modelId="{B2DB37E0-4655-4E35-BACE-10D7BDF483B3}" type="presOf" srcId="{2B1CFECF-B7E7-4F78-B93E-BE9DA1FAE8E6}" destId="{F8359B02-8858-4F4F-A549-08124A1E7A37}" srcOrd="0" destOrd="0" presId="urn:microsoft.com/office/officeart/2005/8/layout/hList7"/>
    <dgm:cxn modelId="{ADE799F8-660E-4A71-AFA3-2B51EB8213BA}" type="presOf" srcId="{6CA8B459-E86B-474B-AFBA-FCA86970BB3F}" destId="{F71AC753-4834-41DA-AFE3-7F2110D8F4E4}" srcOrd="1" destOrd="0" presId="urn:microsoft.com/office/officeart/2005/8/layout/hList7"/>
    <dgm:cxn modelId="{AB2331FB-EB1B-4F72-964E-2DC811B321B9}" type="presOf" srcId="{29BA142D-5BA2-4C88-8F9C-FCA377E85E3D}" destId="{60CB65F5-F3D1-43B3-A567-3B9CAC79C0C9}" srcOrd="1" destOrd="0" presId="urn:microsoft.com/office/officeart/2005/8/layout/hList7"/>
    <dgm:cxn modelId="{B9917064-F68B-486C-B74A-3AC58449661C}" type="presParOf" srcId="{C452A649-8F85-4D2C-8C2B-D2CC37FB26F5}" destId="{AE93BA98-83D6-40C1-8683-3D00B284E642}" srcOrd="0" destOrd="0" presId="urn:microsoft.com/office/officeart/2005/8/layout/hList7"/>
    <dgm:cxn modelId="{71707B24-0D9E-4DC6-83B3-33334114AEC4}" type="presParOf" srcId="{C452A649-8F85-4D2C-8C2B-D2CC37FB26F5}" destId="{2C1C73D6-DF00-4B7A-A378-F400E0EF5F72}" srcOrd="1" destOrd="0" presId="urn:microsoft.com/office/officeart/2005/8/layout/hList7"/>
    <dgm:cxn modelId="{2128679B-2BA4-48D6-BD49-4BF0BF6753B8}" type="presParOf" srcId="{2C1C73D6-DF00-4B7A-A378-F400E0EF5F72}" destId="{5E592135-8C24-404C-B7E4-EA17B1994B35}" srcOrd="0" destOrd="0" presId="urn:microsoft.com/office/officeart/2005/8/layout/hList7"/>
    <dgm:cxn modelId="{E1803EF4-5AF0-4204-AFE4-4F68B0D7F745}" type="presParOf" srcId="{5E592135-8C24-404C-B7E4-EA17B1994B35}" destId="{14F2CF93-617C-4CAC-BCE7-00B154BAE365}" srcOrd="0" destOrd="0" presId="urn:microsoft.com/office/officeart/2005/8/layout/hList7"/>
    <dgm:cxn modelId="{BA339960-2B84-4194-9AFB-518A05C28455}" type="presParOf" srcId="{5E592135-8C24-404C-B7E4-EA17B1994B35}" destId="{A023C446-8DDB-4464-A8BB-8044F5943482}" srcOrd="1" destOrd="0" presId="urn:microsoft.com/office/officeart/2005/8/layout/hList7"/>
    <dgm:cxn modelId="{B3807F30-BD5B-4602-8C02-60CB9160523B}" type="presParOf" srcId="{5E592135-8C24-404C-B7E4-EA17B1994B35}" destId="{8461DE5E-DA83-44FF-A2B3-9A4EE60F3D58}" srcOrd="2" destOrd="0" presId="urn:microsoft.com/office/officeart/2005/8/layout/hList7"/>
    <dgm:cxn modelId="{87463566-759C-4E88-8927-0EE637722F37}" type="presParOf" srcId="{5E592135-8C24-404C-B7E4-EA17B1994B35}" destId="{9B018542-C1C5-49AD-944A-B1A983C5BAEF}" srcOrd="3" destOrd="0" presId="urn:microsoft.com/office/officeart/2005/8/layout/hList7"/>
    <dgm:cxn modelId="{2A147D37-10DC-406C-AA9A-260A7967E11B}" type="presParOf" srcId="{2C1C73D6-DF00-4B7A-A378-F400E0EF5F72}" destId="{7C18A281-58B7-4AE4-9E4F-5231B7DF039B}" srcOrd="1" destOrd="0" presId="urn:microsoft.com/office/officeart/2005/8/layout/hList7"/>
    <dgm:cxn modelId="{7BA6A373-7223-4741-9D6E-2F098574011D}" type="presParOf" srcId="{2C1C73D6-DF00-4B7A-A378-F400E0EF5F72}" destId="{34A1A57C-F998-4156-B24B-0D03B7F7269D}" srcOrd="2" destOrd="0" presId="urn:microsoft.com/office/officeart/2005/8/layout/hList7"/>
    <dgm:cxn modelId="{7173F166-2A9C-432A-AF73-360C699025BB}" type="presParOf" srcId="{34A1A57C-F998-4156-B24B-0D03B7F7269D}" destId="{30FDE48C-0CD8-428E-BAA6-1B97CAC5A1EB}" srcOrd="0" destOrd="0" presId="urn:microsoft.com/office/officeart/2005/8/layout/hList7"/>
    <dgm:cxn modelId="{A0E60FAF-8866-4834-9B09-3314B2DAEF62}" type="presParOf" srcId="{34A1A57C-F998-4156-B24B-0D03B7F7269D}" destId="{60CB65F5-F3D1-43B3-A567-3B9CAC79C0C9}" srcOrd="1" destOrd="0" presId="urn:microsoft.com/office/officeart/2005/8/layout/hList7"/>
    <dgm:cxn modelId="{CDDBA306-4ED1-42BB-9EBF-B78B899F4F45}" type="presParOf" srcId="{34A1A57C-F998-4156-B24B-0D03B7F7269D}" destId="{F71247EE-71E6-4AD7-888A-FD7768865E2B}" srcOrd="2" destOrd="0" presId="urn:microsoft.com/office/officeart/2005/8/layout/hList7"/>
    <dgm:cxn modelId="{2F1E9246-4844-4C18-977A-C98E10B0D2A2}" type="presParOf" srcId="{34A1A57C-F998-4156-B24B-0D03B7F7269D}" destId="{F5682597-D997-4526-A8F6-28DDB6C03A9C}" srcOrd="3" destOrd="0" presId="urn:microsoft.com/office/officeart/2005/8/layout/hList7"/>
    <dgm:cxn modelId="{D3B98B27-9D68-4BFA-91BF-8BA0286CD547}" type="presParOf" srcId="{2C1C73D6-DF00-4B7A-A378-F400E0EF5F72}" destId="{F8359B02-8858-4F4F-A549-08124A1E7A37}" srcOrd="3" destOrd="0" presId="urn:microsoft.com/office/officeart/2005/8/layout/hList7"/>
    <dgm:cxn modelId="{0C979C38-7158-442A-8738-2465D197B49E}" type="presParOf" srcId="{2C1C73D6-DF00-4B7A-A378-F400E0EF5F72}" destId="{F4F9C55A-138B-4104-89CC-DA46494ADA90}" srcOrd="4" destOrd="0" presId="urn:microsoft.com/office/officeart/2005/8/layout/hList7"/>
    <dgm:cxn modelId="{77B3295C-18EC-47D7-AF4C-682EF597062F}" type="presParOf" srcId="{F4F9C55A-138B-4104-89CC-DA46494ADA90}" destId="{80055D30-3DD3-44C1-A119-F123767E293D}" srcOrd="0" destOrd="0" presId="urn:microsoft.com/office/officeart/2005/8/layout/hList7"/>
    <dgm:cxn modelId="{0064A14A-FEE1-4459-97DC-3375A1FE4C0F}" type="presParOf" srcId="{F4F9C55A-138B-4104-89CC-DA46494ADA90}" destId="{F71AC753-4834-41DA-AFE3-7F2110D8F4E4}" srcOrd="1" destOrd="0" presId="urn:microsoft.com/office/officeart/2005/8/layout/hList7"/>
    <dgm:cxn modelId="{C61672E1-54CB-4CB6-B9CC-77B5BA5357BF}" type="presParOf" srcId="{F4F9C55A-138B-4104-89CC-DA46494ADA90}" destId="{899AF711-EFEC-4C27-A4AD-2DB3A15ED3C2}" srcOrd="2" destOrd="0" presId="urn:microsoft.com/office/officeart/2005/8/layout/hList7"/>
    <dgm:cxn modelId="{39A4ADBE-3D2F-496B-A8FE-2CD4EB2BAC08}" type="presParOf" srcId="{F4F9C55A-138B-4104-89CC-DA46494ADA90}" destId="{773797E8-18A8-4B55-A7D5-53CA13C76751}" srcOrd="3" destOrd="0" presId="urn:microsoft.com/office/officeart/2005/8/layout/hList7"/>
    <dgm:cxn modelId="{AE6A1ECC-5433-4B14-BFF4-93A5C6A827FC}" type="presParOf" srcId="{2C1C73D6-DF00-4B7A-A378-F400E0EF5F72}" destId="{9FC22BE6-53AD-4B11-94DE-20557DA58D64}" srcOrd="5" destOrd="0" presId="urn:microsoft.com/office/officeart/2005/8/layout/hList7"/>
    <dgm:cxn modelId="{2F037C35-825E-4C91-8903-D07E8BB74EE8}" type="presParOf" srcId="{2C1C73D6-DF00-4B7A-A378-F400E0EF5F72}" destId="{653A900D-A686-462B-8414-FA2F633F3278}" srcOrd="6" destOrd="0" presId="urn:microsoft.com/office/officeart/2005/8/layout/hList7"/>
    <dgm:cxn modelId="{9D47A1E8-1631-4684-8B20-DF4F2B0A5338}" type="presParOf" srcId="{653A900D-A686-462B-8414-FA2F633F3278}" destId="{67F2B9D8-3B91-4D17-BB5C-B1E9E2988310}" srcOrd="0" destOrd="0" presId="urn:microsoft.com/office/officeart/2005/8/layout/hList7"/>
    <dgm:cxn modelId="{B445D774-B0A8-42E4-9500-A951E7E108F4}" type="presParOf" srcId="{653A900D-A686-462B-8414-FA2F633F3278}" destId="{9851B667-69A4-4B14-BA12-E50094AA7CF6}" srcOrd="1" destOrd="0" presId="urn:microsoft.com/office/officeart/2005/8/layout/hList7"/>
    <dgm:cxn modelId="{F9647547-C10B-4AB0-A4A6-DB39766B9E80}" type="presParOf" srcId="{653A900D-A686-462B-8414-FA2F633F3278}" destId="{B1A3192E-000E-4A7D-9E4B-5135621C8A62}" srcOrd="2" destOrd="0" presId="urn:microsoft.com/office/officeart/2005/8/layout/hList7"/>
    <dgm:cxn modelId="{7E81737C-B639-4DD0-8A8D-94761310F9C8}" type="presParOf" srcId="{653A900D-A686-462B-8414-FA2F633F3278}" destId="{A9FE066F-A00C-4FA0-808B-179A9B7C0544}"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3F729CB-AA15-47EB-A4A0-353728C7901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DAF6C7D-6525-46F9-B188-754457DEB743}">
      <dgm:prSet/>
      <dgm:spPr/>
      <dgm:t>
        <a:bodyPr/>
        <a:lstStyle/>
        <a:p>
          <a:r>
            <a:rPr lang="ru-RU" b="0" i="0"/>
            <a:t>прихід до влади гетьмана П. Скоропадського</a:t>
          </a:r>
          <a:endParaRPr lang="uk-UA"/>
        </a:p>
      </dgm:t>
    </dgm:pt>
    <dgm:pt modelId="{DB1CE27F-5BB1-42DF-8B87-A313E21C0C30}" type="parTrans" cxnId="{BC58750F-A005-44FA-9EF4-2DE4068515E8}">
      <dgm:prSet/>
      <dgm:spPr/>
      <dgm:t>
        <a:bodyPr/>
        <a:lstStyle/>
        <a:p>
          <a:endParaRPr lang="uk-UA"/>
        </a:p>
      </dgm:t>
    </dgm:pt>
    <dgm:pt modelId="{209843B0-7295-4A3E-8E8A-782D55139B01}" type="sibTrans" cxnId="{BC58750F-A005-44FA-9EF4-2DE4068515E8}">
      <dgm:prSet/>
      <dgm:spPr/>
      <dgm:t>
        <a:bodyPr/>
        <a:lstStyle/>
        <a:p>
          <a:endParaRPr lang="uk-UA"/>
        </a:p>
      </dgm:t>
    </dgm:pt>
    <dgm:pt modelId="{4485EF7C-D55E-446A-B251-8028D8E10060}">
      <dgm:prSet/>
      <dgm:spPr/>
      <dgm:t>
        <a:bodyPr/>
        <a:lstStyle/>
        <a:p>
          <a:r>
            <a:rPr lang="ru-RU" b="0" i="0"/>
            <a:t>Другий зимовий похід Армії УНР</a:t>
          </a:r>
          <a:endParaRPr lang="uk-UA"/>
        </a:p>
      </dgm:t>
    </dgm:pt>
    <dgm:pt modelId="{2C1D8AE1-3894-4E53-B8C0-AC8559B10B9D}" type="parTrans" cxnId="{DD63E903-9CBF-4D0F-9B01-6E1E6A521630}">
      <dgm:prSet/>
      <dgm:spPr/>
      <dgm:t>
        <a:bodyPr/>
        <a:lstStyle/>
        <a:p>
          <a:endParaRPr lang="uk-UA"/>
        </a:p>
      </dgm:t>
    </dgm:pt>
    <dgm:pt modelId="{2F1DE688-5BB5-4D62-A3E3-E6AC04B0FB56}" type="sibTrans" cxnId="{DD63E903-9CBF-4D0F-9B01-6E1E6A521630}">
      <dgm:prSet/>
      <dgm:spPr/>
      <dgm:t>
        <a:bodyPr/>
        <a:lstStyle/>
        <a:p>
          <a:endParaRPr lang="uk-UA"/>
        </a:p>
      </dgm:t>
    </dgm:pt>
    <dgm:pt modelId="{1F97E8CF-18EA-4793-973A-68019258370F}">
      <dgm:prSet/>
      <dgm:spPr/>
      <dgm:t>
        <a:bodyPr/>
        <a:lstStyle/>
        <a:p>
          <a:r>
            <a:rPr lang="ru-RU" b="0" i="0"/>
            <a:t>Брест-Литовський договір між УНР і державами Четверного союзу</a:t>
          </a:r>
          <a:endParaRPr lang="uk-UA"/>
        </a:p>
      </dgm:t>
    </dgm:pt>
    <dgm:pt modelId="{CBF8A956-6F9B-40E8-BF30-F50D011F69A5}" type="parTrans" cxnId="{88FC58D6-2A7F-49CC-BD51-4762E512B2C2}">
      <dgm:prSet/>
      <dgm:spPr/>
      <dgm:t>
        <a:bodyPr/>
        <a:lstStyle/>
        <a:p>
          <a:endParaRPr lang="uk-UA"/>
        </a:p>
      </dgm:t>
    </dgm:pt>
    <dgm:pt modelId="{EE368F75-EA6F-46E4-A892-4506858BC4C3}" type="sibTrans" cxnId="{88FC58D6-2A7F-49CC-BD51-4762E512B2C2}">
      <dgm:prSet/>
      <dgm:spPr/>
      <dgm:t>
        <a:bodyPr/>
        <a:lstStyle/>
        <a:p>
          <a:endParaRPr lang="uk-UA"/>
        </a:p>
      </dgm:t>
    </dgm:pt>
    <dgm:pt modelId="{86870123-53E2-44D0-8AE9-E492AD8FEF5E}">
      <dgm:prSet/>
      <dgm:spPr/>
      <dgm:t>
        <a:bodyPr/>
        <a:lstStyle/>
        <a:p>
          <a:r>
            <a:rPr lang="ru-RU" b="0" i="0"/>
            <a:t>розгром військ П. Врангеля в Криму</a:t>
          </a:r>
          <a:endParaRPr lang="uk-UA"/>
        </a:p>
      </dgm:t>
    </dgm:pt>
    <dgm:pt modelId="{6AB5849D-85A2-42B8-B230-B0A71BCA6A84}" type="parTrans" cxnId="{ED9DB26E-ADD7-4611-92D9-4D57732C3F73}">
      <dgm:prSet/>
      <dgm:spPr/>
      <dgm:t>
        <a:bodyPr/>
        <a:lstStyle/>
        <a:p>
          <a:endParaRPr lang="uk-UA"/>
        </a:p>
      </dgm:t>
    </dgm:pt>
    <dgm:pt modelId="{0164D232-9675-492D-B217-CCB3B45F25E0}" type="sibTrans" cxnId="{ED9DB26E-ADD7-4611-92D9-4D57732C3F73}">
      <dgm:prSet/>
      <dgm:spPr/>
      <dgm:t>
        <a:bodyPr/>
        <a:lstStyle/>
        <a:p>
          <a:endParaRPr lang="uk-UA"/>
        </a:p>
      </dgm:t>
    </dgm:pt>
    <dgm:pt modelId="{3B2BAEDD-4B1D-4BA0-915B-EB37441A14E0}" type="pres">
      <dgm:prSet presAssocID="{43F729CB-AA15-47EB-A4A0-353728C7901A}" presName="linearFlow" presStyleCnt="0">
        <dgm:presLayoutVars>
          <dgm:dir/>
          <dgm:resizeHandles val="exact"/>
        </dgm:presLayoutVars>
      </dgm:prSet>
      <dgm:spPr/>
    </dgm:pt>
    <dgm:pt modelId="{8E8A2BE2-F3E9-4F9B-BA21-8A0E26CF26C2}" type="pres">
      <dgm:prSet presAssocID="{5DAF6C7D-6525-46F9-B188-754457DEB743}" presName="composite" presStyleCnt="0"/>
      <dgm:spPr/>
    </dgm:pt>
    <dgm:pt modelId="{28D10DB0-D342-4F08-AED2-FBAB5E9F4E69}" type="pres">
      <dgm:prSet presAssocID="{5DAF6C7D-6525-46F9-B188-754457DEB743}" presName="imgShp" presStyleLbl="fgImgPlace1" presStyleIdx="0" presStyleCnt="4"/>
      <dgm:spPr/>
    </dgm:pt>
    <dgm:pt modelId="{DD7D6AF5-952F-46E2-BAB4-67728816D5CC}" type="pres">
      <dgm:prSet presAssocID="{5DAF6C7D-6525-46F9-B188-754457DEB743}" presName="txShp" presStyleLbl="node1" presStyleIdx="0" presStyleCnt="4">
        <dgm:presLayoutVars>
          <dgm:bulletEnabled val="1"/>
        </dgm:presLayoutVars>
      </dgm:prSet>
      <dgm:spPr/>
    </dgm:pt>
    <dgm:pt modelId="{52E9BC9B-6187-4360-9460-00104369AEA8}" type="pres">
      <dgm:prSet presAssocID="{209843B0-7295-4A3E-8E8A-782D55139B01}" presName="spacing" presStyleCnt="0"/>
      <dgm:spPr/>
    </dgm:pt>
    <dgm:pt modelId="{4C668A0A-2AF7-43F0-9905-6AC8819FA7EC}" type="pres">
      <dgm:prSet presAssocID="{4485EF7C-D55E-446A-B251-8028D8E10060}" presName="composite" presStyleCnt="0"/>
      <dgm:spPr/>
    </dgm:pt>
    <dgm:pt modelId="{A7DB611D-A24F-4657-A8BE-D23E17F34E41}" type="pres">
      <dgm:prSet presAssocID="{4485EF7C-D55E-446A-B251-8028D8E10060}" presName="imgShp" presStyleLbl="fgImgPlace1" presStyleIdx="1" presStyleCnt="4"/>
      <dgm:spPr/>
    </dgm:pt>
    <dgm:pt modelId="{3875E477-EB68-4138-B214-9DEA3B951A71}" type="pres">
      <dgm:prSet presAssocID="{4485EF7C-D55E-446A-B251-8028D8E10060}" presName="txShp" presStyleLbl="node1" presStyleIdx="1" presStyleCnt="4">
        <dgm:presLayoutVars>
          <dgm:bulletEnabled val="1"/>
        </dgm:presLayoutVars>
      </dgm:prSet>
      <dgm:spPr/>
    </dgm:pt>
    <dgm:pt modelId="{B22D0CF0-567A-45A3-B0E4-DAC1AA2958E1}" type="pres">
      <dgm:prSet presAssocID="{2F1DE688-5BB5-4D62-A3E3-E6AC04B0FB56}" presName="spacing" presStyleCnt="0"/>
      <dgm:spPr/>
    </dgm:pt>
    <dgm:pt modelId="{C80FDC44-3838-426D-9986-BFB75F110E85}" type="pres">
      <dgm:prSet presAssocID="{1F97E8CF-18EA-4793-973A-68019258370F}" presName="composite" presStyleCnt="0"/>
      <dgm:spPr/>
    </dgm:pt>
    <dgm:pt modelId="{050DBAF5-FF36-4909-B0A6-9E1E8F010CB6}" type="pres">
      <dgm:prSet presAssocID="{1F97E8CF-18EA-4793-973A-68019258370F}" presName="imgShp" presStyleLbl="fgImgPlace1" presStyleIdx="2" presStyleCnt="4"/>
      <dgm:spPr/>
    </dgm:pt>
    <dgm:pt modelId="{8428886B-5541-4381-9503-79DA2840ADB1}" type="pres">
      <dgm:prSet presAssocID="{1F97E8CF-18EA-4793-973A-68019258370F}" presName="txShp" presStyleLbl="node1" presStyleIdx="2" presStyleCnt="4">
        <dgm:presLayoutVars>
          <dgm:bulletEnabled val="1"/>
        </dgm:presLayoutVars>
      </dgm:prSet>
      <dgm:spPr/>
    </dgm:pt>
    <dgm:pt modelId="{19110E7C-402F-4A7A-92F2-0478B92A7B96}" type="pres">
      <dgm:prSet presAssocID="{EE368F75-EA6F-46E4-A892-4506858BC4C3}" presName="spacing" presStyleCnt="0"/>
      <dgm:spPr/>
    </dgm:pt>
    <dgm:pt modelId="{7B9DECAE-2879-457F-AB86-A64406537C82}" type="pres">
      <dgm:prSet presAssocID="{86870123-53E2-44D0-8AE9-E492AD8FEF5E}" presName="composite" presStyleCnt="0"/>
      <dgm:spPr/>
    </dgm:pt>
    <dgm:pt modelId="{CAEB1612-3A5A-41C8-B557-46BAFF41EE86}" type="pres">
      <dgm:prSet presAssocID="{86870123-53E2-44D0-8AE9-E492AD8FEF5E}" presName="imgShp" presStyleLbl="fgImgPlace1" presStyleIdx="3" presStyleCnt="4"/>
      <dgm:spPr/>
    </dgm:pt>
    <dgm:pt modelId="{C919B38B-2426-48ED-81A9-165EB2511FFE}" type="pres">
      <dgm:prSet presAssocID="{86870123-53E2-44D0-8AE9-E492AD8FEF5E}" presName="txShp" presStyleLbl="node1" presStyleIdx="3" presStyleCnt="4">
        <dgm:presLayoutVars>
          <dgm:bulletEnabled val="1"/>
        </dgm:presLayoutVars>
      </dgm:prSet>
      <dgm:spPr/>
    </dgm:pt>
  </dgm:ptLst>
  <dgm:cxnLst>
    <dgm:cxn modelId="{DD63E903-9CBF-4D0F-9B01-6E1E6A521630}" srcId="{43F729CB-AA15-47EB-A4A0-353728C7901A}" destId="{4485EF7C-D55E-446A-B251-8028D8E10060}" srcOrd="1" destOrd="0" parTransId="{2C1D8AE1-3894-4E53-B8C0-AC8559B10B9D}" sibTransId="{2F1DE688-5BB5-4D62-A3E3-E6AC04B0FB56}"/>
    <dgm:cxn modelId="{BC58750F-A005-44FA-9EF4-2DE4068515E8}" srcId="{43F729CB-AA15-47EB-A4A0-353728C7901A}" destId="{5DAF6C7D-6525-46F9-B188-754457DEB743}" srcOrd="0" destOrd="0" parTransId="{DB1CE27F-5BB1-42DF-8B87-A313E21C0C30}" sibTransId="{209843B0-7295-4A3E-8E8A-782D55139B01}"/>
    <dgm:cxn modelId="{44C01618-1D03-4A61-9E3B-629A9D640E15}" type="presOf" srcId="{43F729CB-AA15-47EB-A4A0-353728C7901A}" destId="{3B2BAEDD-4B1D-4BA0-915B-EB37441A14E0}" srcOrd="0" destOrd="0" presId="urn:microsoft.com/office/officeart/2005/8/layout/vList3"/>
    <dgm:cxn modelId="{ED9DB26E-ADD7-4611-92D9-4D57732C3F73}" srcId="{43F729CB-AA15-47EB-A4A0-353728C7901A}" destId="{86870123-53E2-44D0-8AE9-E492AD8FEF5E}" srcOrd="3" destOrd="0" parTransId="{6AB5849D-85A2-42B8-B230-B0A71BCA6A84}" sibTransId="{0164D232-9675-492D-B217-CCB3B45F25E0}"/>
    <dgm:cxn modelId="{EF7F6753-D4D1-48CA-ADB2-E647C4D86CB4}" type="presOf" srcId="{86870123-53E2-44D0-8AE9-E492AD8FEF5E}" destId="{C919B38B-2426-48ED-81A9-165EB2511FFE}" srcOrd="0" destOrd="0" presId="urn:microsoft.com/office/officeart/2005/8/layout/vList3"/>
    <dgm:cxn modelId="{0272647A-D6D6-437A-BD0E-B78DEA15475E}" type="presOf" srcId="{5DAF6C7D-6525-46F9-B188-754457DEB743}" destId="{DD7D6AF5-952F-46E2-BAB4-67728816D5CC}" srcOrd="0" destOrd="0" presId="urn:microsoft.com/office/officeart/2005/8/layout/vList3"/>
    <dgm:cxn modelId="{88FC58D6-2A7F-49CC-BD51-4762E512B2C2}" srcId="{43F729CB-AA15-47EB-A4A0-353728C7901A}" destId="{1F97E8CF-18EA-4793-973A-68019258370F}" srcOrd="2" destOrd="0" parTransId="{CBF8A956-6F9B-40E8-BF30-F50D011F69A5}" sibTransId="{EE368F75-EA6F-46E4-A892-4506858BC4C3}"/>
    <dgm:cxn modelId="{A2C469DB-D7FB-4867-834C-542A0D90CD1F}" type="presOf" srcId="{1F97E8CF-18EA-4793-973A-68019258370F}" destId="{8428886B-5541-4381-9503-79DA2840ADB1}" srcOrd="0" destOrd="0" presId="urn:microsoft.com/office/officeart/2005/8/layout/vList3"/>
    <dgm:cxn modelId="{17D758F4-97D4-4B9A-8A57-22AE61AB7435}" type="presOf" srcId="{4485EF7C-D55E-446A-B251-8028D8E10060}" destId="{3875E477-EB68-4138-B214-9DEA3B951A71}" srcOrd="0" destOrd="0" presId="urn:microsoft.com/office/officeart/2005/8/layout/vList3"/>
    <dgm:cxn modelId="{F4C248E0-B0FE-4BB3-99B0-C9DB23B65F79}" type="presParOf" srcId="{3B2BAEDD-4B1D-4BA0-915B-EB37441A14E0}" destId="{8E8A2BE2-F3E9-4F9B-BA21-8A0E26CF26C2}" srcOrd="0" destOrd="0" presId="urn:microsoft.com/office/officeart/2005/8/layout/vList3"/>
    <dgm:cxn modelId="{28240058-752B-45DF-AB84-3D06CE0EBA1E}" type="presParOf" srcId="{8E8A2BE2-F3E9-4F9B-BA21-8A0E26CF26C2}" destId="{28D10DB0-D342-4F08-AED2-FBAB5E9F4E69}" srcOrd="0" destOrd="0" presId="urn:microsoft.com/office/officeart/2005/8/layout/vList3"/>
    <dgm:cxn modelId="{91AE4624-B475-4D21-A40A-41C0F81AE475}" type="presParOf" srcId="{8E8A2BE2-F3E9-4F9B-BA21-8A0E26CF26C2}" destId="{DD7D6AF5-952F-46E2-BAB4-67728816D5CC}" srcOrd="1" destOrd="0" presId="urn:microsoft.com/office/officeart/2005/8/layout/vList3"/>
    <dgm:cxn modelId="{B095BCF8-6F2C-41B5-AB50-9D86AF773775}" type="presParOf" srcId="{3B2BAEDD-4B1D-4BA0-915B-EB37441A14E0}" destId="{52E9BC9B-6187-4360-9460-00104369AEA8}" srcOrd="1" destOrd="0" presId="urn:microsoft.com/office/officeart/2005/8/layout/vList3"/>
    <dgm:cxn modelId="{CAE00D3E-4E64-475D-8D77-9326852D5FA7}" type="presParOf" srcId="{3B2BAEDD-4B1D-4BA0-915B-EB37441A14E0}" destId="{4C668A0A-2AF7-43F0-9905-6AC8819FA7EC}" srcOrd="2" destOrd="0" presId="urn:microsoft.com/office/officeart/2005/8/layout/vList3"/>
    <dgm:cxn modelId="{074EA9C3-144F-4928-B256-EFA52D736832}" type="presParOf" srcId="{4C668A0A-2AF7-43F0-9905-6AC8819FA7EC}" destId="{A7DB611D-A24F-4657-A8BE-D23E17F34E41}" srcOrd="0" destOrd="0" presId="urn:microsoft.com/office/officeart/2005/8/layout/vList3"/>
    <dgm:cxn modelId="{943D58BD-8670-46C1-B820-904122A6D01E}" type="presParOf" srcId="{4C668A0A-2AF7-43F0-9905-6AC8819FA7EC}" destId="{3875E477-EB68-4138-B214-9DEA3B951A71}" srcOrd="1" destOrd="0" presId="urn:microsoft.com/office/officeart/2005/8/layout/vList3"/>
    <dgm:cxn modelId="{ADE06D61-DB83-41C5-92A8-BC399E6B5856}" type="presParOf" srcId="{3B2BAEDD-4B1D-4BA0-915B-EB37441A14E0}" destId="{B22D0CF0-567A-45A3-B0E4-DAC1AA2958E1}" srcOrd="3" destOrd="0" presId="urn:microsoft.com/office/officeart/2005/8/layout/vList3"/>
    <dgm:cxn modelId="{1311F41B-4D74-4CC3-A550-5C67D6735031}" type="presParOf" srcId="{3B2BAEDD-4B1D-4BA0-915B-EB37441A14E0}" destId="{C80FDC44-3838-426D-9986-BFB75F110E85}" srcOrd="4" destOrd="0" presId="urn:microsoft.com/office/officeart/2005/8/layout/vList3"/>
    <dgm:cxn modelId="{907B8862-59E9-47CD-A3EA-54D21DA6E5CC}" type="presParOf" srcId="{C80FDC44-3838-426D-9986-BFB75F110E85}" destId="{050DBAF5-FF36-4909-B0A6-9E1E8F010CB6}" srcOrd="0" destOrd="0" presId="urn:microsoft.com/office/officeart/2005/8/layout/vList3"/>
    <dgm:cxn modelId="{BDE4ED6E-EEBE-42AA-B0F4-2F64E7DC1A6C}" type="presParOf" srcId="{C80FDC44-3838-426D-9986-BFB75F110E85}" destId="{8428886B-5541-4381-9503-79DA2840ADB1}" srcOrd="1" destOrd="0" presId="urn:microsoft.com/office/officeart/2005/8/layout/vList3"/>
    <dgm:cxn modelId="{F1E7343C-3909-400C-B0E6-FB9A69F6E201}" type="presParOf" srcId="{3B2BAEDD-4B1D-4BA0-915B-EB37441A14E0}" destId="{19110E7C-402F-4A7A-92F2-0478B92A7B96}" srcOrd="5" destOrd="0" presId="urn:microsoft.com/office/officeart/2005/8/layout/vList3"/>
    <dgm:cxn modelId="{CF1428FE-331A-4CDB-BD02-6B7613C87EEE}" type="presParOf" srcId="{3B2BAEDD-4B1D-4BA0-915B-EB37441A14E0}" destId="{7B9DECAE-2879-457F-AB86-A64406537C82}" srcOrd="6" destOrd="0" presId="urn:microsoft.com/office/officeart/2005/8/layout/vList3"/>
    <dgm:cxn modelId="{85F270BD-6D7B-4FC7-B5BD-E76F8D9A6DD3}" type="presParOf" srcId="{7B9DECAE-2879-457F-AB86-A64406537C82}" destId="{CAEB1612-3A5A-41C8-B557-46BAFF41EE86}" srcOrd="0" destOrd="0" presId="urn:microsoft.com/office/officeart/2005/8/layout/vList3"/>
    <dgm:cxn modelId="{6E69AC77-604C-44B5-B975-0AB4D4315670}" type="presParOf" srcId="{7B9DECAE-2879-457F-AB86-A64406537C82}" destId="{C919B38B-2426-48ED-81A9-165EB2511FF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67DF9844-7DD7-4D4E-A787-1C8301DED3F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5CB16DB-8776-4270-86D5-425381394048}">
      <dgm:prSet/>
      <dgm:spPr/>
      <dgm:t>
        <a:bodyPr/>
        <a:lstStyle/>
        <a:p>
          <a:r>
            <a:rPr lang="uk-UA" b="0" i="0"/>
            <a:t>націоналізація промисловості, створення сільськогосподарських комун</a:t>
          </a:r>
          <a:endParaRPr lang="uk-UA"/>
        </a:p>
      </dgm:t>
    </dgm:pt>
    <dgm:pt modelId="{71BE778B-A072-4A8F-8CB5-2ACBEB01F332}" type="parTrans" cxnId="{C7F3B96D-44CF-4E50-AC41-09E2F3F04FA4}">
      <dgm:prSet/>
      <dgm:spPr/>
      <dgm:t>
        <a:bodyPr/>
        <a:lstStyle/>
        <a:p>
          <a:endParaRPr lang="uk-UA"/>
        </a:p>
      </dgm:t>
    </dgm:pt>
    <dgm:pt modelId="{CD87C09A-BB68-4D1A-A9AC-22714957AD4E}" type="sibTrans" cxnId="{C7F3B96D-44CF-4E50-AC41-09E2F3F04FA4}">
      <dgm:prSet/>
      <dgm:spPr/>
      <dgm:t>
        <a:bodyPr/>
        <a:lstStyle/>
        <a:p>
          <a:endParaRPr lang="uk-UA"/>
        </a:p>
      </dgm:t>
    </dgm:pt>
    <dgm:pt modelId="{0B4B23D4-DA77-4973-900D-957099903E80}">
      <dgm:prSet/>
      <dgm:spPr/>
      <dgm:t>
        <a:bodyPr/>
        <a:lstStyle/>
        <a:p>
          <a:r>
            <a:rPr lang="uk-UA" b="0" i="0"/>
            <a:t>відновлення права приватної власності на землю, створення державного бюджету</a:t>
          </a:r>
          <a:endParaRPr lang="uk-UA"/>
        </a:p>
      </dgm:t>
    </dgm:pt>
    <dgm:pt modelId="{0D1D25EB-DF1E-4CEB-936E-90E8C5749871}" type="parTrans" cxnId="{8C977864-F193-4A5F-BC9A-9D796C0A3ECC}">
      <dgm:prSet/>
      <dgm:spPr/>
      <dgm:t>
        <a:bodyPr/>
        <a:lstStyle/>
        <a:p>
          <a:endParaRPr lang="uk-UA"/>
        </a:p>
      </dgm:t>
    </dgm:pt>
    <dgm:pt modelId="{0CE0E398-14FE-41EC-A576-7B23D04819E6}" type="sibTrans" cxnId="{8C977864-F193-4A5F-BC9A-9D796C0A3ECC}">
      <dgm:prSet/>
      <dgm:spPr/>
      <dgm:t>
        <a:bodyPr/>
        <a:lstStyle/>
        <a:p>
          <a:endParaRPr lang="uk-UA"/>
        </a:p>
      </dgm:t>
    </dgm:pt>
    <dgm:pt modelId="{4A98D6D0-BB06-442D-9359-A125EDFBF8A7}">
      <dgm:prSet/>
      <dgm:spPr/>
      <dgm:t>
        <a:bodyPr/>
        <a:lstStyle/>
        <a:p>
          <a:r>
            <a:rPr lang="uk-UA" b="0" i="0"/>
            <a:t>відновлення влади Української Центральної Ради в умовах окупації</a:t>
          </a:r>
          <a:endParaRPr lang="uk-UA"/>
        </a:p>
      </dgm:t>
    </dgm:pt>
    <dgm:pt modelId="{6BB8E01A-DA7C-449F-A42A-3E5ED84814AB}" type="parTrans" cxnId="{2FF0F185-7739-437B-B582-3C26B0FF6225}">
      <dgm:prSet/>
      <dgm:spPr/>
      <dgm:t>
        <a:bodyPr/>
        <a:lstStyle/>
        <a:p>
          <a:endParaRPr lang="uk-UA"/>
        </a:p>
      </dgm:t>
    </dgm:pt>
    <dgm:pt modelId="{366F68F1-9296-4F0A-BC68-B94327E5BB7D}" type="sibTrans" cxnId="{2FF0F185-7739-437B-B582-3C26B0FF6225}">
      <dgm:prSet/>
      <dgm:spPr/>
      <dgm:t>
        <a:bodyPr/>
        <a:lstStyle/>
        <a:p>
          <a:endParaRPr lang="uk-UA"/>
        </a:p>
      </dgm:t>
    </dgm:pt>
    <dgm:pt modelId="{3A0251D3-90B3-4360-9C1E-4EF3CF125ACF}">
      <dgm:prSet/>
      <dgm:spPr/>
      <dgm:t>
        <a:bodyPr/>
        <a:lstStyle/>
        <a:p>
          <a:r>
            <a:rPr lang="uk-UA" b="0" i="0"/>
            <a:t>припинення широкомасштабних бойових дій на території України</a:t>
          </a:r>
          <a:endParaRPr lang="uk-UA"/>
        </a:p>
      </dgm:t>
    </dgm:pt>
    <dgm:pt modelId="{D6609E0B-BD8F-42FF-9BC6-9E97A812BACE}" type="parTrans" cxnId="{7AC6CD78-CA1D-4D21-9FA2-350B1C4FD1D1}">
      <dgm:prSet/>
      <dgm:spPr/>
      <dgm:t>
        <a:bodyPr/>
        <a:lstStyle/>
        <a:p>
          <a:endParaRPr lang="uk-UA"/>
        </a:p>
      </dgm:t>
    </dgm:pt>
    <dgm:pt modelId="{33E8F034-8141-4A47-9662-455AEFE4FAE7}" type="sibTrans" cxnId="{7AC6CD78-CA1D-4D21-9FA2-350B1C4FD1D1}">
      <dgm:prSet/>
      <dgm:spPr/>
      <dgm:t>
        <a:bodyPr/>
        <a:lstStyle/>
        <a:p>
          <a:endParaRPr lang="uk-UA"/>
        </a:p>
      </dgm:t>
    </dgm:pt>
    <dgm:pt modelId="{83B8B5F8-73D9-47DC-B6A0-AFD7C7CD7FD5}">
      <dgm:prSet/>
      <dgm:spPr/>
      <dgm:t>
        <a:bodyPr/>
        <a:lstStyle/>
        <a:p>
          <a:r>
            <a:rPr lang="uk-UA" b="0" i="0"/>
            <a:t>завершення збройної боротьби за незалежність України</a:t>
          </a:r>
          <a:endParaRPr lang="uk-UA"/>
        </a:p>
      </dgm:t>
    </dgm:pt>
    <dgm:pt modelId="{6D0AF987-4E7C-4AF9-80E7-7F32A0831912}" type="parTrans" cxnId="{EE17B689-4AB7-42B8-BF3C-2D294D927FF1}">
      <dgm:prSet/>
      <dgm:spPr/>
      <dgm:t>
        <a:bodyPr/>
        <a:lstStyle/>
        <a:p>
          <a:endParaRPr lang="uk-UA"/>
        </a:p>
      </dgm:t>
    </dgm:pt>
    <dgm:pt modelId="{D999C52F-A5E0-43D7-BEC2-D3719EE0EA4B}" type="sibTrans" cxnId="{EE17B689-4AB7-42B8-BF3C-2D294D927FF1}">
      <dgm:prSet/>
      <dgm:spPr/>
      <dgm:t>
        <a:bodyPr/>
        <a:lstStyle/>
        <a:p>
          <a:endParaRPr lang="uk-UA"/>
        </a:p>
      </dgm:t>
    </dgm:pt>
    <dgm:pt modelId="{9394F9D3-C80C-4A74-BFE2-2EF883378FA0}" type="pres">
      <dgm:prSet presAssocID="{67DF9844-7DD7-4D4E-A787-1C8301DED3F7}" presName="linear" presStyleCnt="0">
        <dgm:presLayoutVars>
          <dgm:animLvl val="lvl"/>
          <dgm:resizeHandles val="exact"/>
        </dgm:presLayoutVars>
      </dgm:prSet>
      <dgm:spPr/>
    </dgm:pt>
    <dgm:pt modelId="{4B048D4A-E887-40B1-99D7-536D83AE5908}" type="pres">
      <dgm:prSet presAssocID="{85CB16DB-8776-4270-86D5-425381394048}" presName="parentText" presStyleLbl="node1" presStyleIdx="0" presStyleCnt="5">
        <dgm:presLayoutVars>
          <dgm:chMax val="0"/>
          <dgm:bulletEnabled val="1"/>
        </dgm:presLayoutVars>
      </dgm:prSet>
      <dgm:spPr/>
    </dgm:pt>
    <dgm:pt modelId="{877113F8-C804-4CD7-9E44-AE09F0002C74}" type="pres">
      <dgm:prSet presAssocID="{CD87C09A-BB68-4D1A-A9AC-22714957AD4E}" presName="spacer" presStyleCnt="0"/>
      <dgm:spPr/>
    </dgm:pt>
    <dgm:pt modelId="{6F936154-0CE7-4918-B7DD-395B98CD6C01}" type="pres">
      <dgm:prSet presAssocID="{0B4B23D4-DA77-4973-900D-957099903E80}" presName="parentText" presStyleLbl="node1" presStyleIdx="1" presStyleCnt="5">
        <dgm:presLayoutVars>
          <dgm:chMax val="0"/>
          <dgm:bulletEnabled val="1"/>
        </dgm:presLayoutVars>
      </dgm:prSet>
      <dgm:spPr/>
    </dgm:pt>
    <dgm:pt modelId="{8476D539-41D1-4106-9B24-A526558CD37B}" type="pres">
      <dgm:prSet presAssocID="{0CE0E398-14FE-41EC-A576-7B23D04819E6}" presName="spacer" presStyleCnt="0"/>
      <dgm:spPr/>
    </dgm:pt>
    <dgm:pt modelId="{541CAA47-743F-4C2D-B620-66DDBA904806}" type="pres">
      <dgm:prSet presAssocID="{4A98D6D0-BB06-442D-9359-A125EDFBF8A7}" presName="parentText" presStyleLbl="node1" presStyleIdx="2" presStyleCnt="5">
        <dgm:presLayoutVars>
          <dgm:chMax val="0"/>
          <dgm:bulletEnabled val="1"/>
        </dgm:presLayoutVars>
      </dgm:prSet>
      <dgm:spPr/>
    </dgm:pt>
    <dgm:pt modelId="{E0CCE055-99C9-4376-82C6-ACA6890B405C}" type="pres">
      <dgm:prSet presAssocID="{366F68F1-9296-4F0A-BC68-B94327E5BB7D}" presName="spacer" presStyleCnt="0"/>
      <dgm:spPr/>
    </dgm:pt>
    <dgm:pt modelId="{4CC4819F-73DF-4F93-AF02-B2D55D2F0524}" type="pres">
      <dgm:prSet presAssocID="{3A0251D3-90B3-4360-9C1E-4EF3CF125ACF}" presName="parentText" presStyleLbl="node1" presStyleIdx="3" presStyleCnt="5">
        <dgm:presLayoutVars>
          <dgm:chMax val="0"/>
          <dgm:bulletEnabled val="1"/>
        </dgm:presLayoutVars>
      </dgm:prSet>
      <dgm:spPr/>
    </dgm:pt>
    <dgm:pt modelId="{174685BC-087B-4D76-A958-3A7FA030D757}" type="pres">
      <dgm:prSet presAssocID="{33E8F034-8141-4A47-9662-455AEFE4FAE7}" presName="spacer" presStyleCnt="0"/>
      <dgm:spPr/>
    </dgm:pt>
    <dgm:pt modelId="{5BDF1407-B9EA-464F-A218-A7BBFFF90323}" type="pres">
      <dgm:prSet presAssocID="{83B8B5F8-73D9-47DC-B6A0-AFD7C7CD7FD5}" presName="parentText" presStyleLbl="node1" presStyleIdx="4" presStyleCnt="5">
        <dgm:presLayoutVars>
          <dgm:chMax val="0"/>
          <dgm:bulletEnabled val="1"/>
        </dgm:presLayoutVars>
      </dgm:prSet>
      <dgm:spPr/>
    </dgm:pt>
  </dgm:ptLst>
  <dgm:cxnLst>
    <dgm:cxn modelId="{8C977864-F193-4A5F-BC9A-9D796C0A3ECC}" srcId="{67DF9844-7DD7-4D4E-A787-1C8301DED3F7}" destId="{0B4B23D4-DA77-4973-900D-957099903E80}" srcOrd="1" destOrd="0" parTransId="{0D1D25EB-DF1E-4CEB-936E-90E8C5749871}" sibTransId="{0CE0E398-14FE-41EC-A576-7B23D04819E6}"/>
    <dgm:cxn modelId="{C7F3B96D-44CF-4E50-AC41-09E2F3F04FA4}" srcId="{67DF9844-7DD7-4D4E-A787-1C8301DED3F7}" destId="{85CB16DB-8776-4270-86D5-425381394048}" srcOrd="0" destOrd="0" parTransId="{71BE778B-A072-4A8F-8CB5-2ACBEB01F332}" sibTransId="{CD87C09A-BB68-4D1A-A9AC-22714957AD4E}"/>
    <dgm:cxn modelId="{7AC6CD78-CA1D-4D21-9FA2-350B1C4FD1D1}" srcId="{67DF9844-7DD7-4D4E-A787-1C8301DED3F7}" destId="{3A0251D3-90B3-4360-9C1E-4EF3CF125ACF}" srcOrd="3" destOrd="0" parTransId="{D6609E0B-BD8F-42FF-9BC6-9E97A812BACE}" sibTransId="{33E8F034-8141-4A47-9662-455AEFE4FAE7}"/>
    <dgm:cxn modelId="{8CED7E83-7611-4C14-90E8-C95F3C6909AC}" type="presOf" srcId="{3A0251D3-90B3-4360-9C1E-4EF3CF125ACF}" destId="{4CC4819F-73DF-4F93-AF02-B2D55D2F0524}" srcOrd="0" destOrd="0" presId="urn:microsoft.com/office/officeart/2005/8/layout/vList2"/>
    <dgm:cxn modelId="{2FF0F185-7739-437B-B582-3C26B0FF6225}" srcId="{67DF9844-7DD7-4D4E-A787-1C8301DED3F7}" destId="{4A98D6D0-BB06-442D-9359-A125EDFBF8A7}" srcOrd="2" destOrd="0" parTransId="{6BB8E01A-DA7C-449F-A42A-3E5ED84814AB}" sibTransId="{366F68F1-9296-4F0A-BC68-B94327E5BB7D}"/>
    <dgm:cxn modelId="{EE17B689-4AB7-42B8-BF3C-2D294D927FF1}" srcId="{67DF9844-7DD7-4D4E-A787-1C8301DED3F7}" destId="{83B8B5F8-73D9-47DC-B6A0-AFD7C7CD7FD5}" srcOrd="4" destOrd="0" parTransId="{6D0AF987-4E7C-4AF9-80E7-7F32A0831912}" sibTransId="{D999C52F-A5E0-43D7-BEC2-D3719EE0EA4B}"/>
    <dgm:cxn modelId="{AEA39391-BDC8-4867-B761-DABEDB887462}" type="presOf" srcId="{0B4B23D4-DA77-4973-900D-957099903E80}" destId="{6F936154-0CE7-4918-B7DD-395B98CD6C01}" srcOrd="0" destOrd="0" presId="urn:microsoft.com/office/officeart/2005/8/layout/vList2"/>
    <dgm:cxn modelId="{B68D93AC-D67D-48FA-A231-E1EE891B1814}" type="presOf" srcId="{83B8B5F8-73D9-47DC-B6A0-AFD7C7CD7FD5}" destId="{5BDF1407-B9EA-464F-A218-A7BBFFF90323}" srcOrd="0" destOrd="0" presId="urn:microsoft.com/office/officeart/2005/8/layout/vList2"/>
    <dgm:cxn modelId="{38D086BD-CD56-46F1-A884-D6D7D860F158}" type="presOf" srcId="{85CB16DB-8776-4270-86D5-425381394048}" destId="{4B048D4A-E887-40B1-99D7-536D83AE5908}" srcOrd="0" destOrd="0" presId="urn:microsoft.com/office/officeart/2005/8/layout/vList2"/>
    <dgm:cxn modelId="{DFDED0BD-BE4C-4455-96D0-EA827C9C7B4B}" type="presOf" srcId="{4A98D6D0-BB06-442D-9359-A125EDFBF8A7}" destId="{541CAA47-743F-4C2D-B620-66DDBA904806}" srcOrd="0" destOrd="0" presId="urn:microsoft.com/office/officeart/2005/8/layout/vList2"/>
    <dgm:cxn modelId="{26B3EACF-3B72-4AED-8CA0-B536929D1B04}" type="presOf" srcId="{67DF9844-7DD7-4D4E-A787-1C8301DED3F7}" destId="{9394F9D3-C80C-4A74-BFE2-2EF883378FA0}" srcOrd="0" destOrd="0" presId="urn:microsoft.com/office/officeart/2005/8/layout/vList2"/>
    <dgm:cxn modelId="{B4D7982D-3724-4BEF-B7C7-3FF56E0CC14A}" type="presParOf" srcId="{9394F9D3-C80C-4A74-BFE2-2EF883378FA0}" destId="{4B048D4A-E887-40B1-99D7-536D83AE5908}" srcOrd="0" destOrd="0" presId="urn:microsoft.com/office/officeart/2005/8/layout/vList2"/>
    <dgm:cxn modelId="{95867028-CD04-4194-A547-3D7955C70A94}" type="presParOf" srcId="{9394F9D3-C80C-4A74-BFE2-2EF883378FA0}" destId="{877113F8-C804-4CD7-9E44-AE09F0002C74}" srcOrd="1" destOrd="0" presId="urn:microsoft.com/office/officeart/2005/8/layout/vList2"/>
    <dgm:cxn modelId="{A976557C-8231-4554-B55D-118F25C5506F}" type="presParOf" srcId="{9394F9D3-C80C-4A74-BFE2-2EF883378FA0}" destId="{6F936154-0CE7-4918-B7DD-395B98CD6C01}" srcOrd="2" destOrd="0" presId="urn:microsoft.com/office/officeart/2005/8/layout/vList2"/>
    <dgm:cxn modelId="{1A452A5B-02E3-465A-A88B-E7DCE6E40507}" type="presParOf" srcId="{9394F9D3-C80C-4A74-BFE2-2EF883378FA0}" destId="{8476D539-41D1-4106-9B24-A526558CD37B}" srcOrd="3" destOrd="0" presId="urn:microsoft.com/office/officeart/2005/8/layout/vList2"/>
    <dgm:cxn modelId="{A69CBAF3-9BAE-476F-B864-AE9540D18687}" type="presParOf" srcId="{9394F9D3-C80C-4A74-BFE2-2EF883378FA0}" destId="{541CAA47-743F-4C2D-B620-66DDBA904806}" srcOrd="4" destOrd="0" presId="urn:microsoft.com/office/officeart/2005/8/layout/vList2"/>
    <dgm:cxn modelId="{2E2C809F-7D89-4AB3-AF03-2CC6A0ED12EA}" type="presParOf" srcId="{9394F9D3-C80C-4A74-BFE2-2EF883378FA0}" destId="{E0CCE055-99C9-4376-82C6-ACA6890B405C}" srcOrd="5" destOrd="0" presId="urn:microsoft.com/office/officeart/2005/8/layout/vList2"/>
    <dgm:cxn modelId="{F2AF969F-B3AC-40C1-99E5-497D2C29769A}" type="presParOf" srcId="{9394F9D3-C80C-4A74-BFE2-2EF883378FA0}" destId="{4CC4819F-73DF-4F93-AF02-B2D55D2F0524}" srcOrd="6" destOrd="0" presId="urn:microsoft.com/office/officeart/2005/8/layout/vList2"/>
    <dgm:cxn modelId="{55F8E62F-3D65-44E2-8813-9FFFC1C1B00A}" type="presParOf" srcId="{9394F9D3-C80C-4A74-BFE2-2EF883378FA0}" destId="{174685BC-087B-4D76-A958-3A7FA030D757}" srcOrd="7" destOrd="0" presId="urn:microsoft.com/office/officeart/2005/8/layout/vList2"/>
    <dgm:cxn modelId="{EB739724-7C9F-478E-9D3F-0F0DC3A98845}" type="presParOf" srcId="{9394F9D3-C80C-4A74-BFE2-2EF883378FA0}" destId="{5BDF1407-B9EA-464F-A218-A7BBFFF90323}"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BFEABD1-4CE8-4DEF-BB1D-FC56388987FA}"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E236BD83-7609-494B-A0C6-24A2EB4DFE69}">
      <dgm:prSet/>
      <dgm:spPr/>
      <dgm:t>
        <a:bodyPr/>
        <a:lstStyle/>
        <a:p>
          <a:r>
            <a:rPr lang="ru-RU" b="0" i="0"/>
            <a:t>1914 р.</a:t>
          </a:r>
          <a:endParaRPr lang="uk-UA"/>
        </a:p>
      </dgm:t>
    </dgm:pt>
    <dgm:pt modelId="{180511AB-EFAB-431B-8E37-F5C5D3E147BF}" type="parTrans" cxnId="{71A70A48-BDA4-439C-9F8A-E6AC8B7C7E2E}">
      <dgm:prSet/>
      <dgm:spPr/>
      <dgm:t>
        <a:bodyPr/>
        <a:lstStyle/>
        <a:p>
          <a:endParaRPr lang="uk-UA"/>
        </a:p>
      </dgm:t>
    </dgm:pt>
    <dgm:pt modelId="{9700E5D4-AB7C-4B5E-B986-1BEB95D620A4}" type="sibTrans" cxnId="{71A70A48-BDA4-439C-9F8A-E6AC8B7C7E2E}">
      <dgm:prSet/>
      <dgm:spPr/>
      <dgm:t>
        <a:bodyPr/>
        <a:lstStyle/>
        <a:p>
          <a:endParaRPr lang="uk-UA"/>
        </a:p>
      </dgm:t>
    </dgm:pt>
    <dgm:pt modelId="{00F366F1-9A0C-4795-8F9C-5F44E50EF73E}">
      <dgm:prSet/>
      <dgm:spPr/>
      <dgm:t>
        <a:bodyPr/>
        <a:lstStyle/>
        <a:p>
          <a:r>
            <a:rPr lang="ru-RU" b="0" i="0"/>
            <a:t>1917 р.</a:t>
          </a:r>
          <a:endParaRPr lang="uk-UA"/>
        </a:p>
      </dgm:t>
    </dgm:pt>
    <dgm:pt modelId="{9E11A8F4-9A42-45B0-B342-0EBBDCCB8E20}" type="parTrans" cxnId="{980795EE-53BC-4DCE-AD5B-D5CD1C982979}">
      <dgm:prSet/>
      <dgm:spPr/>
      <dgm:t>
        <a:bodyPr/>
        <a:lstStyle/>
        <a:p>
          <a:endParaRPr lang="uk-UA"/>
        </a:p>
      </dgm:t>
    </dgm:pt>
    <dgm:pt modelId="{BED72705-2AB1-4222-8028-DDDE713F29E6}" type="sibTrans" cxnId="{980795EE-53BC-4DCE-AD5B-D5CD1C982979}">
      <dgm:prSet/>
      <dgm:spPr/>
      <dgm:t>
        <a:bodyPr/>
        <a:lstStyle/>
        <a:p>
          <a:endParaRPr lang="uk-UA"/>
        </a:p>
      </dgm:t>
    </dgm:pt>
    <dgm:pt modelId="{9FA65B05-21C5-40C8-92B4-A9646ED84721}">
      <dgm:prSet/>
      <dgm:spPr/>
      <dgm:t>
        <a:bodyPr/>
        <a:lstStyle/>
        <a:p>
          <a:r>
            <a:rPr lang="ru-RU" b="0" i="0"/>
            <a:t>1919 р.</a:t>
          </a:r>
          <a:endParaRPr lang="uk-UA"/>
        </a:p>
      </dgm:t>
    </dgm:pt>
    <dgm:pt modelId="{4A35D989-9182-473D-9037-07B39319F3A4}" type="parTrans" cxnId="{C557CBAC-A5FB-40BE-83B5-BF08F92E3165}">
      <dgm:prSet/>
      <dgm:spPr/>
      <dgm:t>
        <a:bodyPr/>
        <a:lstStyle/>
        <a:p>
          <a:endParaRPr lang="uk-UA"/>
        </a:p>
      </dgm:t>
    </dgm:pt>
    <dgm:pt modelId="{6BCDEE6C-573F-45FA-BBC4-D3C82B739B9C}" type="sibTrans" cxnId="{C557CBAC-A5FB-40BE-83B5-BF08F92E3165}">
      <dgm:prSet/>
      <dgm:spPr/>
      <dgm:t>
        <a:bodyPr/>
        <a:lstStyle/>
        <a:p>
          <a:endParaRPr lang="uk-UA"/>
        </a:p>
      </dgm:t>
    </dgm:pt>
    <dgm:pt modelId="{850603C8-A491-4797-9504-D035D7B59EAC}">
      <dgm:prSet/>
      <dgm:spPr/>
      <dgm:t>
        <a:bodyPr/>
        <a:lstStyle/>
        <a:p>
          <a:r>
            <a:rPr lang="ru-RU" b="0" i="0"/>
            <a:t>1921 р.</a:t>
          </a:r>
          <a:endParaRPr lang="uk-UA"/>
        </a:p>
      </dgm:t>
    </dgm:pt>
    <dgm:pt modelId="{640B0260-E670-4726-A287-F8B3D76B25F0}" type="parTrans" cxnId="{F75B0658-9D1D-47DD-8D6D-4FDE9FC65743}">
      <dgm:prSet/>
      <dgm:spPr/>
      <dgm:t>
        <a:bodyPr/>
        <a:lstStyle/>
        <a:p>
          <a:endParaRPr lang="uk-UA"/>
        </a:p>
      </dgm:t>
    </dgm:pt>
    <dgm:pt modelId="{44AFBED9-ED38-49AC-8785-5DE0E8E2C64D}" type="sibTrans" cxnId="{F75B0658-9D1D-47DD-8D6D-4FDE9FC65743}">
      <dgm:prSet/>
      <dgm:spPr/>
      <dgm:t>
        <a:bodyPr/>
        <a:lstStyle/>
        <a:p>
          <a:endParaRPr lang="uk-UA"/>
        </a:p>
      </dgm:t>
    </dgm:pt>
    <dgm:pt modelId="{2EB73CA9-3DDA-419D-AE69-DE49C3750E69}" type="pres">
      <dgm:prSet presAssocID="{BBFEABD1-4CE8-4DEF-BB1D-FC56388987FA}" presName="matrix" presStyleCnt="0">
        <dgm:presLayoutVars>
          <dgm:chMax val="1"/>
          <dgm:dir/>
          <dgm:resizeHandles val="exact"/>
        </dgm:presLayoutVars>
      </dgm:prSet>
      <dgm:spPr/>
    </dgm:pt>
    <dgm:pt modelId="{C67E97D8-FE3B-4055-A23E-CA9AD11B511A}" type="pres">
      <dgm:prSet presAssocID="{BBFEABD1-4CE8-4DEF-BB1D-FC56388987FA}" presName="diamond" presStyleLbl="bgShp" presStyleIdx="0" presStyleCnt="1"/>
      <dgm:spPr/>
    </dgm:pt>
    <dgm:pt modelId="{4A7B12E2-01FA-4F5A-80B9-ECA80A8E0CCA}" type="pres">
      <dgm:prSet presAssocID="{BBFEABD1-4CE8-4DEF-BB1D-FC56388987FA}" presName="quad1" presStyleLbl="node1" presStyleIdx="0" presStyleCnt="4">
        <dgm:presLayoutVars>
          <dgm:chMax val="0"/>
          <dgm:chPref val="0"/>
          <dgm:bulletEnabled val="1"/>
        </dgm:presLayoutVars>
      </dgm:prSet>
      <dgm:spPr/>
    </dgm:pt>
    <dgm:pt modelId="{78090184-4200-47C3-8FE3-2ABDE454B65E}" type="pres">
      <dgm:prSet presAssocID="{BBFEABD1-4CE8-4DEF-BB1D-FC56388987FA}" presName="quad2" presStyleLbl="node1" presStyleIdx="1" presStyleCnt="4">
        <dgm:presLayoutVars>
          <dgm:chMax val="0"/>
          <dgm:chPref val="0"/>
          <dgm:bulletEnabled val="1"/>
        </dgm:presLayoutVars>
      </dgm:prSet>
      <dgm:spPr/>
    </dgm:pt>
    <dgm:pt modelId="{C5A53A4B-EE11-4ABC-A289-218C0A23E12A}" type="pres">
      <dgm:prSet presAssocID="{BBFEABD1-4CE8-4DEF-BB1D-FC56388987FA}" presName="quad3" presStyleLbl="node1" presStyleIdx="2" presStyleCnt="4">
        <dgm:presLayoutVars>
          <dgm:chMax val="0"/>
          <dgm:chPref val="0"/>
          <dgm:bulletEnabled val="1"/>
        </dgm:presLayoutVars>
      </dgm:prSet>
      <dgm:spPr/>
    </dgm:pt>
    <dgm:pt modelId="{B7F515D7-4350-4FD4-A6F8-36D7F5101233}" type="pres">
      <dgm:prSet presAssocID="{BBFEABD1-4CE8-4DEF-BB1D-FC56388987FA}" presName="quad4" presStyleLbl="node1" presStyleIdx="3" presStyleCnt="4">
        <dgm:presLayoutVars>
          <dgm:chMax val="0"/>
          <dgm:chPref val="0"/>
          <dgm:bulletEnabled val="1"/>
        </dgm:presLayoutVars>
      </dgm:prSet>
      <dgm:spPr/>
    </dgm:pt>
  </dgm:ptLst>
  <dgm:cxnLst>
    <dgm:cxn modelId="{120F7820-4366-4F32-BF95-471FF028F483}" type="presOf" srcId="{00F366F1-9A0C-4795-8F9C-5F44E50EF73E}" destId="{78090184-4200-47C3-8FE3-2ABDE454B65E}" srcOrd="0" destOrd="0" presId="urn:microsoft.com/office/officeart/2005/8/layout/matrix3"/>
    <dgm:cxn modelId="{27229D29-CCB1-4B20-A5B4-2CEA5F80FD2F}" type="presOf" srcId="{BBFEABD1-4CE8-4DEF-BB1D-FC56388987FA}" destId="{2EB73CA9-3DDA-419D-AE69-DE49C3750E69}" srcOrd="0" destOrd="0" presId="urn:microsoft.com/office/officeart/2005/8/layout/matrix3"/>
    <dgm:cxn modelId="{71A70A48-BDA4-439C-9F8A-E6AC8B7C7E2E}" srcId="{BBFEABD1-4CE8-4DEF-BB1D-FC56388987FA}" destId="{E236BD83-7609-494B-A0C6-24A2EB4DFE69}" srcOrd="0" destOrd="0" parTransId="{180511AB-EFAB-431B-8E37-F5C5D3E147BF}" sibTransId="{9700E5D4-AB7C-4B5E-B986-1BEB95D620A4}"/>
    <dgm:cxn modelId="{0E883C6F-BCF2-446B-913D-38ACDE20647F}" type="presOf" srcId="{9FA65B05-21C5-40C8-92B4-A9646ED84721}" destId="{C5A53A4B-EE11-4ABC-A289-218C0A23E12A}" srcOrd="0" destOrd="0" presId="urn:microsoft.com/office/officeart/2005/8/layout/matrix3"/>
    <dgm:cxn modelId="{ED716D52-CD24-4AAB-A611-E570F12C1205}" type="presOf" srcId="{850603C8-A491-4797-9504-D035D7B59EAC}" destId="{B7F515D7-4350-4FD4-A6F8-36D7F5101233}" srcOrd="0" destOrd="0" presId="urn:microsoft.com/office/officeart/2005/8/layout/matrix3"/>
    <dgm:cxn modelId="{F75B0658-9D1D-47DD-8D6D-4FDE9FC65743}" srcId="{BBFEABD1-4CE8-4DEF-BB1D-FC56388987FA}" destId="{850603C8-A491-4797-9504-D035D7B59EAC}" srcOrd="3" destOrd="0" parTransId="{640B0260-E670-4726-A287-F8B3D76B25F0}" sibTransId="{44AFBED9-ED38-49AC-8785-5DE0E8E2C64D}"/>
    <dgm:cxn modelId="{5737B88E-401C-40F1-B769-FB1A964894AD}" type="presOf" srcId="{E236BD83-7609-494B-A0C6-24A2EB4DFE69}" destId="{4A7B12E2-01FA-4F5A-80B9-ECA80A8E0CCA}" srcOrd="0" destOrd="0" presId="urn:microsoft.com/office/officeart/2005/8/layout/matrix3"/>
    <dgm:cxn modelId="{C557CBAC-A5FB-40BE-83B5-BF08F92E3165}" srcId="{BBFEABD1-4CE8-4DEF-BB1D-FC56388987FA}" destId="{9FA65B05-21C5-40C8-92B4-A9646ED84721}" srcOrd="2" destOrd="0" parTransId="{4A35D989-9182-473D-9037-07B39319F3A4}" sibTransId="{6BCDEE6C-573F-45FA-BBC4-D3C82B739B9C}"/>
    <dgm:cxn modelId="{980795EE-53BC-4DCE-AD5B-D5CD1C982979}" srcId="{BBFEABD1-4CE8-4DEF-BB1D-FC56388987FA}" destId="{00F366F1-9A0C-4795-8F9C-5F44E50EF73E}" srcOrd="1" destOrd="0" parTransId="{9E11A8F4-9A42-45B0-B342-0EBBDCCB8E20}" sibTransId="{BED72705-2AB1-4222-8028-DDDE713F29E6}"/>
    <dgm:cxn modelId="{8A030E5B-6560-49C3-8BB0-F8DD5DCC493B}" type="presParOf" srcId="{2EB73CA9-3DDA-419D-AE69-DE49C3750E69}" destId="{C67E97D8-FE3B-4055-A23E-CA9AD11B511A}" srcOrd="0" destOrd="0" presId="urn:microsoft.com/office/officeart/2005/8/layout/matrix3"/>
    <dgm:cxn modelId="{39E8C384-D228-468D-9E7C-FB7170BFB288}" type="presParOf" srcId="{2EB73CA9-3DDA-419D-AE69-DE49C3750E69}" destId="{4A7B12E2-01FA-4F5A-80B9-ECA80A8E0CCA}" srcOrd="1" destOrd="0" presId="urn:microsoft.com/office/officeart/2005/8/layout/matrix3"/>
    <dgm:cxn modelId="{978CD0E2-DD6E-4194-A088-D483251D1AF9}" type="presParOf" srcId="{2EB73CA9-3DDA-419D-AE69-DE49C3750E69}" destId="{78090184-4200-47C3-8FE3-2ABDE454B65E}" srcOrd="2" destOrd="0" presId="urn:microsoft.com/office/officeart/2005/8/layout/matrix3"/>
    <dgm:cxn modelId="{2B2D5C1B-CD76-404D-9A28-2D367F06EC29}" type="presParOf" srcId="{2EB73CA9-3DDA-419D-AE69-DE49C3750E69}" destId="{C5A53A4B-EE11-4ABC-A289-218C0A23E12A}" srcOrd="3" destOrd="0" presId="urn:microsoft.com/office/officeart/2005/8/layout/matrix3"/>
    <dgm:cxn modelId="{9F986354-D4E1-41EA-800D-3E8D25101B46}" type="presParOf" srcId="{2EB73CA9-3DDA-419D-AE69-DE49C3750E69}" destId="{B7F515D7-4350-4FD4-A6F8-36D7F510123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2C0714C-21A6-4155-93EB-BB4617BDA3EE}"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40DEF7B1-7626-444B-BC8F-96AAF3302A44}">
      <dgm:prSet/>
      <dgm:spPr/>
      <dgm:t>
        <a:bodyPr/>
        <a:lstStyle/>
        <a:p>
          <a:r>
            <a:rPr lang="ru-RU" b="0" i="0"/>
            <a:t>1918 р.</a:t>
          </a:r>
          <a:endParaRPr lang="uk-UA"/>
        </a:p>
      </dgm:t>
    </dgm:pt>
    <dgm:pt modelId="{C8535DDB-0913-480C-90B7-9BC50A532AC4}" type="parTrans" cxnId="{8F81EC2B-EA10-49E3-A05F-1430EC6B34B9}">
      <dgm:prSet/>
      <dgm:spPr/>
      <dgm:t>
        <a:bodyPr/>
        <a:lstStyle/>
        <a:p>
          <a:endParaRPr lang="uk-UA"/>
        </a:p>
      </dgm:t>
    </dgm:pt>
    <dgm:pt modelId="{52BF1B0F-8703-452E-9D47-5DE2E32F6081}" type="sibTrans" cxnId="{8F81EC2B-EA10-49E3-A05F-1430EC6B34B9}">
      <dgm:prSet/>
      <dgm:spPr/>
      <dgm:t>
        <a:bodyPr/>
        <a:lstStyle/>
        <a:p>
          <a:endParaRPr lang="uk-UA"/>
        </a:p>
      </dgm:t>
    </dgm:pt>
    <dgm:pt modelId="{0C2BA7C1-D4B6-483E-A91B-8FF15D5796C5}">
      <dgm:prSet/>
      <dgm:spPr/>
      <dgm:t>
        <a:bodyPr/>
        <a:lstStyle/>
        <a:p>
          <a:r>
            <a:rPr lang="ru-RU" b="0" i="0"/>
            <a:t>1919 р.</a:t>
          </a:r>
          <a:endParaRPr lang="uk-UA"/>
        </a:p>
      </dgm:t>
    </dgm:pt>
    <dgm:pt modelId="{FC32E4A1-CDAD-402E-84AA-72F211AF8A2A}" type="parTrans" cxnId="{D591AC4C-391C-4C0A-B4B7-CC6B49074454}">
      <dgm:prSet/>
      <dgm:spPr/>
      <dgm:t>
        <a:bodyPr/>
        <a:lstStyle/>
        <a:p>
          <a:endParaRPr lang="uk-UA"/>
        </a:p>
      </dgm:t>
    </dgm:pt>
    <dgm:pt modelId="{FCBA5759-A4F0-427A-B021-A050A2CF5796}" type="sibTrans" cxnId="{D591AC4C-391C-4C0A-B4B7-CC6B49074454}">
      <dgm:prSet/>
      <dgm:spPr/>
      <dgm:t>
        <a:bodyPr/>
        <a:lstStyle/>
        <a:p>
          <a:endParaRPr lang="uk-UA"/>
        </a:p>
      </dgm:t>
    </dgm:pt>
    <dgm:pt modelId="{762B03BE-3907-40E4-A3F1-9386574A9E2C}">
      <dgm:prSet/>
      <dgm:spPr/>
      <dgm:t>
        <a:bodyPr/>
        <a:lstStyle/>
        <a:p>
          <a:r>
            <a:rPr lang="ru-RU" b="0" i="0"/>
            <a:t>1920 р.</a:t>
          </a:r>
          <a:endParaRPr lang="uk-UA"/>
        </a:p>
      </dgm:t>
    </dgm:pt>
    <dgm:pt modelId="{60551C93-AB06-4D96-A54A-F9ED5DCAFE95}" type="parTrans" cxnId="{7214F58B-663E-4EDD-8331-43F7D17E815D}">
      <dgm:prSet/>
      <dgm:spPr/>
      <dgm:t>
        <a:bodyPr/>
        <a:lstStyle/>
        <a:p>
          <a:endParaRPr lang="uk-UA"/>
        </a:p>
      </dgm:t>
    </dgm:pt>
    <dgm:pt modelId="{393E618D-216F-4717-8F2D-6789A4D18D0C}" type="sibTrans" cxnId="{7214F58B-663E-4EDD-8331-43F7D17E815D}">
      <dgm:prSet/>
      <dgm:spPr/>
      <dgm:t>
        <a:bodyPr/>
        <a:lstStyle/>
        <a:p>
          <a:endParaRPr lang="uk-UA"/>
        </a:p>
      </dgm:t>
    </dgm:pt>
    <dgm:pt modelId="{35F94758-09D8-4CD6-BF9C-0942C050BD16}">
      <dgm:prSet/>
      <dgm:spPr/>
      <dgm:t>
        <a:bodyPr/>
        <a:lstStyle/>
        <a:p>
          <a:r>
            <a:rPr lang="ru-RU" b="0" i="0"/>
            <a:t>1921 р.</a:t>
          </a:r>
          <a:endParaRPr lang="uk-UA"/>
        </a:p>
      </dgm:t>
    </dgm:pt>
    <dgm:pt modelId="{B2DABACD-20FB-454B-ABD4-0283DD9AFD48}" type="parTrans" cxnId="{FB0111E4-32EB-432F-B083-BCF271B29587}">
      <dgm:prSet/>
      <dgm:spPr/>
      <dgm:t>
        <a:bodyPr/>
        <a:lstStyle/>
        <a:p>
          <a:endParaRPr lang="uk-UA"/>
        </a:p>
      </dgm:t>
    </dgm:pt>
    <dgm:pt modelId="{AE44723D-C549-4ACE-8E81-E0573C285AA4}" type="sibTrans" cxnId="{FB0111E4-32EB-432F-B083-BCF271B29587}">
      <dgm:prSet/>
      <dgm:spPr/>
      <dgm:t>
        <a:bodyPr/>
        <a:lstStyle/>
        <a:p>
          <a:endParaRPr lang="uk-UA"/>
        </a:p>
      </dgm:t>
    </dgm:pt>
    <dgm:pt modelId="{3CB11BB9-B7FD-4196-ABAF-D52DDA8A1305}" type="pres">
      <dgm:prSet presAssocID="{62C0714C-21A6-4155-93EB-BB4617BDA3EE}" presName="matrix" presStyleCnt="0">
        <dgm:presLayoutVars>
          <dgm:chMax val="1"/>
          <dgm:dir/>
          <dgm:resizeHandles val="exact"/>
        </dgm:presLayoutVars>
      </dgm:prSet>
      <dgm:spPr/>
    </dgm:pt>
    <dgm:pt modelId="{79FEA5FE-1DDF-40E2-8F46-1E2318EB52C5}" type="pres">
      <dgm:prSet presAssocID="{62C0714C-21A6-4155-93EB-BB4617BDA3EE}" presName="diamond" presStyleLbl="bgShp" presStyleIdx="0" presStyleCnt="1"/>
      <dgm:spPr/>
    </dgm:pt>
    <dgm:pt modelId="{C318F510-7391-4636-BB14-94C6D894F99F}" type="pres">
      <dgm:prSet presAssocID="{62C0714C-21A6-4155-93EB-BB4617BDA3EE}" presName="quad1" presStyleLbl="node1" presStyleIdx="0" presStyleCnt="4">
        <dgm:presLayoutVars>
          <dgm:chMax val="0"/>
          <dgm:chPref val="0"/>
          <dgm:bulletEnabled val="1"/>
        </dgm:presLayoutVars>
      </dgm:prSet>
      <dgm:spPr/>
    </dgm:pt>
    <dgm:pt modelId="{BC77C335-F64F-4847-968B-DE4185DCAD39}" type="pres">
      <dgm:prSet presAssocID="{62C0714C-21A6-4155-93EB-BB4617BDA3EE}" presName="quad2" presStyleLbl="node1" presStyleIdx="1" presStyleCnt="4">
        <dgm:presLayoutVars>
          <dgm:chMax val="0"/>
          <dgm:chPref val="0"/>
          <dgm:bulletEnabled val="1"/>
        </dgm:presLayoutVars>
      </dgm:prSet>
      <dgm:spPr/>
    </dgm:pt>
    <dgm:pt modelId="{852A95C5-BDDE-4D4E-8B77-9DA78A174E8F}" type="pres">
      <dgm:prSet presAssocID="{62C0714C-21A6-4155-93EB-BB4617BDA3EE}" presName="quad3" presStyleLbl="node1" presStyleIdx="2" presStyleCnt="4">
        <dgm:presLayoutVars>
          <dgm:chMax val="0"/>
          <dgm:chPref val="0"/>
          <dgm:bulletEnabled val="1"/>
        </dgm:presLayoutVars>
      </dgm:prSet>
      <dgm:spPr/>
    </dgm:pt>
    <dgm:pt modelId="{7839FDCB-3502-4381-AF5F-67099575CF73}" type="pres">
      <dgm:prSet presAssocID="{62C0714C-21A6-4155-93EB-BB4617BDA3EE}" presName="quad4" presStyleLbl="node1" presStyleIdx="3" presStyleCnt="4">
        <dgm:presLayoutVars>
          <dgm:chMax val="0"/>
          <dgm:chPref val="0"/>
          <dgm:bulletEnabled val="1"/>
        </dgm:presLayoutVars>
      </dgm:prSet>
      <dgm:spPr/>
    </dgm:pt>
  </dgm:ptLst>
  <dgm:cxnLst>
    <dgm:cxn modelId="{8F81EC2B-EA10-49E3-A05F-1430EC6B34B9}" srcId="{62C0714C-21A6-4155-93EB-BB4617BDA3EE}" destId="{40DEF7B1-7626-444B-BC8F-96AAF3302A44}" srcOrd="0" destOrd="0" parTransId="{C8535DDB-0913-480C-90B7-9BC50A532AC4}" sibTransId="{52BF1B0F-8703-452E-9D47-5DE2E32F6081}"/>
    <dgm:cxn modelId="{95D12E43-4B06-47DD-912D-6B98487A10C1}" type="presOf" srcId="{762B03BE-3907-40E4-A3F1-9386574A9E2C}" destId="{852A95C5-BDDE-4D4E-8B77-9DA78A174E8F}" srcOrd="0" destOrd="0" presId="urn:microsoft.com/office/officeart/2005/8/layout/matrix3"/>
    <dgm:cxn modelId="{D591AC4C-391C-4C0A-B4B7-CC6B49074454}" srcId="{62C0714C-21A6-4155-93EB-BB4617BDA3EE}" destId="{0C2BA7C1-D4B6-483E-A91B-8FF15D5796C5}" srcOrd="1" destOrd="0" parTransId="{FC32E4A1-CDAD-402E-84AA-72F211AF8A2A}" sibTransId="{FCBA5759-A4F0-427A-B021-A050A2CF5796}"/>
    <dgm:cxn modelId="{25B2F75A-55D2-4B63-BDE4-44FC98AF4748}" type="presOf" srcId="{40DEF7B1-7626-444B-BC8F-96AAF3302A44}" destId="{C318F510-7391-4636-BB14-94C6D894F99F}" srcOrd="0" destOrd="0" presId="urn:microsoft.com/office/officeart/2005/8/layout/matrix3"/>
    <dgm:cxn modelId="{7214F58B-663E-4EDD-8331-43F7D17E815D}" srcId="{62C0714C-21A6-4155-93EB-BB4617BDA3EE}" destId="{762B03BE-3907-40E4-A3F1-9386574A9E2C}" srcOrd="2" destOrd="0" parTransId="{60551C93-AB06-4D96-A54A-F9ED5DCAFE95}" sibTransId="{393E618D-216F-4717-8F2D-6789A4D18D0C}"/>
    <dgm:cxn modelId="{1EADCFA4-8A66-466B-AA12-E21D2FD447D8}" type="presOf" srcId="{35F94758-09D8-4CD6-BF9C-0942C050BD16}" destId="{7839FDCB-3502-4381-AF5F-67099575CF73}" srcOrd="0" destOrd="0" presId="urn:microsoft.com/office/officeart/2005/8/layout/matrix3"/>
    <dgm:cxn modelId="{1FF51ECE-5F4E-4C8E-960E-8AE31CD5F6AC}" type="presOf" srcId="{62C0714C-21A6-4155-93EB-BB4617BDA3EE}" destId="{3CB11BB9-B7FD-4196-ABAF-D52DDA8A1305}" srcOrd="0" destOrd="0" presId="urn:microsoft.com/office/officeart/2005/8/layout/matrix3"/>
    <dgm:cxn modelId="{5FFD6DDE-51F2-4C6D-B3E6-294CF33B8381}" type="presOf" srcId="{0C2BA7C1-D4B6-483E-A91B-8FF15D5796C5}" destId="{BC77C335-F64F-4847-968B-DE4185DCAD39}" srcOrd="0" destOrd="0" presId="urn:microsoft.com/office/officeart/2005/8/layout/matrix3"/>
    <dgm:cxn modelId="{FB0111E4-32EB-432F-B083-BCF271B29587}" srcId="{62C0714C-21A6-4155-93EB-BB4617BDA3EE}" destId="{35F94758-09D8-4CD6-BF9C-0942C050BD16}" srcOrd="3" destOrd="0" parTransId="{B2DABACD-20FB-454B-ABD4-0283DD9AFD48}" sibTransId="{AE44723D-C549-4ACE-8E81-E0573C285AA4}"/>
    <dgm:cxn modelId="{06F8FDC1-7B87-4988-ADAC-39C2266E0434}" type="presParOf" srcId="{3CB11BB9-B7FD-4196-ABAF-D52DDA8A1305}" destId="{79FEA5FE-1DDF-40E2-8F46-1E2318EB52C5}" srcOrd="0" destOrd="0" presId="urn:microsoft.com/office/officeart/2005/8/layout/matrix3"/>
    <dgm:cxn modelId="{33946882-5BC8-4D6C-9007-A7599AFA1053}" type="presParOf" srcId="{3CB11BB9-B7FD-4196-ABAF-D52DDA8A1305}" destId="{C318F510-7391-4636-BB14-94C6D894F99F}" srcOrd="1" destOrd="0" presId="urn:microsoft.com/office/officeart/2005/8/layout/matrix3"/>
    <dgm:cxn modelId="{A659A7E1-676A-47D8-861F-7C38D8F03672}" type="presParOf" srcId="{3CB11BB9-B7FD-4196-ABAF-D52DDA8A1305}" destId="{BC77C335-F64F-4847-968B-DE4185DCAD39}" srcOrd="2" destOrd="0" presId="urn:microsoft.com/office/officeart/2005/8/layout/matrix3"/>
    <dgm:cxn modelId="{2A79E108-B003-4E73-A18F-8EC48EA9D28C}" type="presParOf" srcId="{3CB11BB9-B7FD-4196-ABAF-D52DDA8A1305}" destId="{852A95C5-BDDE-4D4E-8B77-9DA78A174E8F}" srcOrd="3" destOrd="0" presId="urn:microsoft.com/office/officeart/2005/8/layout/matrix3"/>
    <dgm:cxn modelId="{C2109A9D-1FA9-490A-B736-D39AD3865361}" type="presParOf" srcId="{3CB11BB9-B7FD-4196-ABAF-D52DDA8A1305}" destId="{7839FDCB-3502-4381-AF5F-67099575CF7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9FE5CABB-D77F-4B53-BAB8-4CA78FE592C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7E5E01A-F6F3-4958-9CB4-01D26440FEBA}">
      <dgm:prSet/>
      <dgm:spPr/>
      <dgm:t>
        <a:bodyPr/>
        <a:lstStyle/>
        <a:p>
          <a:r>
            <a:rPr lang="uk-UA" b="0" i="0"/>
            <a:t>укладення Брестського договору між УНР і країнами Четверного союзу</a:t>
          </a:r>
          <a:endParaRPr lang="uk-UA"/>
        </a:p>
      </dgm:t>
    </dgm:pt>
    <dgm:pt modelId="{335C997E-3F70-4F70-AA64-7E352A9CEC9C}" type="parTrans" cxnId="{A7ED5182-C9D8-4B91-A6B9-4D33986E5C25}">
      <dgm:prSet/>
      <dgm:spPr/>
      <dgm:t>
        <a:bodyPr/>
        <a:lstStyle/>
        <a:p>
          <a:endParaRPr lang="uk-UA"/>
        </a:p>
      </dgm:t>
    </dgm:pt>
    <dgm:pt modelId="{B8FC8635-061C-43CB-AC0B-D3F3322276F1}" type="sibTrans" cxnId="{A7ED5182-C9D8-4B91-A6B9-4D33986E5C25}">
      <dgm:prSet/>
      <dgm:spPr/>
      <dgm:t>
        <a:bodyPr/>
        <a:lstStyle/>
        <a:p>
          <a:endParaRPr lang="uk-UA"/>
        </a:p>
      </dgm:t>
    </dgm:pt>
    <dgm:pt modelId="{CFCFA2F7-1CAE-4B63-953B-051FC4FEAC5A}">
      <dgm:prSet/>
      <dgm:spPr/>
      <dgm:t>
        <a:bodyPr/>
        <a:lstStyle/>
        <a:p>
          <a:r>
            <a:rPr lang="uk-UA" b="0" i="0"/>
            <a:t>підписання попереднього договору між Українською Державою та РСФРР</a:t>
          </a:r>
          <a:endParaRPr lang="uk-UA"/>
        </a:p>
      </dgm:t>
    </dgm:pt>
    <dgm:pt modelId="{2F6AC260-9A1A-4572-BF34-07BC532DC6C4}" type="parTrans" cxnId="{1C1725DE-3A82-4BB3-A32D-FDB728D5F59C}">
      <dgm:prSet/>
      <dgm:spPr/>
      <dgm:t>
        <a:bodyPr/>
        <a:lstStyle/>
        <a:p>
          <a:endParaRPr lang="uk-UA"/>
        </a:p>
      </dgm:t>
    </dgm:pt>
    <dgm:pt modelId="{DE959B48-AB6D-4B7B-B441-5869DA2637FC}" type="sibTrans" cxnId="{1C1725DE-3A82-4BB3-A32D-FDB728D5F59C}">
      <dgm:prSet/>
      <dgm:spPr/>
      <dgm:t>
        <a:bodyPr/>
        <a:lstStyle/>
        <a:p>
          <a:endParaRPr lang="uk-UA"/>
        </a:p>
      </dgm:t>
    </dgm:pt>
    <dgm:pt modelId="{DEA6F3E7-BD5E-48A8-B784-9FE0024EACD4}">
      <dgm:prSet/>
      <dgm:spPr/>
      <dgm:t>
        <a:bodyPr/>
        <a:lstStyle/>
        <a:p>
          <a:r>
            <a:rPr lang="uk-UA" b="0" i="0"/>
            <a:t>укладення Сен-Жерменського договору між країнами Антанти та Австрією</a:t>
          </a:r>
          <a:endParaRPr lang="uk-UA"/>
        </a:p>
      </dgm:t>
    </dgm:pt>
    <dgm:pt modelId="{E66F9570-D41E-4188-BB16-60807D1EB1CB}" type="parTrans" cxnId="{42AFCE5B-934E-4D9D-B514-B93BA99BB194}">
      <dgm:prSet/>
      <dgm:spPr/>
      <dgm:t>
        <a:bodyPr/>
        <a:lstStyle/>
        <a:p>
          <a:endParaRPr lang="uk-UA"/>
        </a:p>
      </dgm:t>
    </dgm:pt>
    <dgm:pt modelId="{CC16D7ED-5566-47C8-872C-2D01F666390F}" type="sibTrans" cxnId="{42AFCE5B-934E-4D9D-B514-B93BA99BB194}">
      <dgm:prSet/>
      <dgm:spPr/>
      <dgm:t>
        <a:bodyPr/>
        <a:lstStyle/>
        <a:p>
          <a:endParaRPr lang="uk-UA"/>
        </a:p>
      </dgm:t>
    </dgm:pt>
    <dgm:pt modelId="{A8B77F87-5B93-4554-B15E-53E14B49E110}">
      <dgm:prSet/>
      <dgm:spPr/>
      <dgm:t>
        <a:bodyPr/>
        <a:lstStyle/>
        <a:p>
          <a:r>
            <a:rPr lang="uk-UA" b="0" i="0"/>
            <a:t>підписання Ризького договору між РСФРР і УСРР та Польщею</a:t>
          </a:r>
          <a:endParaRPr lang="uk-UA"/>
        </a:p>
      </dgm:t>
    </dgm:pt>
    <dgm:pt modelId="{8F999ED8-7A37-4768-A8AA-AD09C22A3786}" type="parTrans" cxnId="{9FAB111A-1C12-4A35-8D2C-4F636C5E167C}">
      <dgm:prSet/>
      <dgm:spPr/>
      <dgm:t>
        <a:bodyPr/>
        <a:lstStyle/>
        <a:p>
          <a:endParaRPr lang="uk-UA"/>
        </a:p>
      </dgm:t>
    </dgm:pt>
    <dgm:pt modelId="{5E68EEAD-2A6F-412F-B1AB-2C28C18DE04A}" type="sibTrans" cxnId="{9FAB111A-1C12-4A35-8D2C-4F636C5E167C}">
      <dgm:prSet/>
      <dgm:spPr/>
      <dgm:t>
        <a:bodyPr/>
        <a:lstStyle/>
        <a:p>
          <a:endParaRPr lang="uk-UA"/>
        </a:p>
      </dgm:t>
    </dgm:pt>
    <dgm:pt modelId="{CB659444-8C49-4DAC-B4E5-241E34204F32}" type="pres">
      <dgm:prSet presAssocID="{9FE5CABB-D77F-4B53-BAB8-4CA78FE592CA}" presName="linear" presStyleCnt="0">
        <dgm:presLayoutVars>
          <dgm:animLvl val="lvl"/>
          <dgm:resizeHandles val="exact"/>
        </dgm:presLayoutVars>
      </dgm:prSet>
      <dgm:spPr/>
    </dgm:pt>
    <dgm:pt modelId="{E9BF9C14-C0D1-44B8-8868-762F5A34113B}" type="pres">
      <dgm:prSet presAssocID="{17E5E01A-F6F3-4958-9CB4-01D26440FEBA}" presName="parentText" presStyleLbl="node1" presStyleIdx="0" presStyleCnt="4">
        <dgm:presLayoutVars>
          <dgm:chMax val="0"/>
          <dgm:bulletEnabled val="1"/>
        </dgm:presLayoutVars>
      </dgm:prSet>
      <dgm:spPr/>
    </dgm:pt>
    <dgm:pt modelId="{62004D8D-7257-4A10-9AF2-7C19D69875E1}" type="pres">
      <dgm:prSet presAssocID="{B8FC8635-061C-43CB-AC0B-D3F3322276F1}" presName="spacer" presStyleCnt="0"/>
      <dgm:spPr/>
    </dgm:pt>
    <dgm:pt modelId="{9DD39C79-D795-4281-B453-F0E729C37680}" type="pres">
      <dgm:prSet presAssocID="{CFCFA2F7-1CAE-4B63-953B-051FC4FEAC5A}" presName="parentText" presStyleLbl="node1" presStyleIdx="1" presStyleCnt="4">
        <dgm:presLayoutVars>
          <dgm:chMax val="0"/>
          <dgm:bulletEnabled val="1"/>
        </dgm:presLayoutVars>
      </dgm:prSet>
      <dgm:spPr/>
    </dgm:pt>
    <dgm:pt modelId="{A33AFD01-1852-40F8-96F6-D482EB2C902D}" type="pres">
      <dgm:prSet presAssocID="{DE959B48-AB6D-4B7B-B441-5869DA2637FC}" presName="spacer" presStyleCnt="0"/>
      <dgm:spPr/>
    </dgm:pt>
    <dgm:pt modelId="{827462B8-38B1-4902-8FDE-EC1A85876060}" type="pres">
      <dgm:prSet presAssocID="{DEA6F3E7-BD5E-48A8-B784-9FE0024EACD4}" presName="parentText" presStyleLbl="node1" presStyleIdx="2" presStyleCnt="4">
        <dgm:presLayoutVars>
          <dgm:chMax val="0"/>
          <dgm:bulletEnabled val="1"/>
        </dgm:presLayoutVars>
      </dgm:prSet>
      <dgm:spPr/>
    </dgm:pt>
    <dgm:pt modelId="{4559ADAA-16AE-4D06-B51E-5E720697B54F}" type="pres">
      <dgm:prSet presAssocID="{CC16D7ED-5566-47C8-872C-2D01F666390F}" presName="spacer" presStyleCnt="0"/>
      <dgm:spPr/>
    </dgm:pt>
    <dgm:pt modelId="{49DBED59-2577-45C3-B085-2C7E1F4D0A28}" type="pres">
      <dgm:prSet presAssocID="{A8B77F87-5B93-4554-B15E-53E14B49E110}" presName="parentText" presStyleLbl="node1" presStyleIdx="3" presStyleCnt="4">
        <dgm:presLayoutVars>
          <dgm:chMax val="0"/>
          <dgm:bulletEnabled val="1"/>
        </dgm:presLayoutVars>
      </dgm:prSet>
      <dgm:spPr/>
    </dgm:pt>
  </dgm:ptLst>
  <dgm:cxnLst>
    <dgm:cxn modelId="{9FAB111A-1C12-4A35-8D2C-4F636C5E167C}" srcId="{9FE5CABB-D77F-4B53-BAB8-4CA78FE592CA}" destId="{A8B77F87-5B93-4554-B15E-53E14B49E110}" srcOrd="3" destOrd="0" parTransId="{8F999ED8-7A37-4768-A8AA-AD09C22A3786}" sibTransId="{5E68EEAD-2A6F-412F-B1AB-2C28C18DE04A}"/>
    <dgm:cxn modelId="{5C46093A-0F67-47E9-BE40-A0320956CEDD}" type="presOf" srcId="{CFCFA2F7-1CAE-4B63-953B-051FC4FEAC5A}" destId="{9DD39C79-D795-4281-B453-F0E729C37680}" srcOrd="0" destOrd="0" presId="urn:microsoft.com/office/officeart/2005/8/layout/vList2"/>
    <dgm:cxn modelId="{E54E0C3E-896D-4718-BC67-DCA5C3C65B08}" type="presOf" srcId="{A8B77F87-5B93-4554-B15E-53E14B49E110}" destId="{49DBED59-2577-45C3-B085-2C7E1F4D0A28}" srcOrd="0" destOrd="0" presId="urn:microsoft.com/office/officeart/2005/8/layout/vList2"/>
    <dgm:cxn modelId="{42AFCE5B-934E-4D9D-B514-B93BA99BB194}" srcId="{9FE5CABB-D77F-4B53-BAB8-4CA78FE592CA}" destId="{DEA6F3E7-BD5E-48A8-B784-9FE0024EACD4}" srcOrd="2" destOrd="0" parTransId="{E66F9570-D41E-4188-BB16-60807D1EB1CB}" sibTransId="{CC16D7ED-5566-47C8-872C-2D01F666390F}"/>
    <dgm:cxn modelId="{A7ED5182-C9D8-4B91-A6B9-4D33986E5C25}" srcId="{9FE5CABB-D77F-4B53-BAB8-4CA78FE592CA}" destId="{17E5E01A-F6F3-4958-9CB4-01D26440FEBA}" srcOrd="0" destOrd="0" parTransId="{335C997E-3F70-4F70-AA64-7E352A9CEC9C}" sibTransId="{B8FC8635-061C-43CB-AC0B-D3F3322276F1}"/>
    <dgm:cxn modelId="{404EC29D-2D81-428C-8571-5F6BF0281687}" type="presOf" srcId="{17E5E01A-F6F3-4958-9CB4-01D26440FEBA}" destId="{E9BF9C14-C0D1-44B8-8868-762F5A34113B}" srcOrd="0" destOrd="0" presId="urn:microsoft.com/office/officeart/2005/8/layout/vList2"/>
    <dgm:cxn modelId="{8EBDD5AB-D2A6-4B99-A5C4-109DDD9EC8CF}" type="presOf" srcId="{DEA6F3E7-BD5E-48A8-B784-9FE0024EACD4}" destId="{827462B8-38B1-4902-8FDE-EC1A85876060}" srcOrd="0" destOrd="0" presId="urn:microsoft.com/office/officeart/2005/8/layout/vList2"/>
    <dgm:cxn modelId="{26A470AE-9E28-4AA0-8F0E-7CC0E76050FB}" type="presOf" srcId="{9FE5CABB-D77F-4B53-BAB8-4CA78FE592CA}" destId="{CB659444-8C49-4DAC-B4E5-241E34204F32}" srcOrd="0" destOrd="0" presId="urn:microsoft.com/office/officeart/2005/8/layout/vList2"/>
    <dgm:cxn modelId="{1C1725DE-3A82-4BB3-A32D-FDB728D5F59C}" srcId="{9FE5CABB-D77F-4B53-BAB8-4CA78FE592CA}" destId="{CFCFA2F7-1CAE-4B63-953B-051FC4FEAC5A}" srcOrd="1" destOrd="0" parTransId="{2F6AC260-9A1A-4572-BF34-07BC532DC6C4}" sibTransId="{DE959B48-AB6D-4B7B-B441-5869DA2637FC}"/>
    <dgm:cxn modelId="{FA464D5C-A499-46BC-9929-FB6DCD8DB941}" type="presParOf" srcId="{CB659444-8C49-4DAC-B4E5-241E34204F32}" destId="{E9BF9C14-C0D1-44B8-8868-762F5A34113B}" srcOrd="0" destOrd="0" presId="urn:microsoft.com/office/officeart/2005/8/layout/vList2"/>
    <dgm:cxn modelId="{281850F9-944F-4BB0-9BBA-B759ECFC089E}" type="presParOf" srcId="{CB659444-8C49-4DAC-B4E5-241E34204F32}" destId="{62004D8D-7257-4A10-9AF2-7C19D69875E1}" srcOrd="1" destOrd="0" presId="urn:microsoft.com/office/officeart/2005/8/layout/vList2"/>
    <dgm:cxn modelId="{B83D5622-5710-40A5-8A5C-1861FDD0F673}" type="presParOf" srcId="{CB659444-8C49-4DAC-B4E5-241E34204F32}" destId="{9DD39C79-D795-4281-B453-F0E729C37680}" srcOrd="2" destOrd="0" presId="urn:microsoft.com/office/officeart/2005/8/layout/vList2"/>
    <dgm:cxn modelId="{A5BE9BD7-F041-45CF-A298-BF4867E0766B}" type="presParOf" srcId="{CB659444-8C49-4DAC-B4E5-241E34204F32}" destId="{A33AFD01-1852-40F8-96F6-D482EB2C902D}" srcOrd="3" destOrd="0" presId="urn:microsoft.com/office/officeart/2005/8/layout/vList2"/>
    <dgm:cxn modelId="{7057AF9A-7B33-42C2-B49C-AB240952C1B0}" type="presParOf" srcId="{CB659444-8C49-4DAC-B4E5-241E34204F32}" destId="{827462B8-38B1-4902-8FDE-EC1A85876060}" srcOrd="4" destOrd="0" presId="urn:microsoft.com/office/officeart/2005/8/layout/vList2"/>
    <dgm:cxn modelId="{0A3E90B3-B184-425C-B638-2EE64E6D7DE0}" type="presParOf" srcId="{CB659444-8C49-4DAC-B4E5-241E34204F32}" destId="{4559ADAA-16AE-4D06-B51E-5E720697B54F}" srcOrd="5" destOrd="0" presId="urn:microsoft.com/office/officeart/2005/8/layout/vList2"/>
    <dgm:cxn modelId="{3997C515-4B38-4D51-BC19-510DE3E3FBB3}" type="presParOf" srcId="{CB659444-8C49-4DAC-B4E5-241E34204F32}" destId="{49DBED59-2577-45C3-B085-2C7E1F4D0A2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7F759017-5F76-4BAF-AFB6-E4C0FFECEAD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9CA8EF68-1152-422E-B0E1-597FB2172604}">
      <dgm:prSet/>
      <dgm:spPr/>
      <dgm:t>
        <a:bodyPr/>
        <a:lstStyle/>
        <a:p>
          <a:r>
            <a:rPr lang="uk-UA" b="0" i="0"/>
            <a:t>1917 р.</a:t>
          </a:r>
          <a:endParaRPr lang="uk-UA"/>
        </a:p>
      </dgm:t>
    </dgm:pt>
    <dgm:pt modelId="{F97EC6CB-45FA-4F16-BFEA-8D85C458F87E}" type="parTrans" cxnId="{F3DEF66B-C45F-4489-BDD3-585EF7DB0C45}">
      <dgm:prSet/>
      <dgm:spPr/>
      <dgm:t>
        <a:bodyPr/>
        <a:lstStyle/>
        <a:p>
          <a:endParaRPr lang="uk-UA"/>
        </a:p>
      </dgm:t>
    </dgm:pt>
    <dgm:pt modelId="{B3730054-DEED-4A0A-8022-BF64CAA91261}" type="sibTrans" cxnId="{F3DEF66B-C45F-4489-BDD3-585EF7DB0C45}">
      <dgm:prSet/>
      <dgm:spPr/>
      <dgm:t>
        <a:bodyPr/>
        <a:lstStyle/>
        <a:p>
          <a:endParaRPr lang="uk-UA"/>
        </a:p>
      </dgm:t>
    </dgm:pt>
    <dgm:pt modelId="{4CD2A8A7-EAA8-4845-9909-5E72D0430C39}">
      <dgm:prSet/>
      <dgm:spPr/>
      <dgm:t>
        <a:bodyPr/>
        <a:lstStyle/>
        <a:p>
          <a:r>
            <a:rPr lang="uk-UA" b="0" i="0"/>
            <a:t>1918 р.</a:t>
          </a:r>
          <a:endParaRPr lang="uk-UA"/>
        </a:p>
      </dgm:t>
    </dgm:pt>
    <dgm:pt modelId="{598A02A7-47FD-44AD-95C8-30EC685CDA35}" type="parTrans" cxnId="{19E1599F-003C-44D6-9515-19818F2FB83A}">
      <dgm:prSet/>
      <dgm:spPr/>
      <dgm:t>
        <a:bodyPr/>
        <a:lstStyle/>
        <a:p>
          <a:endParaRPr lang="uk-UA"/>
        </a:p>
      </dgm:t>
    </dgm:pt>
    <dgm:pt modelId="{62E16814-FC1A-4785-88E3-1513CFD9814A}" type="sibTrans" cxnId="{19E1599F-003C-44D6-9515-19818F2FB83A}">
      <dgm:prSet/>
      <dgm:spPr/>
      <dgm:t>
        <a:bodyPr/>
        <a:lstStyle/>
        <a:p>
          <a:endParaRPr lang="uk-UA"/>
        </a:p>
      </dgm:t>
    </dgm:pt>
    <dgm:pt modelId="{408807F8-E130-44C2-AD35-80611D3D367A}">
      <dgm:prSet/>
      <dgm:spPr/>
      <dgm:t>
        <a:bodyPr/>
        <a:lstStyle/>
        <a:p>
          <a:r>
            <a:rPr lang="uk-UA" b="0" i="0"/>
            <a:t>1919 р.</a:t>
          </a:r>
          <a:endParaRPr lang="uk-UA"/>
        </a:p>
      </dgm:t>
    </dgm:pt>
    <dgm:pt modelId="{A55B879B-AEF9-4C7B-A10A-D0189AD4F8AD}" type="parTrans" cxnId="{7B8F66C7-6AFB-410D-846A-E732E75408BA}">
      <dgm:prSet/>
      <dgm:spPr/>
      <dgm:t>
        <a:bodyPr/>
        <a:lstStyle/>
        <a:p>
          <a:endParaRPr lang="uk-UA"/>
        </a:p>
      </dgm:t>
    </dgm:pt>
    <dgm:pt modelId="{CD3F45BD-82A7-40EC-B58C-2664295520BA}" type="sibTrans" cxnId="{7B8F66C7-6AFB-410D-846A-E732E75408BA}">
      <dgm:prSet/>
      <dgm:spPr/>
      <dgm:t>
        <a:bodyPr/>
        <a:lstStyle/>
        <a:p>
          <a:endParaRPr lang="uk-UA"/>
        </a:p>
      </dgm:t>
    </dgm:pt>
    <dgm:pt modelId="{4B37235A-B115-436F-9277-337E584C9337}">
      <dgm:prSet/>
      <dgm:spPr/>
      <dgm:t>
        <a:bodyPr/>
        <a:lstStyle/>
        <a:p>
          <a:r>
            <a:rPr lang="uk-UA" b="0" i="0"/>
            <a:t>1920 р.</a:t>
          </a:r>
          <a:endParaRPr lang="uk-UA"/>
        </a:p>
      </dgm:t>
    </dgm:pt>
    <dgm:pt modelId="{8B6FC1B0-E0C4-4DD4-A06F-DF2DD0D6FDB9}" type="parTrans" cxnId="{563AC9F0-7E73-4952-B379-E0FB766B90E3}">
      <dgm:prSet/>
      <dgm:spPr/>
      <dgm:t>
        <a:bodyPr/>
        <a:lstStyle/>
        <a:p>
          <a:endParaRPr lang="uk-UA"/>
        </a:p>
      </dgm:t>
    </dgm:pt>
    <dgm:pt modelId="{0CEDF8B5-86AB-4461-9320-9FC4041640E2}" type="sibTrans" cxnId="{563AC9F0-7E73-4952-B379-E0FB766B90E3}">
      <dgm:prSet/>
      <dgm:spPr/>
      <dgm:t>
        <a:bodyPr/>
        <a:lstStyle/>
        <a:p>
          <a:endParaRPr lang="uk-UA"/>
        </a:p>
      </dgm:t>
    </dgm:pt>
    <dgm:pt modelId="{2E9A49BB-E8F9-46CD-B22E-1DD5A8944C97}" type="pres">
      <dgm:prSet presAssocID="{7F759017-5F76-4BAF-AFB6-E4C0FFECEAD6}" presName="linearFlow" presStyleCnt="0">
        <dgm:presLayoutVars>
          <dgm:dir/>
          <dgm:resizeHandles val="exact"/>
        </dgm:presLayoutVars>
      </dgm:prSet>
      <dgm:spPr/>
    </dgm:pt>
    <dgm:pt modelId="{AE0FA097-687C-4978-833D-AD9CDAC527B2}" type="pres">
      <dgm:prSet presAssocID="{9CA8EF68-1152-422E-B0E1-597FB2172604}" presName="composite" presStyleCnt="0"/>
      <dgm:spPr/>
    </dgm:pt>
    <dgm:pt modelId="{A6A8899D-2FF2-4F8F-BEFC-0579D686C433}" type="pres">
      <dgm:prSet presAssocID="{9CA8EF68-1152-422E-B0E1-597FB2172604}" presName="imgShp" presStyleLbl="fgImgPlace1" presStyleIdx="0" presStyleCnt="4"/>
      <dgm:spPr/>
    </dgm:pt>
    <dgm:pt modelId="{F81AC7FB-9428-4C16-B7FC-D1D80CAA27CD}" type="pres">
      <dgm:prSet presAssocID="{9CA8EF68-1152-422E-B0E1-597FB2172604}" presName="txShp" presStyleLbl="node1" presStyleIdx="0" presStyleCnt="4">
        <dgm:presLayoutVars>
          <dgm:bulletEnabled val="1"/>
        </dgm:presLayoutVars>
      </dgm:prSet>
      <dgm:spPr/>
    </dgm:pt>
    <dgm:pt modelId="{282D6172-1588-4EAC-BAF8-EE5FC25B83D8}" type="pres">
      <dgm:prSet presAssocID="{B3730054-DEED-4A0A-8022-BF64CAA91261}" presName="spacing" presStyleCnt="0"/>
      <dgm:spPr/>
    </dgm:pt>
    <dgm:pt modelId="{9CCFC465-05A4-4509-93DA-09348D745D5D}" type="pres">
      <dgm:prSet presAssocID="{4CD2A8A7-EAA8-4845-9909-5E72D0430C39}" presName="composite" presStyleCnt="0"/>
      <dgm:spPr/>
    </dgm:pt>
    <dgm:pt modelId="{679DDEC5-B359-44D8-8E5F-771339AC4907}" type="pres">
      <dgm:prSet presAssocID="{4CD2A8A7-EAA8-4845-9909-5E72D0430C39}" presName="imgShp" presStyleLbl="fgImgPlace1" presStyleIdx="1" presStyleCnt="4"/>
      <dgm:spPr/>
    </dgm:pt>
    <dgm:pt modelId="{7B03CC8D-2949-46BC-9471-9EFAAEA51293}" type="pres">
      <dgm:prSet presAssocID="{4CD2A8A7-EAA8-4845-9909-5E72D0430C39}" presName="txShp" presStyleLbl="node1" presStyleIdx="1" presStyleCnt="4">
        <dgm:presLayoutVars>
          <dgm:bulletEnabled val="1"/>
        </dgm:presLayoutVars>
      </dgm:prSet>
      <dgm:spPr/>
    </dgm:pt>
    <dgm:pt modelId="{69FADD63-5AA7-4FCF-9C56-65FD09216EA7}" type="pres">
      <dgm:prSet presAssocID="{62E16814-FC1A-4785-88E3-1513CFD9814A}" presName="spacing" presStyleCnt="0"/>
      <dgm:spPr/>
    </dgm:pt>
    <dgm:pt modelId="{301E73D5-0C29-41C0-81B4-A3A0AD4A2427}" type="pres">
      <dgm:prSet presAssocID="{408807F8-E130-44C2-AD35-80611D3D367A}" presName="composite" presStyleCnt="0"/>
      <dgm:spPr/>
    </dgm:pt>
    <dgm:pt modelId="{0310AA13-B5DB-4710-86B1-20317397BC80}" type="pres">
      <dgm:prSet presAssocID="{408807F8-E130-44C2-AD35-80611D3D367A}" presName="imgShp" presStyleLbl="fgImgPlace1" presStyleIdx="2" presStyleCnt="4"/>
      <dgm:spPr/>
    </dgm:pt>
    <dgm:pt modelId="{3B6AC6C5-A1A3-4044-A15D-879D866AA78F}" type="pres">
      <dgm:prSet presAssocID="{408807F8-E130-44C2-AD35-80611D3D367A}" presName="txShp" presStyleLbl="node1" presStyleIdx="2" presStyleCnt="4">
        <dgm:presLayoutVars>
          <dgm:bulletEnabled val="1"/>
        </dgm:presLayoutVars>
      </dgm:prSet>
      <dgm:spPr/>
    </dgm:pt>
    <dgm:pt modelId="{3B65F679-7091-46F5-8EBC-0F709FAC721F}" type="pres">
      <dgm:prSet presAssocID="{CD3F45BD-82A7-40EC-B58C-2664295520BA}" presName="spacing" presStyleCnt="0"/>
      <dgm:spPr/>
    </dgm:pt>
    <dgm:pt modelId="{EA335323-6B79-411B-93F8-B4D172AF1710}" type="pres">
      <dgm:prSet presAssocID="{4B37235A-B115-436F-9277-337E584C9337}" presName="composite" presStyleCnt="0"/>
      <dgm:spPr/>
    </dgm:pt>
    <dgm:pt modelId="{1F9607CF-E046-45F9-8350-AEB634C19841}" type="pres">
      <dgm:prSet presAssocID="{4B37235A-B115-436F-9277-337E584C9337}" presName="imgShp" presStyleLbl="fgImgPlace1" presStyleIdx="3" presStyleCnt="4"/>
      <dgm:spPr/>
    </dgm:pt>
    <dgm:pt modelId="{85DB6485-B868-49DE-968B-0323D1E8E68A}" type="pres">
      <dgm:prSet presAssocID="{4B37235A-B115-436F-9277-337E584C9337}" presName="txShp" presStyleLbl="node1" presStyleIdx="3" presStyleCnt="4">
        <dgm:presLayoutVars>
          <dgm:bulletEnabled val="1"/>
        </dgm:presLayoutVars>
      </dgm:prSet>
      <dgm:spPr/>
    </dgm:pt>
  </dgm:ptLst>
  <dgm:cxnLst>
    <dgm:cxn modelId="{EC780E0F-CF52-4758-9920-F3231C91CC37}" type="presOf" srcId="{408807F8-E130-44C2-AD35-80611D3D367A}" destId="{3B6AC6C5-A1A3-4044-A15D-879D866AA78F}" srcOrd="0" destOrd="0" presId="urn:microsoft.com/office/officeart/2005/8/layout/vList3"/>
    <dgm:cxn modelId="{045FCA3E-BCB4-4BE1-9BF0-2BD9D92C1064}" type="presOf" srcId="{4B37235A-B115-436F-9277-337E584C9337}" destId="{85DB6485-B868-49DE-968B-0323D1E8E68A}" srcOrd="0" destOrd="0" presId="urn:microsoft.com/office/officeart/2005/8/layout/vList3"/>
    <dgm:cxn modelId="{F3DEF66B-C45F-4489-BDD3-585EF7DB0C45}" srcId="{7F759017-5F76-4BAF-AFB6-E4C0FFECEAD6}" destId="{9CA8EF68-1152-422E-B0E1-597FB2172604}" srcOrd="0" destOrd="0" parTransId="{F97EC6CB-45FA-4F16-BFEA-8D85C458F87E}" sibTransId="{B3730054-DEED-4A0A-8022-BF64CAA91261}"/>
    <dgm:cxn modelId="{523A3059-B956-4488-A29A-89CA3A267514}" type="presOf" srcId="{4CD2A8A7-EAA8-4845-9909-5E72D0430C39}" destId="{7B03CC8D-2949-46BC-9471-9EFAAEA51293}" srcOrd="0" destOrd="0" presId="urn:microsoft.com/office/officeart/2005/8/layout/vList3"/>
    <dgm:cxn modelId="{D665A679-AB59-4CDA-BD63-5068678C009B}" type="presOf" srcId="{7F759017-5F76-4BAF-AFB6-E4C0FFECEAD6}" destId="{2E9A49BB-E8F9-46CD-B22E-1DD5A8944C97}" srcOrd="0" destOrd="0" presId="urn:microsoft.com/office/officeart/2005/8/layout/vList3"/>
    <dgm:cxn modelId="{19E1599F-003C-44D6-9515-19818F2FB83A}" srcId="{7F759017-5F76-4BAF-AFB6-E4C0FFECEAD6}" destId="{4CD2A8A7-EAA8-4845-9909-5E72D0430C39}" srcOrd="1" destOrd="0" parTransId="{598A02A7-47FD-44AD-95C8-30EC685CDA35}" sibTransId="{62E16814-FC1A-4785-88E3-1513CFD9814A}"/>
    <dgm:cxn modelId="{E8ECBEB2-F127-4261-A8CA-3EBD23693AFA}" type="presOf" srcId="{9CA8EF68-1152-422E-B0E1-597FB2172604}" destId="{F81AC7FB-9428-4C16-B7FC-D1D80CAA27CD}" srcOrd="0" destOrd="0" presId="urn:microsoft.com/office/officeart/2005/8/layout/vList3"/>
    <dgm:cxn modelId="{7B8F66C7-6AFB-410D-846A-E732E75408BA}" srcId="{7F759017-5F76-4BAF-AFB6-E4C0FFECEAD6}" destId="{408807F8-E130-44C2-AD35-80611D3D367A}" srcOrd="2" destOrd="0" parTransId="{A55B879B-AEF9-4C7B-A10A-D0189AD4F8AD}" sibTransId="{CD3F45BD-82A7-40EC-B58C-2664295520BA}"/>
    <dgm:cxn modelId="{563AC9F0-7E73-4952-B379-E0FB766B90E3}" srcId="{7F759017-5F76-4BAF-AFB6-E4C0FFECEAD6}" destId="{4B37235A-B115-436F-9277-337E584C9337}" srcOrd="3" destOrd="0" parTransId="{8B6FC1B0-E0C4-4DD4-A06F-DF2DD0D6FDB9}" sibTransId="{0CEDF8B5-86AB-4461-9320-9FC4041640E2}"/>
    <dgm:cxn modelId="{BF2137CD-0240-4627-8552-29A00F190673}" type="presParOf" srcId="{2E9A49BB-E8F9-46CD-B22E-1DD5A8944C97}" destId="{AE0FA097-687C-4978-833D-AD9CDAC527B2}" srcOrd="0" destOrd="0" presId="urn:microsoft.com/office/officeart/2005/8/layout/vList3"/>
    <dgm:cxn modelId="{BCCC579F-44ED-4DC0-B0B1-3DAB27BCA566}" type="presParOf" srcId="{AE0FA097-687C-4978-833D-AD9CDAC527B2}" destId="{A6A8899D-2FF2-4F8F-BEFC-0579D686C433}" srcOrd="0" destOrd="0" presId="urn:microsoft.com/office/officeart/2005/8/layout/vList3"/>
    <dgm:cxn modelId="{02680846-8076-4470-8CBF-24A86F36135D}" type="presParOf" srcId="{AE0FA097-687C-4978-833D-AD9CDAC527B2}" destId="{F81AC7FB-9428-4C16-B7FC-D1D80CAA27CD}" srcOrd="1" destOrd="0" presId="urn:microsoft.com/office/officeart/2005/8/layout/vList3"/>
    <dgm:cxn modelId="{4844EE49-76B5-4F31-A804-9DD3CEC853F8}" type="presParOf" srcId="{2E9A49BB-E8F9-46CD-B22E-1DD5A8944C97}" destId="{282D6172-1588-4EAC-BAF8-EE5FC25B83D8}" srcOrd="1" destOrd="0" presId="urn:microsoft.com/office/officeart/2005/8/layout/vList3"/>
    <dgm:cxn modelId="{1BA7C08E-E5F1-47D1-819E-EF113DD58BC2}" type="presParOf" srcId="{2E9A49BB-E8F9-46CD-B22E-1DD5A8944C97}" destId="{9CCFC465-05A4-4509-93DA-09348D745D5D}" srcOrd="2" destOrd="0" presId="urn:microsoft.com/office/officeart/2005/8/layout/vList3"/>
    <dgm:cxn modelId="{2B61BBE3-42D5-43CB-9AD3-8A424CF0D725}" type="presParOf" srcId="{9CCFC465-05A4-4509-93DA-09348D745D5D}" destId="{679DDEC5-B359-44D8-8E5F-771339AC4907}" srcOrd="0" destOrd="0" presId="urn:microsoft.com/office/officeart/2005/8/layout/vList3"/>
    <dgm:cxn modelId="{B8E30A33-6948-4847-932E-F158A04F8E4C}" type="presParOf" srcId="{9CCFC465-05A4-4509-93DA-09348D745D5D}" destId="{7B03CC8D-2949-46BC-9471-9EFAAEA51293}" srcOrd="1" destOrd="0" presId="urn:microsoft.com/office/officeart/2005/8/layout/vList3"/>
    <dgm:cxn modelId="{093803F8-6DD4-42A6-8D5A-173341AA95CE}" type="presParOf" srcId="{2E9A49BB-E8F9-46CD-B22E-1DD5A8944C97}" destId="{69FADD63-5AA7-4FCF-9C56-65FD09216EA7}" srcOrd="3" destOrd="0" presId="urn:microsoft.com/office/officeart/2005/8/layout/vList3"/>
    <dgm:cxn modelId="{FD84D277-D49C-44E8-A85A-E12B354F5603}" type="presParOf" srcId="{2E9A49BB-E8F9-46CD-B22E-1DD5A8944C97}" destId="{301E73D5-0C29-41C0-81B4-A3A0AD4A2427}" srcOrd="4" destOrd="0" presId="urn:microsoft.com/office/officeart/2005/8/layout/vList3"/>
    <dgm:cxn modelId="{2B29E326-DBBB-4FAE-8C97-1ECB04637A13}" type="presParOf" srcId="{301E73D5-0C29-41C0-81B4-A3A0AD4A2427}" destId="{0310AA13-B5DB-4710-86B1-20317397BC80}" srcOrd="0" destOrd="0" presId="urn:microsoft.com/office/officeart/2005/8/layout/vList3"/>
    <dgm:cxn modelId="{B3084CB5-48D1-40CD-AEF7-C7326AFF78FD}" type="presParOf" srcId="{301E73D5-0C29-41C0-81B4-A3A0AD4A2427}" destId="{3B6AC6C5-A1A3-4044-A15D-879D866AA78F}" srcOrd="1" destOrd="0" presId="urn:microsoft.com/office/officeart/2005/8/layout/vList3"/>
    <dgm:cxn modelId="{58065D60-0EAC-40D6-8F15-6761FF6810E2}" type="presParOf" srcId="{2E9A49BB-E8F9-46CD-B22E-1DD5A8944C97}" destId="{3B65F679-7091-46F5-8EBC-0F709FAC721F}" srcOrd="5" destOrd="0" presId="urn:microsoft.com/office/officeart/2005/8/layout/vList3"/>
    <dgm:cxn modelId="{4780299E-5CBA-46BC-A6C2-56B19920B1D2}" type="presParOf" srcId="{2E9A49BB-E8F9-46CD-B22E-1DD5A8944C97}" destId="{EA335323-6B79-411B-93F8-B4D172AF1710}" srcOrd="6" destOrd="0" presId="urn:microsoft.com/office/officeart/2005/8/layout/vList3"/>
    <dgm:cxn modelId="{717809AE-4524-4007-846B-DCC2DB246687}" type="presParOf" srcId="{EA335323-6B79-411B-93F8-B4D172AF1710}" destId="{1F9607CF-E046-45F9-8350-AEB634C19841}" srcOrd="0" destOrd="0" presId="urn:microsoft.com/office/officeart/2005/8/layout/vList3"/>
    <dgm:cxn modelId="{B0EA0872-515F-4846-A41F-DE1609B26C85}" type="presParOf" srcId="{EA335323-6B79-411B-93F8-B4D172AF1710}" destId="{85DB6485-B868-49DE-968B-0323D1E8E68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0A54B3FF-08F5-426B-8E77-453AE3B72FD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FF6DAD5-41CC-4F52-9757-2DC1E4F485D8}">
      <dgm:prSet/>
      <dgm:spPr/>
      <dgm:t>
        <a:bodyPr/>
        <a:lstStyle/>
        <a:p>
          <a:r>
            <a:rPr lang="uk-UA" b="0" i="0" dirty="0"/>
            <a:t>підписання Варшавської угоди</a:t>
          </a:r>
          <a:endParaRPr lang="uk-UA" dirty="0"/>
        </a:p>
      </dgm:t>
    </dgm:pt>
    <dgm:pt modelId="{91AC4DA3-9E5A-4028-80D0-51F764AFD1CC}" type="parTrans" cxnId="{12D20394-F86C-4D1C-852E-1A13B8ED29C9}">
      <dgm:prSet/>
      <dgm:spPr/>
      <dgm:t>
        <a:bodyPr/>
        <a:lstStyle/>
        <a:p>
          <a:endParaRPr lang="uk-UA"/>
        </a:p>
      </dgm:t>
    </dgm:pt>
    <dgm:pt modelId="{D347084B-8E81-4204-9120-7FF0881410B7}" type="sibTrans" cxnId="{12D20394-F86C-4D1C-852E-1A13B8ED29C9}">
      <dgm:prSet/>
      <dgm:spPr/>
      <dgm:t>
        <a:bodyPr/>
        <a:lstStyle/>
        <a:p>
          <a:endParaRPr lang="uk-UA"/>
        </a:p>
      </dgm:t>
    </dgm:pt>
    <dgm:pt modelId="{43C86925-D822-42D6-9035-28B1F5884025}">
      <dgm:prSet/>
      <dgm:spPr/>
      <dgm:t>
        <a:bodyPr/>
        <a:lstStyle/>
        <a:p>
          <a:r>
            <a:rPr lang="uk-UA" b="0" i="0"/>
            <a:t>Другий «Зимовий похід» Армії УНР</a:t>
          </a:r>
          <a:endParaRPr lang="uk-UA"/>
        </a:p>
      </dgm:t>
    </dgm:pt>
    <dgm:pt modelId="{629F452C-7834-40D8-8BA1-61A707158656}" type="parTrans" cxnId="{A2055911-B86A-4E8A-82E1-093E460026E3}">
      <dgm:prSet/>
      <dgm:spPr/>
      <dgm:t>
        <a:bodyPr/>
        <a:lstStyle/>
        <a:p>
          <a:endParaRPr lang="uk-UA"/>
        </a:p>
      </dgm:t>
    </dgm:pt>
    <dgm:pt modelId="{689460D3-4B77-414E-9DE7-95E87FC7F0EB}" type="sibTrans" cxnId="{A2055911-B86A-4E8A-82E1-093E460026E3}">
      <dgm:prSet/>
      <dgm:spPr/>
      <dgm:t>
        <a:bodyPr/>
        <a:lstStyle/>
        <a:p>
          <a:endParaRPr lang="uk-UA"/>
        </a:p>
      </dgm:t>
    </dgm:pt>
    <dgm:pt modelId="{B0BC8E28-A076-4A6E-ACC0-0CDBDFB67014}">
      <dgm:prSet/>
      <dgm:spPr/>
      <dgm:t>
        <a:bodyPr/>
        <a:lstStyle/>
        <a:p>
          <a:r>
            <a:rPr lang="uk-UA" b="0" i="0"/>
            <a:t>заснування Української академії наук</a:t>
          </a:r>
          <a:endParaRPr lang="uk-UA"/>
        </a:p>
      </dgm:t>
    </dgm:pt>
    <dgm:pt modelId="{1971C3D5-0F06-4016-B92B-C5517055C973}" type="parTrans" cxnId="{FB77DED5-F58A-4E01-94E0-4818B0141302}">
      <dgm:prSet/>
      <dgm:spPr/>
      <dgm:t>
        <a:bodyPr/>
        <a:lstStyle/>
        <a:p>
          <a:endParaRPr lang="uk-UA"/>
        </a:p>
      </dgm:t>
    </dgm:pt>
    <dgm:pt modelId="{DC823685-8561-4F24-A668-4DC3A979C22B}" type="sibTrans" cxnId="{FB77DED5-F58A-4E01-94E0-4818B0141302}">
      <dgm:prSet/>
      <dgm:spPr/>
      <dgm:t>
        <a:bodyPr/>
        <a:lstStyle/>
        <a:p>
          <a:endParaRPr lang="uk-UA"/>
        </a:p>
      </dgm:t>
    </dgm:pt>
    <dgm:pt modelId="{6D724B78-272B-4A79-9AAC-71AA164F73F7}">
      <dgm:prSet/>
      <dgm:spPr/>
      <dgm:t>
        <a:bodyPr/>
        <a:lstStyle/>
        <a:p>
          <a:r>
            <a:rPr lang="uk-UA" b="0" i="0"/>
            <a:t>проголошення Акта Злуки УНР і ЗУНР</a:t>
          </a:r>
          <a:endParaRPr lang="uk-UA"/>
        </a:p>
      </dgm:t>
    </dgm:pt>
    <dgm:pt modelId="{281F8F61-05D2-44B2-A1CC-6EC995278A25}" type="parTrans" cxnId="{2D773DE0-88D4-457F-ABA1-9EA4C43785F7}">
      <dgm:prSet/>
      <dgm:spPr/>
      <dgm:t>
        <a:bodyPr/>
        <a:lstStyle/>
        <a:p>
          <a:endParaRPr lang="uk-UA"/>
        </a:p>
      </dgm:t>
    </dgm:pt>
    <dgm:pt modelId="{69AA4D0E-3CAD-4A92-B310-A95D59CDA66C}" type="sibTrans" cxnId="{2D773DE0-88D4-457F-ABA1-9EA4C43785F7}">
      <dgm:prSet/>
      <dgm:spPr/>
      <dgm:t>
        <a:bodyPr/>
        <a:lstStyle/>
        <a:p>
          <a:endParaRPr lang="uk-UA"/>
        </a:p>
      </dgm:t>
    </dgm:pt>
    <dgm:pt modelId="{2683348D-B1ED-4051-807D-BED43353BE10}">
      <dgm:prSet/>
      <dgm:spPr/>
      <dgm:t>
        <a:bodyPr/>
        <a:lstStyle/>
        <a:p>
          <a:r>
            <a:rPr lang="uk-UA" b="0" i="0"/>
            <a:t>початок першої війни радянської Росії з УНР</a:t>
          </a:r>
          <a:endParaRPr lang="uk-UA"/>
        </a:p>
      </dgm:t>
    </dgm:pt>
    <dgm:pt modelId="{5878815E-2620-465F-9AF5-7EB32DDA5BE3}" type="parTrans" cxnId="{631106C6-EEDE-420A-9C6D-7CC66CDE511A}">
      <dgm:prSet/>
      <dgm:spPr/>
      <dgm:t>
        <a:bodyPr/>
        <a:lstStyle/>
        <a:p>
          <a:endParaRPr lang="uk-UA"/>
        </a:p>
      </dgm:t>
    </dgm:pt>
    <dgm:pt modelId="{79C5FE2E-ED0B-456C-A0EF-2D6DFF9609EB}" type="sibTrans" cxnId="{631106C6-EEDE-420A-9C6D-7CC66CDE511A}">
      <dgm:prSet/>
      <dgm:spPr/>
      <dgm:t>
        <a:bodyPr/>
        <a:lstStyle/>
        <a:p>
          <a:endParaRPr lang="uk-UA"/>
        </a:p>
      </dgm:t>
    </dgm:pt>
    <dgm:pt modelId="{9EEB8ACF-2813-487B-BBA8-0591B880D290}" type="pres">
      <dgm:prSet presAssocID="{0A54B3FF-08F5-426B-8E77-453AE3B72FDA}" presName="linear" presStyleCnt="0">
        <dgm:presLayoutVars>
          <dgm:animLvl val="lvl"/>
          <dgm:resizeHandles val="exact"/>
        </dgm:presLayoutVars>
      </dgm:prSet>
      <dgm:spPr/>
    </dgm:pt>
    <dgm:pt modelId="{A69439C9-4C98-4C88-84F7-E5D112B05950}" type="pres">
      <dgm:prSet presAssocID="{3FF6DAD5-41CC-4F52-9757-2DC1E4F485D8}" presName="parentText" presStyleLbl="node1" presStyleIdx="0" presStyleCnt="5">
        <dgm:presLayoutVars>
          <dgm:chMax val="0"/>
          <dgm:bulletEnabled val="1"/>
        </dgm:presLayoutVars>
      </dgm:prSet>
      <dgm:spPr/>
    </dgm:pt>
    <dgm:pt modelId="{497F691E-AED8-4791-9BF4-B25701642990}" type="pres">
      <dgm:prSet presAssocID="{D347084B-8E81-4204-9120-7FF0881410B7}" presName="spacer" presStyleCnt="0"/>
      <dgm:spPr/>
    </dgm:pt>
    <dgm:pt modelId="{E1070539-EFC4-4A02-B73B-436A1C95B134}" type="pres">
      <dgm:prSet presAssocID="{43C86925-D822-42D6-9035-28B1F5884025}" presName="parentText" presStyleLbl="node1" presStyleIdx="1" presStyleCnt="5">
        <dgm:presLayoutVars>
          <dgm:chMax val="0"/>
          <dgm:bulletEnabled val="1"/>
        </dgm:presLayoutVars>
      </dgm:prSet>
      <dgm:spPr/>
    </dgm:pt>
    <dgm:pt modelId="{4DBD2900-22EF-42ED-BDF4-03806CC31B57}" type="pres">
      <dgm:prSet presAssocID="{689460D3-4B77-414E-9DE7-95E87FC7F0EB}" presName="spacer" presStyleCnt="0"/>
      <dgm:spPr/>
    </dgm:pt>
    <dgm:pt modelId="{5E4623DB-00BE-46FA-AE43-00367E3FF817}" type="pres">
      <dgm:prSet presAssocID="{B0BC8E28-A076-4A6E-ACC0-0CDBDFB67014}" presName="parentText" presStyleLbl="node1" presStyleIdx="2" presStyleCnt="5">
        <dgm:presLayoutVars>
          <dgm:chMax val="0"/>
          <dgm:bulletEnabled val="1"/>
        </dgm:presLayoutVars>
      </dgm:prSet>
      <dgm:spPr/>
    </dgm:pt>
    <dgm:pt modelId="{D59AB806-4BAD-4661-8AD1-3F452282BFF4}" type="pres">
      <dgm:prSet presAssocID="{DC823685-8561-4F24-A668-4DC3A979C22B}" presName="spacer" presStyleCnt="0"/>
      <dgm:spPr/>
    </dgm:pt>
    <dgm:pt modelId="{76B6300C-AEC8-4D7D-92D3-806B9345D2F8}" type="pres">
      <dgm:prSet presAssocID="{6D724B78-272B-4A79-9AAC-71AA164F73F7}" presName="parentText" presStyleLbl="node1" presStyleIdx="3" presStyleCnt="5">
        <dgm:presLayoutVars>
          <dgm:chMax val="0"/>
          <dgm:bulletEnabled val="1"/>
        </dgm:presLayoutVars>
      </dgm:prSet>
      <dgm:spPr/>
    </dgm:pt>
    <dgm:pt modelId="{AEA2A8A6-2BD4-4BE4-84E3-0DCE55A2B2F1}" type="pres">
      <dgm:prSet presAssocID="{69AA4D0E-3CAD-4A92-B310-A95D59CDA66C}" presName="spacer" presStyleCnt="0"/>
      <dgm:spPr/>
    </dgm:pt>
    <dgm:pt modelId="{5BA5FD73-49BD-4F44-8C5B-2503779E7E8F}" type="pres">
      <dgm:prSet presAssocID="{2683348D-B1ED-4051-807D-BED43353BE10}" presName="parentText" presStyleLbl="node1" presStyleIdx="4" presStyleCnt="5">
        <dgm:presLayoutVars>
          <dgm:chMax val="0"/>
          <dgm:bulletEnabled val="1"/>
        </dgm:presLayoutVars>
      </dgm:prSet>
      <dgm:spPr/>
    </dgm:pt>
  </dgm:ptLst>
  <dgm:cxnLst>
    <dgm:cxn modelId="{A2055911-B86A-4E8A-82E1-093E460026E3}" srcId="{0A54B3FF-08F5-426B-8E77-453AE3B72FDA}" destId="{43C86925-D822-42D6-9035-28B1F5884025}" srcOrd="1" destOrd="0" parTransId="{629F452C-7834-40D8-8BA1-61A707158656}" sibTransId="{689460D3-4B77-414E-9DE7-95E87FC7F0EB}"/>
    <dgm:cxn modelId="{59FD4D19-D9B5-429A-9EF9-E6BB219FE141}" type="presOf" srcId="{0A54B3FF-08F5-426B-8E77-453AE3B72FDA}" destId="{9EEB8ACF-2813-487B-BBA8-0591B880D290}" srcOrd="0" destOrd="0" presId="urn:microsoft.com/office/officeart/2005/8/layout/vList2"/>
    <dgm:cxn modelId="{EA822E23-7400-4553-9F7E-CAF9AE006AAD}" type="presOf" srcId="{B0BC8E28-A076-4A6E-ACC0-0CDBDFB67014}" destId="{5E4623DB-00BE-46FA-AE43-00367E3FF817}" srcOrd="0" destOrd="0" presId="urn:microsoft.com/office/officeart/2005/8/layout/vList2"/>
    <dgm:cxn modelId="{8FFD3163-1CAC-4DDD-9619-EB1CC33382B5}" type="presOf" srcId="{43C86925-D822-42D6-9035-28B1F5884025}" destId="{E1070539-EFC4-4A02-B73B-436A1C95B134}" srcOrd="0" destOrd="0" presId="urn:microsoft.com/office/officeart/2005/8/layout/vList2"/>
    <dgm:cxn modelId="{12D20394-F86C-4D1C-852E-1A13B8ED29C9}" srcId="{0A54B3FF-08F5-426B-8E77-453AE3B72FDA}" destId="{3FF6DAD5-41CC-4F52-9757-2DC1E4F485D8}" srcOrd="0" destOrd="0" parTransId="{91AC4DA3-9E5A-4028-80D0-51F764AFD1CC}" sibTransId="{D347084B-8E81-4204-9120-7FF0881410B7}"/>
    <dgm:cxn modelId="{98522B9D-6072-4B2B-AF7C-1E21FEA3761E}" type="presOf" srcId="{3FF6DAD5-41CC-4F52-9757-2DC1E4F485D8}" destId="{A69439C9-4C98-4C88-84F7-E5D112B05950}" srcOrd="0" destOrd="0" presId="urn:microsoft.com/office/officeart/2005/8/layout/vList2"/>
    <dgm:cxn modelId="{631106C6-EEDE-420A-9C6D-7CC66CDE511A}" srcId="{0A54B3FF-08F5-426B-8E77-453AE3B72FDA}" destId="{2683348D-B1ED-4051-807D-BED43353BE10}" srcOrd="4" destOrd="0" parTransId="{5878815E-2620-465F-9AF5-7EB32DDA5BE3}" sibTransId="{79C5FE2E-ED0B-456C-A0EF-2D6DFF9609EB}"/>
    <dgm:cxn modelId="{A88BBAD0-0A86-4E26-8C11-C1B77DC94420}" type="presOf" srcId="{6D724B78-272B-4A79-9AAC-71AA164F73F7}" destId="{76B6300C-AEC8-4D7D-92D3-806B9345D2F8}" srcOrd="0" destOrd="0" presId="urn:microsoft.com/office/officeart/2005/8/layout/vList2"/>
    <dgm:cxn modelId="{FB77DED5-F58A-4E01-94E0-4818B0141302}" srcId="{0A54B3FF-08F5-426B-8E77-453AE3B72FDA}" destId="{B0BC8E28-A076-4A6E-ACC0-0CDBDFB67014}" srcOrd="2" destOrd="0" parTransId="{1971C3D5-0F06-4016-B92B-C5517055C973}" sibTransId="{DC823685-8561-4F24-A668-4DC3A979C22B}"/>
    <dgm:cxn modelId="{2D773DE0-88D4-457F-ABA1-9EA4C43785F7}" srcId="{0A54B3FF-08F5-426B-8E77-453AE3B72FDA}" destId="{6D724B78-272B-4A79-9AAC-71AA164F73F7}" srcOrd="3" destOrd="0" parTransId="{281F8F61-05D2-44B2-A1CC-6EC995278A25}" sibTransId="{69AA4D0E-3CAD-4A92-B310-A95D59CDA66C}"/>
    <dgm:cxn modelId="{A354B7EA-6F4E-4BD0-8E44-1D132E56B300}" type="presOf" srcId="{2683348D-B1ED-4051-807D-BED43353BE10}" destId="{5BA5FD73-49BD-4F44-8C5B-2503779E7E8F}" srcOrd="0" destOrd="0" presId="urn:microsoft.com/office/officeart/2005/8/layout/vList2"/>
    <dgm:cxn modelId="{9FFD414E-C796-4FCC-A260-6FE72D3E1CC8}" type="presParOf" srcId="{9EEB8ACF-2813-487B-BBA8-0591B880D290}" destId="{A69439C9-4C98-4C88-84F7-E5D112B05950}" srcOrd="0" destOrd="0" presId="urn:microsoft.com/office/officeart/2005/8/layout/vList2"/>
    <dgm:cxn modelId="{47227691-BABC-4D39-95F6-58A54B1859D7}" type="presParOf" srcId="{9EEB8ACF-2813-487B-BBA8-0591B880D290}" destId="{497F691E-AED8-4791-9BF4-B25701642990}" srcOrd="1" destOrd="0" presId="urn:microsoft.com/office/officeart/2005/8/layout/vList2"/>
    <dgm:cxn modelId="{F529E324-0ED7-4039-84D7-BF84F5EAA55D}" type="presParOf" srcId="{9EEB8ACF-2813-487B-BBA8-0591B880D290}" destId="{E1070539-EFC4-4A02-B73B-436A1C95B134}" srcOrd="2" destOrd="0" presId="urn:microsoft.com/office/officeart/2005/8/layout/vList2"/>
    <dgm:cxn modelId="{E0B7C847-CF5D-4F5F-98DA-4FE61AAAA8E1}" type="presParOf" srcId="{9EEB8ACF-2813-487B-BBA8-0591B880D290}" destId="{4DBD2900-22EF-42ED-BDF4-03806CC31B57}" srcOrd="3" destOrd="0" presId="urn:microsoft.com/office/officeart/2005/8/layout/vList2"/>
    <dgm:cxn modelId="{76A39871-388D-4C86-869E-D8AD0249225C}" type="presParOf" srcId="{9EEB8ACF-2813-487B-BBA8-0591B880D290}" destId="{5E4623DB-00BE-46FA-AE43-00367E3FF817}" srcOrd="4" destOrd="0" presId="urn:microsoft.com/office/officeart/2005/8/layout/vList2"/>
    <dgm:cxn modelId="{A1D02E83-59AA-48FF-85D5-174FBBBBC6A3}" type="presParOf" srcId="{9EEB8ACF-2813-487B-BBA8-0591B880D290}" destId="{D59AB806-4BAD-4661-8AD1-3F452282BFF4}" srcOrd="5" destOrd="0" presId="urn:microsoft.com/office/officeart/2005/8/layout/vList2"/>
    <dgm:cxn modelId="{B1365169-E69A-44DB-86E9-87A97D9E3D75}" type="presParOf" srcId="{9EEB8ACF-2813-487B-BBA8-0591B880D290}" destId="{76B6300C-AEC8-4D7D-92D3-806B9345D2F8}" srcOrd="6" destOrd="0" presId="urn:microsoft.com/office/officeart/2005/8/layout/vList2"/>
    <dgm:cxn modelId="{9A05C154-CA4D-42C8-B762-79EA4AD0FD79}" type="presParOf" srcId="{9EEB8ACF-2813-487B-BBA8-0591B880D290}" destId="{AEA2A8A6-2BD4-4BE4-84E3-0DCE55A2B2F1}" srcOrd="7" destOrd="0" presId="urn:microsoft.com/office/officeart/2005/8/layout/vList2"/>
    <dgm:cxn modelId="{E21A8609-105C-43E3-8EA3-17DA1A1F1E6F}" type="presParOf" srcId="{9EEB8ACF-2813-487B-BBA8-0591B880D290}" destId="{5BA5FD73-49BD-4F44-8C5B-2503779E7E8F}"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00416E0-A051-46A2-A376-85B88E1EA25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6836A3E-A290-4142-804B-D4538792C7F6}">
      <dgm:prSet/>
      <dgm:spPr/>
      <dgm:t>
        <a:bodyPr/>
        <a:lstStyle/>
        <a:p>
          <a:r>
            <a:rPr lang="uk-UA" b="0" i="0"/>
            <a:t>польську армію генерала Ю. Галлера.</a:t>
          </a:r>
          <a:endParaRPr lang="uk-UA"/>
        </a:p>
      </dgm:t>
    </dgm:pt>
    <dgm:pt modelId="{1EE41CC3-E7A9-4E57-919B-A4798E932D64}" type="parTrans" cxnId="{450FAC40-4001-41BD-BF2D-54BE6792249D}">
      <dgm:prSet/>
      <dgm:spPr/>
      <dgm:t>
        <a:bodyPr/>
        <a:lstStyle/>
        <a:p>
          <a:endParaRPr lang="uk-UA"/>
        </a:p>
      </dgm:t>
    </dgm:pt>
    <dgm:pt modelId="{3AAC4495-8407-43AD-8A6A-DB3CA1051225}" type="sibTrans" cxnId="{450FAC40-4001-41BD-BF2D-54BE6792249D}">
      <dgm:prSet/>
      <dgm:spPr/>
      <dgm:t>
        <a:bodyPr/>
        <a:lstStyle/>
        <a:p>
          <a:endParaRPr lang="uk-UA"/>
        </a:p>
      </dgm:t>
    </dgm:pt>
    <dgm:pt modelId="{C2CA9A45-0065-4A7D-82E4-DC1A8EFA729B}">
      <dgm:prSet/>
      <dgm:spPr/>
      <dgm:t>
        <a:bodyPr/>
        <a:lstStyle/>
        <a:p>
          <a:r>
            <a:rPr lang="uk-UA" b="0" i="0"/>
            <a:t>Добровольчу армію генерала А. Денікіна.</a:t>
          </a:r>
          <a:endParaRPr lang="uk-UA"/>
        </a:p>
      </dgm:t>
    </dgm:pt>
    <dgm:pt modelId="{DF5C3317-E0BC-4A98-B990-4DB11C2F19EC}" type="parTrans" cxnId="{9FB43082-A1E5-49FF-8394-9890CF235230}">
      <dgm:prSet/>
      <dgm:spPr/>
      <dgm:t>
        <a:bodyPr/>
        <a:lstStyle/>
        <a:p>
          <a:endParaRPr lang="uk-UA"/>
        </a:p>
      </dgm:t>
    </dgm:pt>
    <dgm:pt modelId="{3A651EEC-B1BA-48DE-BF82-3C3A14DE1D02}" type="sibTrans" cxnId="{9FB43082-A1E5-49FF-8394-9890CF235230}">
      <dgm:prSet/>
      <dgm:spPr/>
      <dgm:t>
        <a:bodyPr/>
        <a:lstStyle/>
        <a:p>
          <a:endParaRPr lang="uk-UA"/>
        </a:p>
      </dgm:t>
    </dgm:pt>
    <dgm:pt modelId="{20D25FF1-F63E-4F84-A9EC-E5EA29AA9B22}">
      <dgm:prSet/>
      <dgm:spPr/>
      <dgm:t>
        <a:bodyPr/>
        <a:lstStyle/>
        <a:p>
          <a:r>
            <a:rPr lang="uk-UA" b="0" i="0"/>
            <a:t>Революційну повстанську армію Н. Махна.</a:t>
          </a:r>
          <a:endParaRPr lang="uk-UA"/>
        </a:p>
      </dgm:t>
    </dgm:pt>
    <dgm:pt modelId="{5ECC09DA-4F87-4E29-B26F-93BC3BCE66A1}" type="parTrans" cxnId="{77C82927-8CE0-4376-8F8D-93BE657F96B3}">
      <dgm:prSet/>
      <dgm:spPr/>
      <dgm:t>
        <a:bodyPr/>
        <a:lstStyle/>
        <a:p>
          <a:endParaRPr lang="uk-UA"/>
        </a:p>
      </dgm:t>
    </dgm:pt>
    <dgm:pt modelId="{272B6693-2A4B-4803-9EB6-C257354E8619}" type="sibTrans" cxnId="{77C82927-8CE0-4376-8F8D-93BE657F96B3}">
      <dgm:prSet/>
      <dgm:spPr/>
      <dgm:t>
        <a:bodyPr/>
        <a:lstStyle/>
        <a:p>
          <a:endParaRPr lang="uk-UA"/>
        </a:p>
      </dgm:t>
    </dgm:pt>
    <dgm:pt modelId="{B0D30CF8-A9B8-4378-86F7-9025FB14F091}">
      <dgm:prSet/>
      <dgm:spPr/>
      <dgm:t>
        <a:bodyPr/>
        <a:lstStyle/>
        <a:p>
          <a:r>
            <a:rPr lang="uk-UA" b="0" i="0"/>
            <a:t>загони Червоної гвардії під командуванням М. Муравйова.</a:t>
          </a:r>
          <a:endParaRPr lang="uk-UA"/>
        </a:p>
      </dgm:t>
    </dgm:pt>
    <dgm:pt modelId="{53030881-21AA-44CC-B792-B9A9379BEC9C}" type="parTrans" cxnId="{94B45D46-9235-4974-A514-EB25ABE70F37}">
      <dgm:prSet/>
      <dgm:spPr/>
      <dgm:t>
        <a:bodyPr/>
        <a:lstStyle/>
        <a:p>
          <a:endParaRPr lang="uk-UA"/>
        </a:p>
      </dgm:t>
    </dgm:pt>
    <dgm:pt modelId="{C949A887-C3E1-4133-9C35-DEFA44108A83}" type="sibTrans" cxnId="{94B45D46-9235-4974-A514-EB25ABE70F37}">
      <dgm:prSet/>
      <dgm:spPr/>
      <dgm:t>
        <a:bodyPr/>
        <a:lstStyle/>
        <a:p>
          <a:endParaRPr lang="uk-UA"/>
        </a:p>
      </dgm:t>
    </dgm:pt>
    <dgm:pt modelId="{C7923B2C-BD9E-4076-ABD4-47A7DDCB0A8A}" type="pres">
      <dgm:prSet presAssocID="{500416E0-A051-46A2-A376-85B88E1EA254}" presName="linear" presStyleCnt="0">
        <dgm:presLayoutVars>
          <dgm:animLvl val="lvl"/>
          <dgm:resizeHandles val="exact"/>
        </dgm:presLayoutVars>
      </dgm:prSet>
      <dgm:spPr/>
    </dgm:pt>
    <dgm:pt modelId="{C29C571D-F11D-4A3A-ABE3-999ED83F70C9}" type="pres">
      <dgm:prSet presAssocID="{A6836A3E-A290-4142-804B-D4538792C7F6}" presName="parentText" presStyleLbl="node1" presStyleIdx="0" presStyleCnt="4">
        <dgm:presLayoutVars>
          <dgm:chMax val="0"/>
          <dgm:bulletEnabled val="1"/>
        </dgm:presLayoutVars>
      </dgm:prSet>
      <dgm:spPr/>
    </dgm:pt>
    <dgm:pt modelId="{A8AE377E-1657-4130-9319-7B3DFB8751CD}" type="pres">
      <dgm:prSet presAssocID="{3AAC4495-8407-43AD-8A6A-DB3CA1051225}" presName="spacer" presStyleCnt="0"/>
      <dgm:spPr/>
    </dgm:pt>
    <dgm:pt modelId="{51CB6FEA-F922-4256-959F-DE009B2B7715}" type="pres">
      <dgm:prSet presAssocID="{C2CA9A45-0065-4A7D-82E4-DC1A8EFA729B}" presName="parentText" presStyleLbl="node1" presStyleIdx="1" presStyleCnt="4">
        <dgm:presLayoutVars>
          <dgm:chMax val="0"/>
          <dgm:bulletEnabled val="1"/>
        </dgm:presLayoutVars>
      </dgm:prSet>
      <dgm:spPr/>
    </dgm:pt>
    <dgm:pt modelId="{430572BE-578D-4B6C-9300-C1EE4B09A33F}" type="pres">
      <dgm:prSet presAssocID="{3A651EEC-B1BA-48DE-BF82-3C3A14DE1D02}" presName="spacer" presStyleCnt="0"/>
      <dgm:spPr/>
    </dgm:pt>
    <dgm:pt modelId="{7CECC7A6-BECB-4E7D-B1F1-81F2F545B436}" type="pres">
      <dgm:prSet presAssocID="{20D25FF1-F63E-4F84-A9EC-E5EA29AA9B22}" presName="parentText" presStyleLbl="node1" presStyleIdx="2" presStyleCnt="4">
        <dgm:presLayoutVars>
          <dgm:chMax val="0"/>
          <dgm:bulletEnabled val="1"/>
        </dgm:presLayoutVars>
      </dgm:prSet>
      <dgm:spPr/>
    </dgm:pt>
    <dgm:pt modelId="{7F3DFC1E-E478-4A95-B021-F30F1E376780}" type="pres">
      <dgm:prSet presAssocID="{272B6693-2A4B-4803-9EB6-C257354E8619}" presName="spacer" presStyleCnt="0"/>
      <dgm:spPr/>
    </dgm:pt>
    <dgm:pt modelId="{F05E1ED9-5DB9-4126-88F5-5E3AA9825093}" type="pres">
      <dgm:prSet presAssocID="{B0D30CF8-A9B8-4378-86F7-9025FB14F091}" presName="parentText" presStyleLbl="node1" presStyleIdx="3" presStyleCnt="4">
        <dgm:presLayoutVars>
          <dgm:chMax val="0"/>
          <dgm:bulletEnabled val="1"/>
        </dgm:presLayoutVars>
      </dgm:prSet>
      <dgm:spPr/>
    </dgm:pt>
  </dgm:ptLst>
  <dgm:cxnLst>
    <dgm:cxn modelId="{77C82927-8CE0-4376-8F8D-93BE657F96B3}" srcId="{500416E0-A051-46A2-A376-85B88E1EA254}" destId="{20D25FF1-F63E-4F84-A9EC-E5EA29AA9B22}" srcOrd="2" destOrd="0" parTransId="{5ECC09DA-4F87-4E29-B26F-93BC3BCE66A1}" sibTransId="{272B6693-2A4B-4803-9EB6-C257354E8619}"/>
    <dgm:cxn modelId="{C8496928-97A7-4CF1-9FC9-A7DB39263F00}" type="presOf" srcId="{20D25FF1-F63E-4F84-A9EC-E5EA29AA9B22}" destId="{7CECC7A6-BECB-4E7D-B1F1-81F2F545B436}" srcOrd="0" destOrd="0" presId="urn:microsoft.com/office/officeart/2005/8/layout/vList2"/>
    <dgm:cxn modelId="{A017B53A-4043-4CC9-B010-DC7421273357}" type="presOf" srcId="{A6836A3E-A290-4142-804B-D4538792C7F6}" destId="{C29C571D-F11D-4A3A-ABE3-999ED83F70C9}" srcOrd="0" destOrd="0" presId="urn:microsoft.com/office/officeart/2005/8/layout/vList2"/>
    <dgm:cxn modelId="{450FAC40-4001-41BD-BF2D-54BE6792249D}" srcId="{500416E0-A051-46A2-A376-85B88E1EA254}" destId="{A6836A3E-A290-4142-804B-D4538792C7F6}" srcOrd="0" destOrd="0" parTransId="{1EE41CC3-E7A9-4E57-919B-A4798E932D64}" sibTransId="{3AAC4495-8407-43AD-8A6A-DB3CA1051225}"/>
    <dgm:cxn modelId="{8835345B-3753-4295-B56E-B206A77E2495}" type="presOf" srcId="{B0D30CF8-A9B8-4378-86F7-9025FB14F091}" destId="{F05E1ED9-5DB9-4126-88F5-5E3AA9825093}" srcOrd="0" destOrd="0" presId="urn:microsoft.com/office/officeart/2005/8/layout/vList2"/>
    <dgm:cxn modelId="{94B45D46-9235-4974-A514-EB25ABE70F37}" srcId="{500416E0-A051-46A2-A376-85B88E1EA254}" destId="{B0D30CF8-A9B8-4378-86F7-9025FB14F091}" srcOrd="3" destOrd="0" parTransId="{53030881-21AA-44CC-B792-B9A9379BEC9C}" sibTransId="{C949A887-C3E1-4133-9C35-DEFA44108A83}"/>
    <dgm:cxn modelId="{9FB43082-A1E5-49FF-8394-9890CF235230}" srcId="{500416E0-A051-46A2-A376-85B88E1EA254}" destId="{C2CA9A45-0065-4A7D-82E4-DC1A8EFA729B}" srcOrd="1" destOrd="0" parTransId="{DF5C3317-E0BC-4A98-B990-4DB11C2F19EC}" sibTransId="{3A651EEC-B1BA-48DE-BF82-3C3A14DE1D02}"/>
    <dgm:cxn modelId="{66DBF395-D94E-46B8-9FE9-682C0D86B17B}" type="presOf" srcId="{500416E0-A051-46A2-A376-85B88E1EA254}" destId="{C7923B2C-BD9E-4076-ABD4-47A7DDCB0A8A}" srcOrd="0" destOrd="0" presId="urn:microsoft.com/office/officeart/2005/8/layout/vList2"/>
    <dgm:cxn modelId="{69FCE398-1179-4861-856B-19118DF02769}" type="presOf" srcId="{C2CA9A45-0065-4A7D-82E4-DC1A8EFA729B}" destId="{51CB6FEA-F922-4256-959F-DE009B2B7715}" srcOrd="0" destOrd="0" presId="urn:microsoft.com/office/officeart/2005/8/layout/vList2"/>
    <dgm:cxn modelId="{457B3B29-3096-412B-A725-527D25F5EC12}" type="presParOf" srcId="{C7923B2C-BD9E-4076-ABD4-47A7DDCB0A8A}" destId="{C29C571D-F11D-4A3A-ABE3-999ED83F70C9}" srcOrd="0" destOrd="0" presId="urn:microsoft.com/office/officeart/2005/8/layout/vList2"/>
    <dgm:cxn modelId="{9283FB98-C470-4F3C-853B-D0401976E7A5}" type="presParOf" srcId="{C7923B2C-BD9E-4076-ABD4-47A7DDCB0A8A}" destId="{A8AE377E-1657-4130-9319-7B3DFB8751CD}" srcOrd="1" destOrd="0" presId="urn:microsoft.com/office/officeart/2005/8/layout/vList2"/>
    <dgm:cxn modelId="{B1608173-8953-4CF1-8901-689827442C06}" type="presParOf" srcId="{C7923B2C-BD9E-4076-ABD4-47A7DDCB0A8A}" destId="{51CB6FEA-F922-4256-959F-DE009B2B7715}" srcOrd="2" destOrd="0" presId="urn:microsoft.com/office/officeart/2005/8/layout/vList2"/>
    <dgm:cxn modelId="{A996F590-7A90-420A-823D-0C6DB796503D}" type="presParOf" srcId="{C7923B2C-BD9E-4076-ABD4-47A7DDCB0A8A}" destId="{430572BE-578D-4B6C-9300-C1EE4B09A33F}" srcOrd="3" destOrd="0" presId="urn:microsoft.com/office/officeart/2005/8/layout/vList2"/>
    <dgm:cxn modelId="{7C3210DD-01B4-4361-9B6A-F03298DEAD56}" type="presParOf" srcId="{C7923B2C-BD9E-4076-ABD4-47A7DDCB0A8A}" destId="{7CECC7A6-BECB-4E7D-B1F1-81F2F545B436}" srcOrd="4" destOrd="0" presId="urn:microsoft.com/office/officeart/2005/8/layout/vList2"/>
    <dgm:cxn modelId="{E640D774-5F41-474A-A666-79BD76039AEF}" type="presParOf" srcId="{C7923B2C-BD9E-4076-ABD4-47A7DDCB0A8A}" destId="{7F3DFC1E-E478-4A95-B021-F30F1E376780}" srcOrd="5" destOrd="0" presId="urn:microsoft.com/office/officeart/2005/8/layout/vList2"/>
    <dgm:cxn modelId="{D57D95A1-2150-4EAB-9A25-4D31957591CC}" type="presParOf" srcId="{C7923B2C-BD9E-4076-ABD4-47A7DDCB0A8A}" destId="{F05E1ED9-5DB9-4126-88F5-5E3AA982509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DE77E717-02FE-47C0-AA15-BD55DD2C734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D03578B0-EA47-4B3F-B70A-BFD32C3C64C1}">
      <dgm:prSet/>
      <dgm:spPr/>
      <dgm:t>
        <a:bodyPr/>
        <a:lstStyle/>
        <a:p>
          <a:r>
            <a:rPr lang="uk-UA" b="0" i="0"/>
            <a:t>Всеукраїнський хліборобський конгрес</a:t>
          </a:r>
          <a:endParaRPr lang="uk-UA"/>
        </a:p>
      </dgm:t>
    </dgm:pt>
    <dgm:pt modelId="{D95E3049-DA77-407E-A45D-972862D9AEE8}" type="parTrans" cxnId="{CF8054EC-FA06-4726-9BE2-51F8A2A4E8A7}">
      <dgm:prSet/>
      <dgm:spPr/>
      <dgm:t>
        <a:bodyPr/>
        <a:lstStyle/>
        <a:p>
          <a:endParaRPr lang="uk-UA"/>
        </a:p>
      </dgm:t>
    </dgm:pt>
    <dgm:pt modelId="{4E14E801-76CA-4F1F-9A06-EC5745849E95}" type="sibTrans" cxnId="{CF8054EC-FA06-4726-9BE2-51F8A2A4E8A7}">
      <dgm:prSet/>
      <dgm:spPr/>
      <dgm:t>
        <a:bodyPr/>
        <a:lstStyle/>
        <a:p>
          <a:endParaRPr lang="uk-UA"/>
        </a:p>
      </dgm:t>
    </dgm:pt>
    <dgm:pt modelId="{57E78D8B-E564-4F46-A817-7456679B8F4A}">
      <dgm:prSet/>
      <dgm:spPr/>
      <dgm:t>
        <a:bodyPr/>
        <a:lstStyle/>
        <a:p>
          <a:r>
            <a:rPr lang="uk-UA" b="0" i="0"/>
            <a:t>Трудовий конгрес України</a:t>
          </a:r>
          <a:endParaRPr lang="uk-UA"/>
        </a:p>
      </dgm:t>
    </dgm:pt>
    <dgm:pt modelId="{7A34FBBE-74F8-47D8-A1AA-2899879A55E1}" type="parTrans" cxnId="{4EE717B9-C648-4EC3-BC7A-FD3659EF3716}">
      <dgm:prSet/>
      <dgm:spPr/>
      <dgm:t>
        <a:bodyPr/>
        <a:lstStyle/>
        <a:p>
          <a:endParaRPr lang="uk-UA"/>
        </a:p>
      </dgm:t>
    </dgm:pt>
    <dgm:pt modelId="{8784CD21-6205-4911-A9C3-F0ACC3E2137E}" type="sibTrans" cxnId="{4EE717B9-C648-4EC3-BC7A-FD3659EF3716}">
      <dgm:prSet/>
      <dgm:spPr/>
      <dgm:t>
        <a:bodyPr/>
        <a:lstStyle/>
        <a:p>
          <a:endParaRPr lang="uk-UA"/>
        </a:p>
      </dgm:t>
    </dgm:pt>
    <dgm:pt modelId="{E00C541F-3962-4BAB-BC71-FAADBB63E56C}">
      <dgm:prSet/>
      <dgm:spPr/>
      <dgm:t>
        <a:bodyPr/>
        <a:lstStyle/>
        <a:p>
          <a:r>
            <a:rPr lang="uk-UA" b="0" i="0"/>
            <a:t>Українська Національна Рада</a:t>
          </a:r>
          <a:endParaRPr lang="uk-UA"/>
        </a:p>
      </dgm:t>
    </dgm:pt>
    <dgm:pt modelId="{A8500991-EB21-4050-8777-924D08920BEF}" type="parTrans" cxnId="{B7A47CEA-D335-435A-BC16-79C18EA535C7}">
      <dgm:prSet/>
      <dgm:spPr/>
      <dgm:t>
        <a:bodyPr/>
        <a:lstStyle/>
        <a:p>
          <a:endParaRPr lang="uk-UA"/>
        </a:p>
      </dgm:t>
    </dgm:pt>
    <dgm:pt modelId="{5FBD4ECD-EA38-4312-8171-F801DDBA2CEB}" type="sibTrans" cxnId="{B7A47CEA-D335-435A-BC16-79C18EA535C7}">
      <dgm:prSet/>
      <dgm:spPr/>
      <dgm:t>
        <a:bodyPr/>
        <a:lstStyle/>
        <a:p>
          <a:endParaRPr lang="uk-UA"/>
        </a:p>
      </dgm:t>
    </dgm:pt>
    <dgm:pt modelId="{7AF7BFC0-4F55-4745-92F2-3C805F48D712}">
      <dgm:prSet/>
      <dgm:spPr/>
      <dgm:t>
        <a:bodyPr/>
        <a:lstStyle/>
        <a:p>
          <a:r>
            <a:rPr lang="en-US" b="0" i="0"/>
            <a:t>III </a:t>
          </a:r>
          <a:r>
            <a:rPr lang="uk-UA" b="0" i="0"/>
            <a:t>Всеукраїнський з’їзд рад</a:t>
          </a:r>
          <a:endParaRPr lang="uk-UA"/>
        </a:p>
      </dgm:t>
    </dgm:pt>
    <dgm:pt modelId="{7823C166-6B98-4F5B-A277-43345C7C0549}" type="parTrans" cxnId="{66764C18-4152-477D-A7CE-FB684F2CC426}">
      <dgm:prSet/>
      <dgm:spPr/>
      <dgm:t>
        <a:bodyPr/>
        <a:lstStyle/>
        <a:p>
          <a:endParaRPr lang="uk-UA"/>
        </a:p>
      </dgm:t>
    </dgm:pt>
    <dgm:pt modelId="{C81822C6-FCAA-4667-872C-8640365BAACF}" type="sibTrans" cxnId="{66764C18-4152-477D-A7CE-FB684F2CC426}">
      <dgm:prSet/>
      <dgm:spPr/>
      <dgm:t>
        <a:bodyPr/>
        <a:lstStyle/>
        <a:p>
          <a:endParaRPr lang="uk-UA"/>
        </a:p>
      </dgm:t>
    </dgm:pt>
    <dgm:pt modelId="{2F7FB803-3131-49D5-8945-88DD4CC1B96A}" type="pres">
      <dgm:prSet presAssocID="{DE77E717-02FE-47C0-AA15-BD55DD2C734A}" presName="linearFlow" presStyleCnt="0">
        <dgm:presLayoutVars>
          <dgm:dir/>
          <dgm:resizeHandles val="exact"/>
        </dgm:presLayoutVars>
      </dgm:prSet>
      <dgm:spPr/>
    </dgm:pt>
    <dgm:pt modelId="{B8D3AF1C-1564-4F20-BD6F-70A0F2895201}" type="pres">
      <dgm:prSet presAssocID="{D03578B0-EA47-4B3F-B70A-BFD32C3C64C1}" presName="composite" presStyleCnt="0"/>
      <dgm:spPr/>
    </dgm:pt>
    <dgm:pt modelId="{A70F7F24-F3D3-458F-AD74-833C1D0DD5EC}" type="pres">
      <dgm:prSet presAssocID="{D03578B0-EA47-4B3F-B70A-BFD32C3C64C1}" presName="imgShp" presStyleLbl="fgImgPlace1" presStyleIdx="0" presStyleCnt="4"/>
      <dgm:spPr/>
    </dgm:pt>
    <dgm:pt modelId="{A63CDE5D-8F3F-4338-AEFD-D9CC86EA16FA}" type="pres">
      <dgm:prSet presAssocID="{D03578B0-EA47-4B3F-B70A-BFD32C3C64C1}" presName="txShp" presStyleLbl="node1" presStyleIdx="0" presStyleCnt="4">
        <dgm:presLayoutVars>
          <dgm:bulletEnabled val="1"/>
        </dgm:presLayoutVars>
      </dgm:prSet>
      <dgm:spPr/>
    </dgm:pt>
    <dgm:pt modelId="{CB629910-01AB-46AB-8202-431769E41148}" type="pres">
      <dgm:prSet presAssocID="{4E14E801-76CA-4F1F-9A06-EC5745849E95}" presName="spacing" presStyleCnt="0"/>
      <dgm:spPr/>
    </dgm:pt>
    <dgm:pt modelId="{E6B0BA07-6582-4DFF-B5AF-B634BB878AC4}" type="pres">
      <dgm:prSet presAssocID="{57E78D8B-E564-4F46-A817-7456679B8F4A}" presName="composite" presStyleCnt="0"/>
      <dgm:spPr/>
    </dgm:pt>
    <dgm:pt modelId="{119AAB6A-4B56-4814-98D7-A38CE268BAC7}" type="pres">
      <dgm:prSet presAssocID="{57E78D8B-E564-4F46-A817-7456679B8F4A}" presName="imgShp" presStyleLbl="fgImgPlace1" presStyleIdx="1" presStyleCnt="4"/>
      <dgm:spPr/>
    </dgm:pt>
    <dgm:pt modelId="{874DD8FB-2E2E-4EA6-B3E6-AE83B460AEC7}" type="pres">
      <dgm:prSet presAssocID="{57E78D8B-E564-4F46-A817-7456679B8F4A}" presName="txShp" presStyleLbl="node1" presStyleIdx="1" presStyleCnt="4">
        <dgm:presLayoutVars>
          <dgm:bulletEnabled val="1"/>
        </dgm:presLayoutVars>
      </dgm:prSet>
      <dgm:spPr/>
    </dgm:pt>
    <dgm:pt modelId="{D5F9F608-8AAA-4733-92B6-A1776D495271}" type="pres">
      <dgm:prSet presAssocID="{8784CD21-6205-4911-A9C3-F0ACC3E2137E}" presName="spacing" presStyleCnt="0"/>
      <dgm:spPr/>
    </dgm:pt>
    <dgm:pt modelId="{E9252874-D007-4E1D-8A00-8912F5F0877A}" type="pres">
      <dgm:prSet presAssocID="{E00C541F-3962-4BAB-BC71-FAADBB63E56C}" presName="composite" presStyleCnt="0"/>
      <dgm:spPr/>
    </dgm:pt>
    <dgm:pt modelId="{FC970C8E-DA37-405C-ADF9-B59C1DDD4C02}" type="pres">
      <dgm:prSet presAssocID="{E00C541F-3962-4BAB-BC71-FAADBB63E56C}" presName="imgShp" presStyleLbl="fgImgPlace1" presStyleIdx="2" presStyleCnt="4"/>
      <dgm:spPr/>
    </dgm:pt>
    <dgm:pt modelId="{D503A8AD-E5BE-4442-9E89-F5ECF709AFBE}" type="pres">
      <dgm:prSet presAssocID="{E00C541F-3962-4BAB-BC71-FAADBB63E56C}" presName="txShp" presStyleLbl="node1" presStyleIdx="2" presStyleCnt="4">
        <dgm:presLayoutVars>
          <dgm:bulletEnabled val="1"/>
        </dgm:presLayoutVars>
      </dgm:prSet>
      <dgm:spPr/>
    </dgm:pt>
    <dgm:pt modelId="{4144EC16-39EC-4411-A491-2BCE87F269FB}" type="pres">
      <dgm:prSet presAssocID="{5FBD4ECD-EA38-4312-8171-F801DDBA2CEB}" presName="spacing" presStyleCnt="0"/>
      <dgm:spPr/>
    </dgm:pt>
    <dgm:pt modelId="{E2C25A4F-69F7-4B7F-9325-F737BB910707}" type="pres">
      <dgm:prSet presAssocID="{7AF7BFC0-4F55-4745-92F2-3C805F48D712}" presName="composite" presStyleCnt="0"/>
      <dgm:spPr/>
    </dgm:pt>
    <dgm:pt modelId="{2D3E3855-2501-44AD-B565-B247B1500899}" type="pres">
      <dgm:prSet presAssocID="{7AF7BFC0-4F55-4745-92F2-3C805F48D712}" presName="imgShp" presStyleLbl="fgImgPlace1" presStyleIdx="3" presStyleCnt="4"/>
      <dgm:spPr/>
    </dgm:pt>
    <dgm:pt modelId="{08368C9A-3524-474D-BBB5-FCE3993CC769}" type="pres">
      <dgm:prSet presAssocID="{7AF7BFC0-4F55-4745-92F2-3C805F48D712}" presName="txShp" presStyleLbl="node1" presStyleIdx="3" presStyleCnt="4">
        <dgm:presLayoutVars>
          <dgm:bulletEnabled val="1"/>
        </dgm:presLayoutVars>
      </dgm:prSet>
      <dgm:spPr/>
    </dgm:pt>
  </dgm:ptLst>
  <dgm:cxnLst>
    <dgm:cxn modelId="{9897CC0B-3005-4CEC-B068-8FAAD28C8996}" type="presOf" srcId="{E00C541F-3962-4BAB-BC71-FAADBB63E56C}" destId="{D503A8AD-E5BE-4442-9E89-F5ECF709AFBE}" srcOrd="0" destOrd="0" presId="urn:microsoft.com/office/officeart/2005/8/layout/vList3"/>
    <dgm:cxn modelId="{66764C18-4152-477D-A7CE-FB684F2CC426}" srcId="{DE77E717-02FE-47C0-AA15-BD55DD2C734A}" destId="{7AF7BFC0-4F55-4745-92F2-3C805F48D712}" srcOrd="3" destOrd="0" parTransId="{7823C166-6B98-4F5B-A277-43345C7C0549}" sibTransId="{C81822C6-FCAA-4667-872C-8640365BAACF}"/>
    <dgm:cxn modelId="{9D3D1393-0751-4630-B1CF-0D59ABB2D30D}" type="presOf" srcId="{DE77E717-02FE-47C0-AA15-BD55DD2C734A}" destId="{2F7FB803-3131-49D5-8945-88DD4CC1B96A}" srcOrd="0" destOrd="0" presId="urn:microsoft.com/office/officeart/2005/8/layout/vList3"/>
    <dgm:cxn modelId="{77A0C5AC-B863-4BA8-9272-6D00A17C6F14}" type="presOf" srcId="{7AF7BFC0-4F55-4745-92F2-3C805F48D712}" destId="{08368C9A-3524-474D-BBB5-FCE3993CC769}" srcOrd="0" destOrd="0" presId="urn:microsoft.com/office/officeart/2005/8/layout/vList3"/>
    <dgm:cxn modelId="{4EE717B9-C648-4EC3-BC7A-FD3659EF3716}" srcId="{DE77E717-02FE-47C0-AA15-BD55DD2C734A}" destId="{57E78D8B-E564-4F46-A817-7456679B8F4A}" srcOrd="1" destOrd="0" parTransId="{7A34FBBE-74F8-47D8-A1AA-2899879A55E1}" sibTransId="{8784CD21-6205-4911-A9C3-F0ACC3E2137E}"/>
    <dgm:cxn modelId="{343D4BCF-685D-4BD8-A5AB-5A070B6AD489}" type="presOf" srcId="{57E78D8B-E564-4F46-A817-7456679B8F4A}" destId="{874DD8FB-2E2E-4EA6-B3E6-AE83B460AEC7}" srcOrd="0" destOrd="0" presId="urn:microsoft.com/office/officeart/2005/8/layout/vList3"/>
    <dgm:cxn modelId="{0A72E5E1-D849-4D7A-9773-4924898AE630}" type="presOf" srcId="{D03578B0-EA47-4B3F-B70A-BFD32C3C64C1}" destId="{A63CDE5D-8F3F-4338-AEFD-D9CC86EA16FA}" srcOrd="0" destOrd="0" presId="urn:microsoft.com/office/officeart/2005/8/layout/vList3"/>
    <dgm:cxn modelId="{B7A47CEA-D335-435A-BC16-79C18EA535C7}" srcId="{DE77E717-02FE-47C0-AA15-BD55DD2C734A}" destId="{E00C541F-3962-4BAB-BC71-FAADBB63E56C}" srcOrd="2" destOrd="0" parTransId="{A8500991-EB21-4050-8777-924D08920BEF}" sibTransId="{5FBD4ECD-EA38-4312-8171-F801DDBA2CEB}"/>
    <dgm:cxn modelId="{CF8054EC-FA06-4726-9BE2-51F8A2A4E8A7}" srcId="{DE77E717-02FE-47C0-AA15-BD55DD2C734A}" destId="{D03578B0-EA47-4B3F-B70A-BFD32C3C64C1}" srcOrd="0" destOrd="0" parTransId="{D95E3049-DA77-407E-A45D-972862D9AEE8}" sibTransId="{4E14E801-76CA-4F1F-9A06-EC5745849E95}"/>
    <dgm:cxn modelId="{B12FC053-294A-4640-B002-AFCE20CBC82A}" type="presParOf" srcId="{2F7FB803-3131-49D5-8945-88DD4CC1B96A}" destId="{B8D3AF1C-1564-4F20-BD6F-70A0F2895201}" srcOrd="0" destOrd="0" presId="urn:microsoft.com/office/officeart/2005/8/layout/vList3"/>
    <dgm:cxn modelId="{1ABE30E2-7701-4951-8095-E89ABB48FFDA}" type="presParOf" srcId="{B8D3AF1C-1564-4F20-BD6F-70A0F2895201}" destId="{A70F7F24-F3D3-458F-AD74-833C1D0DD5EC}" srcOrd="0" destOrd="0" presId="urn:microsoft.com/office/officeart/2005/8/layout/vList3"/>
    <dgm:cxn modelId="{765EB1A1-D054-4C38-8206-7BDE1E32F633}" type="presParOf" srcId="{B8D3AF1C-1564-4F20-BD6F-70A0F2895201}" destId="{A63CDE5D-8F3F-4338-AEFD-D9CC86EA16FA}" srcOrd="1" destOrd="0" presId="urn:microsoft.com/office/officeart/2005/8/layout/vList3"/>
    <dgm:cxn modelId="{154537DC-4F89-478D-8BC5-27F063A973DE}" type="presParOf" srcId="{2F7FB803-3131-49D5-8945-88DD4CC1B96A}" destId="{CB629910-01AB-46AB-8202-431769E41148}" srcOrd="1" destOrd="0" presId="urn:microsoft.com/office/officeart/2005/8/layout/vList3"/>
    <dgm:cxn modelId="{6955B2CA-279C-444E-B921-0B7FB7C24EDD}" type="presParOf" srcId="{2F7FB803-3131-49D5-8945-88DD4CC1B96A}" destId="{E6B0BA07-6582-4DFF-B5AF-B634BB878AC4}" srcOrd="2" destOrd="0" presId="urn:microsoft.com/office/officeart/2005/8/layout/vList3"/>
    <dgm:cxn modelId="{7DD0B30B-C635-4260-A563-EBDF82798212}" type="presParOf" srcId="{E6B0BA07-6582-4DFF-B5AF-B634BB878AC4}" destId="{119AAB6A-4B56-4814-98D7-A38CE268BAC7}" srcOrd="0" destOrd="0" presId="urn:microsoft.com/office/officeart/2005/8/layout/vList3"/>
    <dgm:cxn modelId="{43A655DF-051C-4F86-AE2A-EA5F36361FC1}" type="presParOf" srcId="{E6B0BA07-6582-4DFF-B5AF-B634BB878AC4}" destId="{874DD8FB-2E2E-4EA6-B3E6-AE83B460AEC7}" srcOrd="1" destOrd="0" presId="urn:microsoft.com/office/officeart/2005/8/layout/vList3"/>
    <dgm:cxn modelId="{EA3F1381-6751-41E6-928C-DDED39FE6837}" type="presParOf" srcId="{2F7FB803-3131-49D5-8945-88DD4CC1B96A}" destId="{D5F9F608-8AAA-4733-92B6-A1776D495271}" srcOrd="3" destOrd="0" presId="urn:microsoft.com/office/officeart/2005/8/layout/vList3"/>
    <dgm:cxn modelId="{C310EC46-4E22-4B4A-9E31-6C5812D926BF}" type="presParOf" srcId="{2F7FB803-3131-49D5-8945-88DD4CC1B96A}" destId="{E9252874-D007-4E1D-8A00-8912F5F0877A}" srcOrd="4" destOrd="0" presId="urn:microsoft.com/office/officeart/2005/8/layout/vList3"/>
    <dgm:cxn modelId="{ABB9FC08-82F1-4FB4-8285-1418050F2E52}" type="presParOf" srcId="{E9252874-D007-4E1D-8A00-8912F5F0877A}" destId="{FC970C8E-DA37-405C-ADF9-B59C1DDD4C02}" srcOrd="0" destOrd="0" presId="urn:microsoft.com/office/officeart/2005/8/layout/vList3"/>
    <dgm:cxn modelId="{05C89977-9352-4087-91A0-D8A35EA57529}" type="presParOf" srcId="{E9252874-D007-4E1D-8A00-8912F5F0877A}" destId="{D503A8AD-E5BE-4442-9E89-F5ECF709AFBE}" srcOrd="1" destOrd="0" presId="urn:microsoft.com/office/officeart/2005/8/layout/vList3"/>
    <dgm:cxn modelId="{85C0ABB4-A14A-426A-BC2F-F098606AD05F}" type="presParOf" srcId="{2F7FB803-3131-49D5-8945-88DD4CC1B96A}" destId="{4144EC16-39EC-4411-A491-2BCE87F269FB}" srcOrd="5" destOrd="0" presId="urn:microsoft.com/office/officeart/2005/8/layout/vList3"/>
    <dgm:cxn modelId="{5871E093-460D-4CF3-8CCC-D041BD420B34}" type="presParOf" srcId="{2F7FB803-3131-49D5-8945-88DD4CC1B96A}" destId="{E2C25A4F-69F7-4B7F-9325-F737BB910707}" srcOrd="6" destOrd="0" presId="urn:microsoft.com/office/officeart/2005/8/layout/vList3"/>
    <dgm:cxn modelId="{43431244-FCA6-4177-8087-583D3F6459E4}" type="presParOf" srcId="{E2C25A4F-69F7-4B7F-9325-F737BB910707}" destId="{2D3E3855-2501-44AD-B565-B247B1500899}" srcOrd="0" destOrd="0" presId="urn:microsoft.com/office/officeart/2005/8/layout/vList3"/>
    <dgm:cxn modelId="{80AF3408-74DE-4F14-9E75-977F3BB3FE1F}" type="presParOf" srcId="{E2C25A4F-69F7-4B7F-9325-F737BB910707}" destId="{08368C9A-3524-474D-BBB5-FCE3993CC76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709D45B-67E9-42F2-AC74-E9BE1899CD0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C40625-3ED5-4695-AC65-5ED7C1AFD06D}">
      <dgm:prSet/>
      <dgm:spPr/>
      <dgm:t>
        <a:bodyPr/>
        <a:lstStyle/>
        <a:p>
          <a:r>
            <a:rPr lang="uk-UA" b="0" i="0" dirty="0"/>
            <a:t>проголошення Західноукраїнської Народної Республіки</a:t>
          </a:r>
          <a:endParaRPr lang="uk-UA" dirty="0"/>
        </a:p>
      </dgm:t>
    </dgm:pt>
    <dgm:pt modelId="{6B99AFBF-3EF6-4F7A-B3D8-4F606EC53662}" type="parTrans" cxnId="{9EDA18F2-E9E8-4160-9FE1-E6B5643FF262}">
      <dgm:prSet/>
      <dgm:spPr/>
      <dgm:t>
        <a:bodyPr/>
        <a:lstStyle/>
        <a:p>
          <a:endParaRPr lang="uk-UA"/>
        </a:p>
      </dgm:t>
    </dgm:pt>
    <dgm:pt modelId="{69F8A604-735E-430B-BBD4-3561A2201C65}" type="sibTrans" cxnId="{9EDA18F2-E9E8-4160-9FE1-E6B5643FF262}">
      <dgm:prSet/>
      <dgm:spPr/>
      <dgm:t>
        <a:bodyPr/>
        <a:lstStyle/>
        <a:p>
          <a:endParaRPr lang="uk-UA"/>
        </a:p>
      </dgm:t>
    </dgm:pt>
    <dgm:pt modelId="{B0430C62-BCA1-497C-8184-C975BC6B95DD}">
      <dgm:prSet/>
      <dgm:spPr/>
      <dgm:t>
        <a:bodyPr/>
        <a:lstStyle/>
        <a:p>
          <a:r>
            <a:rPr lang="uk-UA" b="0" i="0"/>
            <a:t>запровадження продовольчої диктатури (продрозкладки)</a:t>
          </a:r>
          <a:endParaRPr lang="uk-UA"/>
        </a:p>
      </dgm:t>
    </dgm:pt>
    <dgm:pt modelId="{D8040C69-98EA-4E2C-8DBD-9BA091DBFEB1}" type="parTrans" cxnId="{C5425B20-D619-48E5-AD2B-F0D192CB04A6}">
      <dgm:prSet/>
      <dgm:spPr/>
      <dgm:t>
        <a:bodyPr/>
        <a:lstStyle/>
        <a:p>
          <a:endParaRPr lang="uk-UA"/>
        </a:p>
      </dgm:t>
    </dgm:pt>
    <dgm:pt modelId="{AFA0D3A5-0261-4A8D-89B6-0EA7D1168D36}" type="sibTrans" cxnId="{C5425B20-D619-48E5-AD2B-F0D192CB04A6}">
      <dgm:prSet/>
      <dgm:spPr/>
      <dgm:t>
        <a:bodyPr/>
        <a:lstStyle/>
        <a:p>
          <a:endParaRPr lang="uk-UA"/>
        </a:p>
      </dgm:t>
    </dgm:pt>
    <dgm:pt modelId="{5DE17AE6-09B2-4A1A-B737-AC98F698241A}">
      <dgm:prSet/>
      <dgm:spPr/>
      <dgm:t>
        <a:bodyPr/>
        <a:lstStyle/>
        <a:p>
          <a:r>
            <a:rPr lang="uk-UA" b="0" i="0"/>
            <a:t>передача всієї повноти влади Директорії УНР</a:t>
          </a:r>
          <a:endParaRPr lang="uk-UA"/>
        </a:p>
      </dgm:t>
    </dgm:pt>
    <dgm:pt modelId="{8C0ED586-E903-43B1-B94E-B75D87682F09}" type="parTrans" cxnId="{A55BB6EB-93F5-4F23-8A9E-B06AF481C322}">
      <dgm:prSet/>
      <dgm:spPr/>
      <dgm:t>
        <a:bodyPr/>
        <a:lstStyle/>
        <a:p>
          <a:endParaRPr lang="uk-UA"/>
        </a:p>
      </dgm:t>
    </dgm:pt>
    <dgm:pt modelId="{2CCA7591-843C-4E85-8B88-66B45282BD1E}" type="sibTrans" cxnId="{A55BB6EB-93F5-4F23-8A9E-B06AF481C322}">
      <dgm:prSet/>
      <dgm:spPr/>
      <dgm:t>
        <a:bodyPr/>
        <a:lstStyle/>
        <a:p>
          <a:endParaRPr lang="uk-UA"/>
        </a:p>
      </dgm:t>
    </dgm:pt>
    <dgm:pt modelId="{D93579A4-6175-4040-8D96-3F55A1477420}">
      <dgm:prSet/>
      <dgm:spPr/>
      <dgm:t>
        <a:bodyPr/>
        <a:lstStyle/>
        <a:p>
          <a:r>
            <a:rPr lang="uk-UA" b="0" i="0"/>
            <a:t>прийняття першої конституції УСРР</a:t>
          </a:r>
          <a:endParaRPr lang="uk-UA"/>
        </a:p>
      </dgm:t>
    </dgm:pt>
    <dgm:pt modelId="{9C4175D2-0B03-4A8F-A7CA-953C659A2A87}" type="parTrans" cxnId="{8633C24D-ECAF-435E-A049-D1D7B59A8212}">
      <dgm:prSet/>
      <dgm:spPr/>
      <dgm:t>
        <a:bodyPr/>
        <a:lstStyle/>
        <a:p>
          <a:endParaRPr lang="uk-UA"/>
        </a:p>
      </dgm:t>
    </dgm:pt>
    <dgm:pt modelId="{1D046874-9570-4EC9-8A56-C4C5AFFF092D}" type="sibTrans" cxnId="{8633C24D-ECAF-435E-A049-D1D7B59A8212}">
      <dgm:prSet/>
      <dgm:spPr/>
      <dgm:t>
        <a:bodyPr/>
        <a:lstStyle/>
        <a:p>
          <a:endParaRPr lang="uk-UA"/>
        </a:p>
      </dgm:t>
    </dgm:pt>
    <dgm:pt modelId="{AA530D64-78B8-461C-BFBF-8AF31C14BAD5}">
      <dgm:prSet/>
      <dgm:spPr/>
      <dgm:t>
        <a:bodyPr/>
        <a:lstStyle/>
        <a:p>
          <a:r>
            <a:rPr lang="uk-UA" b="0" i="0" dirty="0"/>
            <a:t>обрання П. Скоропадського гетьманом України</a:t>
          </a:r>
          <a:endParaRPr lang="uk-UA" dirty="0"/>
        </a:p>
      </dgm:t>
    </dgm:pt>
    <dgm:pt modelId="{17CD5283-3159-4F4D-B977-1880CFB187AB}" type="parTrans" cxnId="{2BC720CB-ACEB-4977-832A-D2414358B7C9}">
      <dgm:prSet/>
      <dgm:spPr/>
      <dgm:t>
        <a:bodyPr/>
        <a:lstStyle/>
        <a:p>
          <a:endParaRPr lang="uk-UA"/>
        </a:p>
      </dgm:t>
    </dgm:pt>
    <dgm:pt modelId="{218DD67B-00CF-4B62-A72B-C94C07B9D880}" type="sibTrans" cxnId="{2BC720CB-ACEB-4977-832A-D2414358B7C9}">
      <dgm:prSet/>
      <dgm:spPr/>
      <dgm:t>
        <a:bodyPr/>
        <a:lstStyle/>
        <a:p>
          <a:endParaRPr lang="uk-UA"/>
        </a:p>
      </dgm:t>
    </dgm:pt>
    <dgm:pt modelId="{4F4DEACA-4CC1-491A-A72C-AAA01BA5DA90}" type="pres">
      <dgm:prSet presAssocID="{9709D45B-67E9-42F2-AC74-E9BE1899CD0E}" presName="linear" presStyleCnt="0">
        <dgm:presLayoutVars>
          <dgm:animLvl val="lvl"/>
          <dgm:resizeHandles val="exact"/>
        </dgm:presLayoutVars>
      </dgm:prSet>
      <dgm:spPr/>
    </dgm:pt>
    <dgm:pt modelId="{02FB8098-63CF-4DBB-9543-1C8A3BA372FC}" type="pres">
      <dgm:prSet presAssocID="{88C40625-3ED5-4695-AC65-5ED7C1AFD06D}" presName="parentText" presStyleLbl="node1" presStyleIdx="0" presStyleCnt="5">
        <dgm:presLayoutVars>
          <dgm:chMax val="0"/>
          <dgm:bulletEnabled val="1"/>
        </dgm:presLayoutVars>
      </dgm:prSet>
      <dgm:spPr/>
    </dgm:pt>
    <dgm:pt modelId="{ECC9053A-8BA4-4FDD-A297-A2FE200B62F2}" type="pres">
      <dgm:prSet presAssocID="{69F8A604-735E-430B-BBD4-3561A2201C65}" presName="spacer" presStyleCnt="0"/>
      <dgm:spPr/>
    </dgm:pt>
    <dgm:pt modelId="{98165DBF-C287-42F8-BC81-80C9387B32B6}" type="pres">
      <dgm:prSet presAssocID="{B0430C62-BCA1-497C-8184-C975BC6B95DD}" presName="parentText" presStyleLbl="node1" presStyleIdx="1" presStyleCnt="5">
        <dgm:presLayoutVars>
          <dgm:chMax val="0"/>
          <dgm:bulletEnabled val="1"/>
        </dgm:presLayoutVars>
      </dgm:prSet>
      <dgm:spPr/>
    </dgm:pt>
    <dgm:pt modelId="{66149292-ED79-47D3-B3BD-F9758CDA2631}" type="pres">
      <dgm:prSet presAssocID="{AFA0D3A5-0261-4A8D-89B6-0EA7D1168D36}" presName="spacer" presStyleCnt="0"/>
      <dgm:spPr/>
    </dgm:pt>
    <dgm:pt modelId="{3CD52F24-DF23-4BBF-94F3-0446120E7016}" type="pres">
      <dgm:prSet presAssocID="{5DE17AE6-09B2-4A1A-B737-AC98F698241A}" presName="parentText" presStyleLbl="node1" presStyleIdx="2" presStyleCnt="5">
        <dgm:presLayoutVars>
          <dgm:chMax val="0"/>
          <dgm:bulletEnabled val="1"/>
        </dgm:presLayoutVars>
      </dgm:prSet>
      <dgm:spPr/>
    </dgm:pt>
    <dgm:pt modelId="{DDF259CE-014B-4B04-B557-B5522517EE1A}" type="pres">
      <dgm:prSet presAssocID="{2CCA7591-843C-4E85-8B88-66B45282BD1E}" presName="spacer" presStyleCnt="0"/>
      <dgm:spPr/>
    </dgm:pt>
    <dgm:pt modelId="{76641F2E-BC55-4F04-8433-7C0CA7E84937}" type="pres">
      <dgm:prSet presAssocID="{D93579A4-6175-4040-8D96-3F55A1477420}" presName="parentText" presStyleLbl="node1" presStyleIdx="3" presStyleCnt="5">
        <dgm:presLayoutVars>
          <dgm:chMax val="0"/>
          <dgm:bulletEnabled val="1"/>
        </dgm:presLayoutVars>
      </dgm:prSet>
      <dgm:spPr/>
    </dgm:pt>
    <dgm:pt modelId="{C31456C4-D7AB-492D-856F-A812FFBCD266}" type="pres">
      <dgm:prSet presAssocID="{1D046874-9570-4EC9-8A56-C4C5AFFF092D}" presName="spacer" presStyleCnt="0"/>
      <dgm:spPr/>
    </dgm:pt>
    <dgm:pt modelId="{C34ED8AE-1C60-4DCE-9154-C86EA64C896F}" type="pres">
      <dgm:prSet presAssocID="{AA530D64-78B8-461C-BFBF-8AF31C14BAD5}" presName="parentText" presStyleLbl="node1" presStyleIdx="4" presStyleCnt="5">
        <dgm:presLayoutVars>
          <dgm:chMax val="0"/>
          <dgm:bulletEnabled val="1"/>
        </dgm:presLayoutVars>
      </dgm:prSet>
      <dgm:spPr/>
    </dgm:pt>
  </dgm:ptLst>
  <dgm:cxnLst>
    <dgm:cxn modelId="{515A600B-266C-4A12-A945-D7576535C007}" type="presOf" srcId="{88C40625-3ED5-4695-AC65-5ED7C1AFD06D}" destId="{02FB8098-63CF-4DBB-9543-1C8A3BA372FC}" srcOrd="0" destOrd="0" presId="urn:microsoft.com/office/officeart/2005/8/layout/vList2"/>
    <dgm:cxn modelId="{5EFB5918-2937-4B3B-9BF6-1396C023AEFC}" type="presOf" srcId="{D93579A4-6175-4040-8D96-3F55A1477420}" destId="{76641F2E-BC55-4F04-8433-7C0CA7E84937}" srcOrd="0" destOrd="0" presId="urn:microsoft.com/office/officeart/2005/8/layout/vList2"/>
    <dgm:cxn modelId="{9536F51D-489B-4116-98AA-B09AD828D5AB}" type="presOf" srcId="{9709D45B-67E9-42F2-AC74-E9BE1899CD0E}" destId="{4F4DEACA-4CC1-491A-A72C-AAA01BA5DA90}" srcOrd="0" destOrd="0" presId="urn:microsoft.com/office/officeart/2005/8/layout/vList2"/>
    <dgm:cxn modelId="{C5425B20-D619-48E5-AD2B-F0D192CB04A6}" srcId="{9709D45B-67E9-42F2-AC74-E9BE1899CD0E}" destId="{B0430C62-BCA1-497C-8184-C975BC6B95DD}" srcOrd="1" destOrd="0" parTransId="{D8040C69-98EA-4E2C-8DBD-9BA091DBFEB1}" sibTransId="{AFA0D3A5-0261-4A8D-89B6-0EA7D1168D36}"/>
    <dgm:cxn modelId="{8633C24D-ECAF-435E-A049-D1D7B59A8212}" srcId="{9709D45B-67E9-42F2-AC74-E9BE1899CD0E}" destId="{D93579A4-6175-4040-8D96-3F55A1477420}" srcOrd="3" destOrd="0" parTransId="{9C4175D2-0B03-4A8F-A7CA-953C659A2A87}" sibTransId="{1D046874-9570-4EC9-8A56-C4C5AFFF092D}"/>
    <dgm:cxn modelId="{911B2072-A582-4F02-B57F-11E5AB80F901}" type="presOf" srcId="{5DE17AE6-09B2-4A1A-B737-AC98F698241A}" destId="{3CD52F24-DF23-4BBF-94F3-0446120E7016}" srcOrd="0" destOrd="0" presId="urn:microsoft.com/office/officeart/2005/8/layout/vList2"/>
    <dgm:cxn modelId="{2BC720CB-ACEB-4977-832A-D2414358B7C9}" srcId="{9709D45B-67E9-42F2-AC74-E9BE1899CD0E}" destId="{AA530D64-78B8-461C-BFBF-8AF31C14BAD5}" srcOrd="4" destOrd="0" parTransId="{17CD5283-3159-4F4D-B977-1880CFB187AB}" sibTransId="{218DD67B-00CF-4B62-A72B-C94C07B9D880}"/>
    <dgm:cxn modelId="{354408DC-2AB9-4FA2-A0D2-9262D5A03312}" type="presOf" srcId="{AA530D64-78B8-461C-BFBF-8AF31C14BAD5}" destId="{C34ED8AE-1C60-4DCE-9154-C86EA64C896F}" srcOrd="0" destOrd="0" presId="urn:microsoft.com/office/officeart/2005/8/layout/vList2"/>
    <dgm:cxn modelId="{A55BB6EB-93F5-4F23-8A9E-B06AF481C322}" srcId="{9709D45B-67E9-42F2-AC74-E9BE1899CD0E}" destId="{5DE17AE6-09B2-4A1A-B737-AC98F698241A}" srcOrd="2" destOrd="0" parTransId="{8C0ED586-E903-43B1-B94E-B75D87682F09}" sibTransId="{2CCA7591-843C-4E85-8B88-66B45282BD1E}"/>
    <dgm:cxn modelId="{23CC2FEC-AFED-4B9B-BDAD-941C8A5631A7}" type="presOf" srcId="{B0430C62-BCA1-497C-8184-C975BC6B95DD}" destId="{98165DBF-C287-42F8-BC81-80C9387B32B6}" srcOrd="0" destOrd="0" presId="urn:microsoft.com/office/officeart/2005/8/layout/vList2"/>
    <dgm:cxn modelId="{9EDA18F2-E9E8-4160-9FE1-E6B5643FF262}" srcId="{9709D45B-67E9-42F2-AC74-E9BE1899CD0E}" destId="{88C40625-3ED5-4695-AC65-5ED7C1AFD06D}" srcOrd="0" destOrd="0" parTransId="{6B99AFBF-3EF6-4F7A-B3D8-4F606EC53662}" sibTransId="{69F8A604-735E-430B-BBD4-3561A2201C65}"/>
    <dgm:cxn modelId="{F86DFCF9-5A2C-4394-97DE-468C278DA7D4}" type="presParOf" srcId="{4F4DEACA-4CC1-491A-A72C-AAA01BA5DA90}" destId="{02FB8098-63CF-4DBB-9543-1C8A3BA372FC}" srcOrd="0" destOrd="0" presId="urn:microsoft.com/office/officeart/2005/8/layout/vList2"/>
    <dgm:cxn modelId="{038FC9E7-2E72-4357-B4E8-A59C94FBD8B1}" type="presParOf" srcId="{4F4DEACA-4CC1-491A-A72C-AAA01BA5DA90}" destId="{ECC9053A-8BA4-4FDD-A297-A2FE200B62F2}" srcOrd="1" destOrd="0" presId="urn:microsoft.com/office/officeart/2005/8/layout/vList2"/>
    <dgm:cxn modelId="{749EE70E-0F86-4D1D-8F38-5199D13C60E2}" type="presParOf" srcId="{4F4DEACA-4CC1-491A-A72C-AAA01BA5DA90}" destId="{98165DBF-C287-42F8-BC81-80C9387B32B6}" srcOrd="2" destOrd="0" presId="urn:microsoft.com/office/officeart/2005/8/layout/vList2"/>
    <dgm:cxn modelId="{3C7BE946-F12D-4FE2-8D4D-5F6E86C3A3FA}" type="presParOf" srcId="{4F4DEACA-4CC1-491A-A72C-AAA01BA5DA90}" destId="{66149292-ED79-47D3-B3BD-F9758CDA2631}" srcOrd="3" destOrd="0" presId="urn:microsoft.com/office/officeart/2005/8/layout/vList2"/>
    <dgm:cxn modelId="{E6431FB6-9344-4F47-B9D9-7CBA9E606400}" type="presParOf" srcId="{4F4DEACA-4CC1-491A-A72C-AAA01BA5DA90}" destId="{3CD52F24-DF23-4BBF-94F3-0446120E7016}" srcOrd="4" destOrd="0" presId="urn:microsoft.com/office/officeart/2005/8/layout/vList2"/>
    <dgm:cxn modelId="{2BDBF876-26C1-4A61-86E5-E831E0B07BA8}" type="presParOf" srcId="{4F4DEACA-4CC1-491A-A72C-AAA01BA5DA90}" destId="{DDF259CE-014B-4B04-B557-B5522517EE1A}" srcOrd="5" destOrd="0" presId="urn:microsoft.com/office/officeart/2005/8/layout/vList2"/>
    <dgm:cxn modelId="{F7BBBB1C-40EB-4F36-A38A-66730DD662F0}" type="presParOf" srcId="{4F4DEACA-4CC1-491A-A72C-AAA01BA5DA90}" destId="{76641F2E-BC55-4F04-8433-7C0CA7E84937}" srcOrd="6" destOrd="0" presId="urn:microsoft.com/office/officeart/2005/8/layout/vList2"/>
    <dgm:cxn modelId="{ACB02A22-F6CD-4BB1-996C-3AEA5356E3DB}" type="presParOf" srcId="{4F4DEACA-4CC1-491A-A72C-AAA01BA5DA90}" destId="{C31456C4-D7AB-492D-856F-A812FFBCD266}" srcOrd="7" destOrd="0" presId="urn:microsoft.com/office/officeart/2005/8/layout/vList2"/>
    <dgm:cxn modelId="{2CBABC62-438F-41F5-8D6F-5CE7C9163762}" type="presParOf" srcId="{4F4DEACA-4CC1-491A-A72C-AAA01BA5DA90}" destId="{C34ED8AE-1C60-4DCE-9154-C86EA64C896F}"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A96EE154-A630-4987-92AD-6B7E812CA94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0DAAE0CA-5B5C-488B-AB78-633C4F052C99}">
      <dgm:prSet/>
      <dgm:spPr/>
      <dgm:t>
        <a:bodyPr/>
        <a:lstStyle/>
        <a:p>
          <a:r>
            <a:rPr lang="uk-UA" b="0" i="0"/>
            <a:t>розгром Добровольчої армії генерала А. Денікіна</a:t>
          </a:r>
          <a:endParaRPr lang="uk-UA"/>
        </a:p>
      </dgm:t>
    </dgm:pt>
    <dgm:pt modelId="{08EC66AD-1CF1-4634-AE26-DFDCBE2563C3}" type="parTrans" cxnId="{6E53EA6B-A112-4878-B57E-4F3000799638}">
      <dgm:prSet/>
      <dgm:spPr/>
      <dgm:t>
        <a:bodyPr/>
        <a:lstStyle/>
        <a:p>
          <a:endParaRPr lang="uk-UA"/>
        </a:p>
      </dgm:t>
    </dgm:pt>
    <dgm:pt modelId="{7045B690-241B-42CF-B551-8077C679C41B}" type="sibTrans" cxnId="{6E53EA6B-A112-4878-B57E-4F3000799638}">
      <dgm:prSet/>
      <dgm:spPr/>
      <dgm:t>
        <a:bodyPr/>
        <a:lstStyle/>
        <a:p>
          <a:endParaRPr lang="uk-UA"/>
        </a:p>
      </dgm:t>
    </dgm:pt>
    <dgm:pt modelId="{18BAC6D5-A2CE-4A64-8D5A-DA27ABABD077}">
      <dgm:prSet/>
      <dgm:spPr/>
      <dgm:t>
        <a:bodyPr/>
        <a:lstStyle/>
        <a:p>
          <a:r>
            <a:rPr lang="uk-UA" b="0" i="0"/>
            <a:t>проголошення Української Держави</a:t>
          </a:r>
          <a:endParaRPr lang="uk-UA"/>
        </a:p>
      </dgm:t>
    </dgm:pt>
    <dgm:pt modelId="{A88233FE-0C3B-4F51-B8BF-5000BB603669}" type="parTrans" cxnId="{E4E4726B-AE10-400A-9EDC-1B0D4A1F4FBE}">
      <dgm:prSet/>
      <dgm:spPr/>
      <dgm:t>
        <a:bodyPr/>
        <a:lstStyle/>
        <a:p>
          <a:endParaRPr lang="uk-UA"/>
        </a:p>
      </dgm:t>
    </dgm:pt>
    <dgm:pt modelId="{D9ACEB40-F52A-47E5-BAF2-42D68E099D0D}" type="sibTrans" cxnId="{E4E4726B-AE10-400A-9EDC-1B0D4A1F4FBE}">
      <dgm:prSet/>
      <dgm:spPr/>
      <dgm:t>
        <a:bodyPr/>
        <a:lstStyle/>
        <a:p>
          <a:endParaRPr lang="uk-UA"/>
        </a:p>
      </dgm:t>
    </dgm:pt>
    <dgm:pt modelId="{31DFCF0D-1983-433F-A287-7C1C712EC8F9}">
      <dgm:prSet/>
      <dgm:spPr/>
      <dgm:t>
        <a:bodyPr/>
        <a:lstStyle/>
        <a:p>
          <a:r>
            <a:rPr lang="uk-UA" b="0" i="0"/>
            <a:t>утворення Західноукраїнської Народної Республіки</a:t>
          </a:r>
          <a:endParaRPr lang="uk-UA"/>
        </a:p>
      </dgm:t>
    </dgm:pt>
    <dgm:pt modelId="{0CDFBC9D-65AF-48E0-B5E1-42F7246B94B9}" type="parTrans" cxnId="{C5336A87-ABFC-4B6B-A613-5AB4812A6A0F}">
      <dgm:prSet/>
      <dgm:spPr/>
      <dgm:t>
        <a:bodyPr/>
        <a:lstStyle/>
        <a:p>
          <a:endParaRPr lang="uk-UA"/>
        </a:p>
      </dgm:t>
    </dgm:pt>
    <dgm:pt modelId="{1D4EAEF9-E0D1-4E98-83E7-2E1B6ACC449C}" type="sibTrans" cxnId="{C5336A87-ABFC-4B6B-A613-5AB4812A6A0F}">
      <dgm:prSet/>
      <dgm:spPr/>
      <dgm:t>
        <a:bodyPr/>
        <a:lstStyle/>
        <a:p>
          <a:endParaRPr lang="uk-UA"/>
        </a:p>
      </dgm:t>
    </dgm:pt>
    <dgm:pt modelId="{8250E944-4CBC-4762-A1EC-58A29200CEBE}">
      <dgm:prSet/>
      <dgm:spPr/>
      <dgm:t>
        <a:bodyPr/>
        <a:lstStyle/>
        <a:p>
          <a:r>
            <a:rPr lang="uk-UA" b="0" i="0"/>
            <a:t>утворення Директорії УНР</a:t>
          </a:r>
          <a:endParaRPr lang="uk-UA"/>
        </a:p>
      </dgm:t>
    </dgm:pt>
    <dgm:pt modelId="{81FABFA8-6580-48D3-8473-99C8D32F7265}" type="parTrans" cxnId="{9F22CFA1-C2C0-4F64-857C-560678890B79}">
      <dgm:prSet/>
      <dgm:spPr/>
      <dgm:t>
        <a:bodyPr/>
        <a:lstStyle/>
        <a:p>
          <a:endParaRPr lang="uk-UA"/>
        </a:p>
      </dgm:t>
    </dgm:pt>
    <dgm:pt modelId="{EE1BCB1C-B5D3-484F-BA34-A2A581D3F95D}" type="sibTrans" cxnId="{9F22CFA1-C2C0-4F64-857C-560678890B79}">
      <dgm:prSet/>
      <dgm:spPr/>
      <dgm:t>
        <a:bodyPr/>
        <a:lstStyle/>
        <a:p>
          <a:endParaRPr lang="uk-UA"/>
        </a:p>
      </dgm:t>
    </dgm:pt>
    <dgm:pt modelId="{3880AC2F-24FC-4527-819F-AD9E02CEF9F1}" type="pres">
      <dgm:prSet presAssocID="{A96EE154-A630-4987-92AD-6B7E812CA946}" presName="linearFlow" presStyleCnt="0">
        <dgm:presLayoutVars>
          <dgm:dir/>
          <dgm:resizeHandles val="exact"/>
        </dgm:presLayoutVars>
      </dgm:prSet>
      <dgm:spPr/>
    </dgm:pt>
    <dgm:pt modelId="{CD31B4E1-D275-40B6-9611-C8351BB7E476}" type="pres">
      <dgm:prSet presAssocID="{0DAAE0CA-5B5C-488B-AB78-633C4F052C99}" presName="composite" presStyleCnt="0"/>
      <dgm:spPr/>
    </dgm:pt>
    <dgm:pt modelId="{028DD41F-B378-42FD-88AF-44DE02427441}" type="pres">
      <dgm:prSet presAssocID="{0DAAE0CA-5B5C-488B-AB78-633C4F052C99}" presName="imgShp" presStyleLbl="fgImgPlace1" presStyleIdx="0" presStyleCnt="4"/>
      <dgm:spPr/>
    </dgm:pt>
    <dgm:pt modelId="{1098114A-F893-48FD-A9DE-8FBE44E6C127}" type="pres">
      <dgm:prSet presAssocID="{0DAAE0CA-5B5C-488B-AB78-633C4F052C99}" presName="txShp" presStyleLbl="node1" presStyleIdx="0" presStyleCnt="4">
        <dgm:presLayoutVars>
          <dgm:bulletEnabled val="1"/>
        </dgm:presLayoutVars>
      </dgm:prSet>
      <dgm:spPr/>
    </dgm:pt>
    <dgm:pt modelId="{B0912D47-6762-4731-846B-743AF1BBF934}" type="pres">
      <dgm:prSet presAssocID="{7045B690-241B-42CF-B551-8077C679C41B}" presName="spacing" presStyleCnt="0"/>
      <dgm:spPr/>
    </dgm:pt>
    <dgm:pt modelId="{2AB40036-6029-41A6-AAA3-4203A496E244}" type="pres">
      <dgm:prSet presAssocID="{18BAC6D5-A2CE-4A64-8D5A-DA27ABABD077}" presName="composite" presStyleCnt="0"/>
      <dgm:spPr/>
    </dgm:pt>
    <dgm:pt modelId="{46A0F7B2-8A6C-4FBD-86BC-A382D067B205}" type="pres">
      <dgm:prSet presAssocID="{18BAC6D5-A2CE-4A64-8D5A-DA27ABABD077}" presName="imgShp" presStyleLbl="fgImgPlace1" presStyleIdx="1" presStyleCnt="4"/>
      <dgm:spPr/>
    </dgm:pt>
    <dgm:pt modelId="{9FEB03CC-6187-489B-AA4B-F95EA8E248EA}" type="pres">
      <dgm:prSet presAssocID="{18BAC6D5-A2CE-4A64-8D5A-DA27ABABD077}" presName="txShp" presStyleLbl="node1" presStyleIdx="1" presStyleCnt="4">
        <dgm:presLayoutVars>
          <dgm:bulletEnabled val="1"/>
        </dgm:presLayoutVars>
      </dgm:prSet>
      <dgm:spPr/>
    </dgm:pt>
    <dgm:pt modelId="{BDD0A7D1-1EC5-472A-A985-748FB7B81464}" type="pres">
      <dgm:prSet presAssocID="{D9ACEB40-F52A-47E5-BAF2-42D68E099D0D}" presName="spacing" presStyleCnt="0"/>
      <dgm:spPr/>
    </dgm:pt>
    <dgm:pt modelId="{4F52BBD6-4625-40C3-9AE6-D3066B76C53B}" type="pres">
      <dgm:prSet presAssocID="{31DFCF0D-1983-433F-A287-7C1C712EC8F9}" presName="composite" presStyleCnt="0"/>
      <dgm:spPr/>
    </dgm:pt>
    <dgm:pt modelId="{5E0EBB57-0E10-41D0-8F64-2B50B0CDFBF5}" type="pres">
      <dgm:prSet presAssocID="{31DFCF0D-1983-433F-A287-7C1C712EC8F9}" presName="imgShp" presStyleLbl="fgImgPlace1" presStyleIdx="2" presStyleCnt="4"/>
      <dgm:spPr/>
    </dgm:pt>
    <dgm:pt modelId="{1E46FAF9-FA46-40D6-9918-5C7EED218334}" type="pres">
      <dgm:prSet presAssocID="{31DFCF0D-1983-433F-A287-7C1C712EC8F9}" presName="txShp" presStyleLbl="node1" presStyleIdx="2" presStyleCnt="4">
        <dgm:presLayoutVars>
          <dgm:bulletEnabled val="1"/>
        </dgm:presLayoutVars>
      </dgm:prSet>
      <dgm:spPr/>
    </dgm:pt>
    <dgm:pt modelId="{409C0135-F834-4435-B6D8-20FD82D7AA88}" type="pres">
      <dgm:prSet presAssocID="{1D4EAEF9-E0D1-4E98-83E7-2E1B6ACC449C}" presName="spacing" presStyleCnt="0"/>
      <dgm:spPr/>
    </dgm:pt>
    <dgm:pt modelId="{E99CCB9A-D1FB-4E22-855E-C14DBA546793}" type="pres">
      <dgm:prSet presAssocID="{8250E944-4CBC-4762-A1EC-58A29200CEBE}" presName="composite" presStyleCnt="0"/>
      <dgm:spPr/>
    </dgm:pt>
    <dgm:pt modelId="{B191D572-99D7-41B0-AF38-513693DF2C42}" type="pres">
      <dgm:prSet presAssocID="{8250E944-4CBC-4762-A1EC-58A29200CEBE}" presName="imgShp" presStyleLbl="fgImgPlace1" presStyleIdx="3" presStyleCnt="4"/>
      <dgm:spPr/>
    </dgm:pt>
    <dgm:pt modelId="{3FBAE1B5-A104-4E6E-ADCD-E60B93A149F6}" type="pres">
      <dgm:prSet presAssocID="{8250E944-4CBC-4762-A1EC-58A29200CEBE}" presName="txShp" presStyleLbl="node1" presStyleIdx="3" presStyleCnt="4">
        <dgm:presLayoutVars>
          <dgm:bulletEnabled val="1"/>
        </dgm:presLayoutVars>
      </dgm:prSet>
      <dgm:spPr/>
    </dgm:pt>
  </dgm:ptLst>
  <dgm:cxnLst>
    <dgm:cxn modelId="{23E25149-4712-4635-9CC6-C7E4DA1EFB74}" type="presOf" srcId="{A96EE154-A630-4987-92AD-6B7E812CA946}" destId="{3880AC2F-24FC-4527-819F-AD9E02CEF9F1}" srcOrd="0" destOrd="0" presId="urn:microsoft.com/office/officeart/2005/8/layout/vList3"/>
    <dgm:cxn modelId="{E4E4726B-AE10-400A-9EDC-1B0D4A1F4FBE}" srcId="{A96EE154-A630-4987-92AD-6B7E812CA946}" destId="{18BAC6D5-A2CE-4A64-8D5A-DA27ABABD077}" srcOrd="1" destOrd="0" parTransId="{A88233FE-0C3B-4F51-B8BF-5000BB603669}" sibTransId="{D9ACEB40-F52A-47E5-BAF2-42D68E099D0D}"/>
    <dgm:cxn modelId="{6E53EA6B-A112-4878-B57E-4F3000799638}" srcId="{A96EE154-A630-4987-92AD-6B7E812CA946}" destId="{0DAAE0CA-5B5C-488B-AB78-633C4F052C99}" srcOrd="0" destOrd="0" parTransId="{08EC66AD-1CF1-4634-AE26-DFDCBE2563C3}" sibTransId="{7045B690-241B-42CF-B551-8077C679C41B}"/>
    <dgm:cxn modelId="{DF5F3F75-F5CD-4094-B3E1-19889476D0C8}" type="presOf" srcId="{0DAAE0CA-5B5C-488B-AB78-633C4F052C99}" destId="{1098114A-F893-48FD-A9DE-8FBE44E6C127}" srcOrd="0" destOrd="0" presId="urn:microsoft.com/office/officeart/2005/8/layout/vList3"/>
    <dgm:cxn modelId="{C5336A87-ABFC-4B6B-A613-5AB4812A6A0F}" srcId="{A96EE154-A630-4987-92AD-6B7E812CA946}" destId="{31DFCF0D-1983-433F-A287-7C1C712EC8F9}" srcOrd="2" destOrd="0" parTransId="{0CDFBC9D-65AF-48E0-B5E1-42F7246B94B9}" sibTransId="{1D4EAEF9-E0D1-4E98-83E7-2E1B6ACC449C}"/>
    <dgm:cxn modelId="{9F22CFA1-C2C0-4F64-857C-560678890B79}" srcId="{A96EE154-A630-4987-92AD-6B7E812CA946}" destId="{8250E944-4CBC-4762-A1EC-58A29200CEBE}" srcOrd="3" destOrd="0" parTransId="{81FABFA8-6580-48D3-8473-99C8D32F7265}" sibTransId="{EE1BCB1C-B5D3-484F-BA34-A2A581D3F95D}"/>
    <dgm:cxn modelId="{F267F9BE-2385-48ED-8D87-49ED3D5C7431}" type="presOf" srcId="{31DFCF0D-1983-433F-A287-7C1C712EC8F9}" destId="{1E46FAF9-FA46-40D6-9918-5C7EED218334}" srcOrd="0" destOrd="0" presId="urn:microsoft.com/office/officeart/2005/8/layout/vList3"/>
    <dgm:cxn modelId="{3A5F24BF-0B84-4507-BF8F-87676B4A6523}" type="presOf" srcId="{8250E944-4CBC-4762-A1EC-58A29200CEBE}" destId="{3FBAE1B5-A104-4E6E-ADCD-E60B93A149F6}" srcOrd="0" destOrd="0" presId="urn:microsoft.com/office/officeart/2005/8/layout/vList3"/>
    <dgm:cxn modelId="{7F9619F0-C765-46E2-8FEC-15E1AE854994}" type="presOf" srcId="{18BAC6D5-A2CE-4A64-8D5A-DA27ABABD077}" destId="{9FEB03CC-6187-489B-AA4B-F95EA8E248EA}" srcOrd="0" destOrd="0" presId="urn:microsoft.com/office/officeart/2005/8/layout/vList3"/>
    <dgm:cxn modelId="{4D4ECD15-DAAE-4DC2-80F0-172A25FBEB67}" type="presParOf" srcId="{3880AC2F-24FC-4527-819F-AD9E02CEF9F1}" destId="{CD31B4E1-D275-40B6-9611-C8351BB7E476}" srcOrd="0" destOrd="0" presId="urn:microsoft.com/office/officeart/2005/8/layout/vList3"/>
    <dgm:cxn modelId="{80A56FF1-1A7B-418F-8CE3-41142A17DD95}" type="presParOf" srcId="{CD31B4E1-D275-40B6-9611-C8351BB7E476}" destId="{028DD41F-B378-42FD-88AF-44DE02427441}" srcOrd="0" destOrd="0" presId="urn:microsoft.com/office/officeart/2005/8/layout/vList3"/>
    <dgm:cxn modelId="{9800DAB4-98D0-4230-A849-6C0645AB3D4F}" type="presParOf" srcId="{CD31B4E1-D275-40B6-9611-C8351BB7E476}" destId="{1098114A-F893-48FD-A9DE-8FBE44E6C127}" srcOrd="1" destOrd="0" presId="urn:microsoft.com/office/officeart/2005/8/layout/vList3"/>
    <dgm:cxn modelId="{601C8AEA-3BA6-4D02-B664-70E417641B7E}" type="presParOf" srcId="{3880AC2F-24FC-4527-819F-AD9E02CEF9F1}" destId="{B0912D47-6762-4731-846B-743AF1BBF934}" srcOrd="1" destOrd="0" presId="urn:microsoft.com/office/officeart/2005/8/layout/vList3"/>
    <dgm:cxn modelId="{26D60856-2D06-484C-B521-F34100DE92EC}" type="presParOf" srcId="{3880AC2F-24FC-4527-819F-AD9E02CEF9F1}" destId="{2AB40036-6029-41A6-AAA3-4203A496E244}" srcOrd="2" destOrd="0" presId="urn:microsoft.com/office/officeart/2005/8/layout/vList3"/>
    <dgm:cxn modelId="{2B1675B1-2849-423B-B282-465D553BC4A6}" type="presParOf" srcId="{2AB40036-6029-41A6-AAA3-4203A496E244}" destId="{46A0F7B2-8A6C-4FBD-86BC-A382D067B205}" srcOrd="0" destOrd="0" presId="urn:microsoft.com/office/officeart/2005/8/layout/vList3"/>
    <dgm:cxn modelId="{A7B87885-DFC3-4403-A5DC-4F54D5F0492D}" type="presParOf" srcId="{2AB40036-6029-41A6-AAA3-4203A496E244}" destId="{9FEB03CC-6187-489B-AA4B-F95EA8E248EA}" srcOrd="1" destOrd="0" presId="urn:microsoft.com/office/officeart/2005/8/layout/vList3"/>
    <dgm:cxn modelId="{6233FF6D-0334-4809-86DF-95FAC4B3ACA2}" type="presParOf" srcId="{3880AC2F-24FC-4527-819F-AD9E02CEF9F1}" destId="{BDD0A7D1-1EC5-472A-A985-748FB7B81464}" srcOrd="3" destOrd="0" presId="urn:microsoft.com/office/officeart/2005/8/layout/vList3"/>
    <dgm:cxn modelId="{3FF28FC3-4771-4AAA-8234-66B8A635D258}" type="presParOf" srcId="{3880AC2F-24FC-4527-819F-AD9E02CEF9F1}" destId="{4F52BBD6-4625-40C3-9AE6-D3066B76C53B}" srcOrd="4" destOrd="0" presId="urn:microsoft.com/office/officeart/2005/8/layout/vList3"/>
    <dgm:cxn modelId="{B838F47F-9E60-425C-B391-94925766A698}" type="presParOf" srcId="{4F52BBD6-4625-40C3-9AE6-D3066B76C53B}" destId="{5E0EBB57-0E10-41D0-8F64-2B50B0CDFBF5}" srcOrd="0" destOrd="0" presId="urn:microsoft.com/office/officeart/2005/8/layout/vList3"/>
    <dgm:cxn modelId="{56619697-CFB5-46A0-B614-74B5471FB444}" type="presParOf" srcId="{4F52BBD6-4625-40C3-9AE6-D3066B76C53B}" destId="{1E46FAF9-FA46-40D6-9918-5C7EED218334}" srcOrd="1" destOrd="0" presId="urn:microsoft.com/office/officeart/2005/8/layout/vList3"/>
    <dgm:cxn modelId="{597263FB-4F54-4694-89B6-DCE991207099}" type="presParOf" srcId="{3880AC2F-24FC-4527-819F-AD9E02CEF9F1}" destId="{409C0135-F834-4435-B6D8-20FD82D7AA88}" srcOrd="5" destOrd="0" presId="urn:microsoft.com/office/officeart/2005/8/layout/vList3"/>
    <dgm:cxn modelId="{5B3870BE-4F05-44F2-ABCA-7EEBA8670929}" type="presParOf" srcId="{3880AC2F-24FC-4527-819F-AD9E02CEF9F1}" destId="{E99CCB9A-D1FB-4E22-855E-C14DBA546793}" srcOrd="6" destOrd="0" presId="urn:microsoft.com/office/officeart/2005/8/layout/vList3"/>
    <dgm:cxn modelId="{9D96E603-650E-4554-AF99-31D8E0096B2D}" type="presParOf" srcId="{E99CCB9A-D1FB-4E22-855E-C14DBA546793}" destId="{B191D572-99D7-41B0-AF38-513693DF2C42}" srcOrd="0" destOrd="0" presId="urn:microsoft.com/office/officeart/2005/8/layout/vList3"/>
    <dgm:cxn modelId="{43D11918-4FE1-4A59-92D1-151EEEF31569}" type="presParOf" srcId="{E99CCB9A-D1FB-4E22-855E-C14DBA546793}" destId="{3FBAE1B5-A104-4E6E-ADCD-E60B93A149F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184E03F-F2BC-4592-92DB-23EAB3BFDE4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CAE76DD-950D-4F13-B04C-0458E25547EF}">
      <dgm:prSet/>
      <dgm:spPr/>
      <dgm:t>
        <a:bodyPr/>
        <a:lstStyle/>
        <a:p>
          <a:r>
            <a:rPr lang="uk-UA" b="0" i="0"/>
            <a:t>повалення режиму гетьмана П. Скоропадського</a:t>
          </a:r>
          <a:endParaRPr lang="uk-UA"/>
        </a:p>
      </dgm:t>
    </dgm:pt>
    <dgm:pt modelId="{F02A5395-6CA0-4A01-AE0D-20FD870EE9BA}" type="parTrans" cxnId="{C641C087-4EB4-4586-9698-D4A5EF103B25}">
      <dgm:prSet/>
      <dgm:spPr/>
      <dgm:t>
        <a:bodyPr/>
        <a:lstStyle/>
        <a:p>
          <a:endParaRPr lang="uk-UA"/>
        </a:p>
      </dgm:t>
    </dgm:pt>
    <dgm:pt modelId="{0870AD17-AFC1-41B9-B2A0-DECF86AEAD7F}" type="sibTrans" cxnId="{C641C087-4EB4-4586-9698-D4A5EF103B25}">
      <dgm:prSet/>
      <dgm:spPr/>
      <dgm:t>
        <a:bodyPr/>
        <a:lstStyle/>
        <a:p>
          <a:endParaRPr lang="uk-UA"/>
        </a:p>
      </dgm:t>
    </dgm:pt>
    <dgm:pt modelId="{69258BB5-6F4A-49F7-ABA4-A82975580C56}">
      <dgm:prSet/>
      <dgm:spPr/>
      <dgm:t>
        <a:bodyPr/>
        <a:lstStyle/>
        <a:p>
          <a:r>
            <a:rPr lang="uk-UA" b="0" i="0"/>
            <a:t>припинення збройної боротьби за незалежність України</a:t>
          </a:r>
          <a:endParaRPr lang="uk-UA"/>
        </a:p>
      </dgm:t>
    </dgm:pt>
    <dgm:pt modelId="{82012715-B43C-48B4-B48D-69FDFD64929B}" type="parTrans" cxnId="{7A70FC74-A14B-4CA7-9E8E-53A3BA21A1FF}">
      <dgm:prSet/>
      <dgm:spPr/>
      <dgm:t>
        <a:bodyPr/>
        <a:lstStyle/>
        <a:p>
          <a:endParaRPr lang="uk-UA"/>
        </a:p>
      </dgm:t>
    </dgm:pt>
    <dgm:pt modelId="{9A9F7C54-C71A-4FA3-8D53-D3FD75F7AD0E}" type="sibTrans" cxnId="{7A70FC74-A14B-4CA7-9E8E-53A3BA21A1FF}">
      <dgm:prSet/>
      <dgm:spPr/>
      <dgm:t>
        <a:bodyPr/>
        <a:lstStyle/>
        <a:p>
          <a:endParaRPr lang="uk-UA"/>
        </a:p>
      </dgm:t>
    </dgm:pt>
    <dgm:pt modelId="{6853AFEA-FFE9-4DD1-ABD5-768EFC61E60E}">
      <dgm:prSet/>
      <dgm:spPr/>
      <dgm:t>
        <a:bodyPr/>
        <a:lstStyle/>
        <a:p>
          <a:r>
            <a:rPr lang="uk-UA" b="0" i="0"/>
            <a:t>відновлення радянської влади на території України</a:t>
          </a:r>
          <a:endParaRPr lang="uk-UA"/>
        </a:p>
      </dgm:t>
    </dgm:pt>
    <dgm:pt modelId="{5332ADF9-515D-403E-A2FE-8509FEBB6845}" type="parTrans" cxnId="{F05BF31F-34DD-45F9-B61F-71DEC9C1A160}">
      <dgm:prSet/>
      <dgm:spPr/>
      <dgm:t>
        <a:bodyPr/>
        <a:lstStyle/>
        <a:p>
          <a:endParaRPr lang="uk-UA"/>
        </a:p>
      </dgm:t>
    </dgm:pt>
    <dgm:pt modelId="{AB8E1610-2FFD-4551-8723-AE8E0CD83372}" type="sibTrans" cxnId="{F05BF31F-34DD-45F9-B61F-71DEC9C1A160}">
      <dgm:prSet/>
      <dgm:spPr/>
      <dgm:t>
        <a:bodyPr/>
        <a:lstStyle/>
        <a:p>
          <a:endParaRPr lang="uk-UA"/>
        </a:p>
      </dgm:t>
    </dgm:pt>
    <dgm:pt modelId="{2E6DB12C-1871-4275-903F-396CB12795F2}">
      <dgm:prSet/>
      <dgm:spPr/>
      <dgm:t>
        <a:bodyPr/>
        <a:lstStyle/>
        <a:p>
          <a:r>
            <a:rPr lang="uk-UA" b="0" i="0"/>
            <a:t>запровадження державної монополії на продаж хліба, цукру, спирту; заборона на вивіз нафти</a:t>
          </a:r>
          <a:endParaRPr lang="uk-UA"/>
        </a:p>
      </dgm:t>
    </dgm:pt>
    <dgm:pt modelId="{7C15D0C2-BAF9-4A69-85A2-D36963925EA7}" type="parTrans" cxnId="{F972C58A-20FB-4300-A653-FD9899118AF0}">
      <dgm:prSet/>
      <dgm:spPr/>
      <dgm:t>
        <a:bodyPr/>
        <a:lstStyle/>
        <a:p>
          <a:endParaRPr lang="uk-UA"/>
        </a:p>
      </dgm:t>
    </dgm:pt>
    <dgm:pt modelId="{75F83251-E513-412A-BC2E-139BEE3113D5}" type="sibTrans" cxnId="{F972C58A-20FB-4300-A653-FD9899118AF0}">
      <dgm:prSet/>
      <dgm:spPr/>
      <dgm:t>
        <a:bodyPr/>
        <a:lstStyle/>
        <a:p>
          <a:endParaRPr lang="uk-UA"/>
        </a:p>
      </dgm:t>
    </dgm:pt>
    <dgm:pt modelId="{723F2610-3515-4B70-A3AD-389875AF7136}">
      <dgm:prSet/>
      <dgm:spPr/>
      <dgm:t>
        <a:bodyPr/>
        <a:lstStyle/>
        <a:p>
          <a:r>
            <a:rPr lang="uk-UA" b="0" i="0"/>
            <a:t>відновлення поміщицького землеволодіння</a:t>
          </a:r>
          <a:endParaRPr lang="uk-UA"/>
        </a:p>
      </dgm:t>
    </dgm:pt>
    <dgm:pt modelId="{E5FE85DB-100E-4A05-B7C1-B80321E85352}" type="parTrans" cxnId="{ECFA1FC4-DD58-4554-AD6F-9566DFD858A9}">
      <dgm:prSet/>
      <dgm:spPr/>
      <dgm:t>
        <a:bodyPr/>
        <a:lstStyle/>
        <a:p>
          <a:endParaRPr lang="uk-UA"/>
        </a:p>
      </dgm:t>
    </dgm:pt>
    <dgm:pt modelId="{6742EF49-23A4-49F3-A3FD-37B8EBEE9275}" type="sibTrans" cxnId="{ECFA1FC4-DD58-4554-AD6F-9566DFD858A9}">
      <dgm:prSet/>
      <dgm:spPr/>
      <dgm:t>
        <a:bodyPr/>
        <a:lstStyle/>
        <a:p>
          <a:endParaRPr lang="uk-UA"/>
        </a:p>
      </dgm:t>
    </dgm:pt>
    <dgm:pt modelId="{3934DF16-2B1A-4105-9A72-C9E57C7708F8}" type="pres">
      <dgm:prSet presAssocID="{D184E03F-F2BC-4592-92DB-23EAB3BFDE40}" presName="linear" presStyleCnt="0">
        <dgm:presLayoutVars>
          <dgm:animLvl val="lvl"/>
          <dgm:resizeHandles val="exact"/>
        </dgm:presLayoutVars>
      </dgm:prSet>
      <dgm:spPr/>
    </dgm:pt>
    <dgm:pt modelId="{4450AF24-236D-412F-8239-3D9EA8225093}" type="pres">
      <dgm:prSet presAssocID="{DCAE76DD-950D-4F13-B04C-0458E25547EF}" presName="parentText" presStyleLbl="node1" presStyleIdx="0" presStyleCnt="5">
        <dgm:presLayoutVars>
          <dgm:chMax val="0"/>
          <dgm:bulletEnabled val="1"/>
        </dgm:presLayoutVars>
      </dgm:prSet>
      <dgm:spPr/>
    </dgm:pt>
    <dgm:pt modelId="{D0B276F3-66C0-4008-8D27-5BD9DD45EAB4}" type="pres">
      <dgm:prSet presAssocID="{0870AD17-AFC1-41B9-B2A0-DECF86AEAD7F}" presName="spacer" presStyleCnt="0"/>
      <dgm:spPr/>
    </dgm:pt>
    <dgm:pt modelId="{CA50EED3-953A-45BE-A42F-36DE947A554B}" type="pres">
      <dgm:prSet presAssocID="{69258BB5-6F4A-49F7-ABA4-A82975580C56}" presName="parentText" presStyleLbl="node1" presStyleIdx="1" presStyleCnt="5">
        <dgm:presLayoutVars>
          <dgm:chMax val="0"/>
          <dgm:bulletEnabled val="1"/>
        </dgm:presLayoutVars>
      </dgm:prSet>
      <dgm:spPr/>
    </dgm:pt>
    <dgm:pt modelId="{D186CFC4-B49D-44A9-B435-0BCF5FE16E12}" type="pres">
      <dgm:prSet presAssocID="{9A9F7C54-C71A-4FA3-8D53-D3FD75F7AD0E}" presName="spacer" presStyleCnt="0"/>
      <dgm:spPr/>
    </dgm:pt>
    <dgm:pt modelId="{4B16B2B5-9BBB-4228-B72A-FA75BB273B2A}" type="pres">
      <dgm:prSet presAssocID="{6853AFEA-FFE9-4DD1-ABD5-768EFC61E60E}" presName="parentText" presStyleLbl="node1" presStyleIdx="2" presStyleCnt="5">
        <dgm:presLayoutVars>
          <dgm:chMax val="0"/>
          <dgm:bulletEnabled val="1"/>
        </dgm:presLayoutVars>
      </dgm:prSet>
      <dgm:spPr/>
    </dgm:pt>
    <dgm:pt modelId="{C5AA1363-5D1A-45B1-A8D4-8D59449AD50E}" type="pres">
      <dgm:prSet presAssocID="{AB8E1610-2FFD-4551-8723-AE8E0CD83372}" presName="spacer" presStyleCnt="0"/>
      <dgm:spPr/>
    </dgm:pt>
    <dgm:pt modelId="{424490D8-13D4-403C-9B15-71B180E36C8D}" type="pres">
      <dgm:prSet presAssocID="{2E6DB12C-1871-4275-903F-396CB12795F2}" presName="parentText" presStyleLbl="node1" presStyleIdx="3" presStyleCnt="5">
        <dgm:presLayoutVars>
          <dgm:chMax val="0"/>
          <dgm:bulletEnabled val="1"/>
        </dgm:presLayoutVars>
      </dgm:prSet>
      <dgm:spPr/>
    </dgm:pt>
    <dgm:pt modelId="{109AF247-E9C5-4F87-8C13-23DC79920AB4}" type="pres">
      <dgm:prSet presAssocID="{75F83251-E513-412A-BC2E-139BEE3113D5}" presName="spacer" presStyleCnt="0"/>
      <dgm:spPr/>
    </dgm:pt>
    <dgm:pt modelId="{ACAD6D6A-006B-40F9-A384-1E89F618D1DB}" type="pres">
      <dgm:prSet presAssocID="{723F2610-3515-4B70-A3AD-389875AF7136}" presName="parentText" presStyleLbl="node1" presStyleIdx="4" presStyleCnt="5">
        <dgm:presLayoutVars>
          <dgm:chMax val="0"/>
          <dgm:bulletEnabled val="1"/>
        </dgm:presLayoutVars>
      </dgm:prSet>
      <dgm:spPr/>
    </dgm:pt>
  </dgm:ptLst>
  <dgm:cxnLst>
    <dgm:cxn modelId="{F05BF31F-34DD-45F9-B61F-71DEC9C1A160}" srcId="{D184E03F-F2BC-4592-92DB-23EAB3BFDE40}" destId="{6853AFEA-FFE9-4DD1-ABD5-768EFC61E60E}" srcOrd="2" destOrd="0" parTransId="{5332ADF9-515D-403E-A2FE-8509FEBB6845}" sibTransId="{AB8E1610-2FFD-4551-8723-AE8E0CD83372}"/>
    <dgm:cxn modelId="{38AC1B3A-AECF-4C4C-BA71-A3F7705C53FD}" type="presOf" srcId="{DCAE76DD-950D-4F13-B04C-0458E25547EF}" destId="{4450AF24-236D-412F-8239-3D9EA8225093}" srcOrd="0" destOrd="0" presId="urn:microsoft.com/office/officeart/2005/8/layout/vList2"/>
    <dgm:cxn modelId="{7A70FC74-A14B-4CA7-9E8E-53A3BA21A1FF}" srcId="{D184E03F-F2BC-4592-92DB-23EAB3BFDE40}" destId="{69258BB5-6F4A-49F7-ABA4-A82975580C56}" srcOrd="1" destOrd="0" parTransId="{82012715-B43C-48B4-B48D-69FDFD64929B}" sibTransId="{9A9F7C54-C71A-4FA3-8D53-D3FD75F7AD0E}"/>
    <dgm:cxn modelId="{0E5E7D58-6990-4189-9252-40E109E75CFE}" type="presOf" srcId="{723F2610-3515-4B70-A3AD-389875AF7136}" destId="{ACAD6D6A-006B-40F9-A384-1E89F618D1DB}" srcOrd="0" destOrd="0" presId="urn:microsoft.com/office/officeart/2005/8/layout/vList2"/>
    <dgm:cxn modelId="{C641C087-4EB4-4586-9698-D4A5EF103B25}" srcId="{D184E03F-F2BC-4592-92DB-23EAB3BFDE40}" destId="{DCAE76DD-950D-4F13-B04C-0458E25547EF}" srcOrd="0" destOrd="0" parTransId="{F02A5395-6CA0-4A01-AE0D-20FD870EE9BA}" sibTransId="{0870AD17-AFC1-41B9-B2A0-DECF86AEAD7F}"/>
    <dgm:cxn modelId="{F972C58A-20FB-4300-A653-FD9899118AF0}" srcId="{D184E03F-F2BC-4592-92DB-23EAB3BFDE40}" destId="{2E6DB12C-1871-4275-903F-396CB12795F2}" srcOrd="3" destOrd="0" parTransId="{7C15D0C2-BAF9-4A69-85A2-D36963925EA7}" sibTransId="{75F83251-E513-412A-BC2E-139BEE3113D5}"/>
    <dgm:cxn modelId="{7C22CDAC-C75F-4D7C-9120-D7BCABBC94B3}" type="presOf" srcId="{2E6DB12C-1871-4275-903F-396CB12795F2}" destId="{424490D8-13D4-403C-9B15-71B180E36C8D}" srcOrd="0" destOrd="0" presId="urn:microsoft.com/office/officeart/2005/8/layout/vList2"/>
    <dgm:cxn modelId="{665266B9-8B60-4682-8A12-5616D83A5C23}" type="presOf" srcId="{6853AFEA-FFE9-4DD1-ABD5-768EFC61E60E}" destId="{4B16B2B5-9BBB-4228-B72A-FA75BB273B2A}" srcOrd="0" destOrd="0" presId="urn:microsoft.com/office/officeart/2005/8/layout/vList2"/>
    <dgm:cxn modelId="{ECFA1FC4-DD58-4554-AD6F-9566DFD858A9}" srcId="{D184E03F-F2BC-4592-92DB-23EAB3BFDE40}" destId="{723F2610-3515-4B70-A3AD-389875AF7136}" srcOrd="4" destOrd="0" parTransId="{E5FE85DB-100E-4A05-B7C1-B80321E85352}" sibTransId="{6742EF49-23A4-49F3-A3FD-37B8EBEE9275}"/>
    <dgm:cxn modelId="{9F5F02E2-A06F-4816-BF1F-6B3B85386F12}" type="presOf" srcId="{D184E03F-F2BC-4592-92DB-23EAB3BFDE40}" destId="{3934DF16-2B1A-4105-9A72-C9E57C7708F8}" srcOrd="0" destOrd="0" presId="urn:microsoft.com/office/officeart/2005/8/layout/vList2"/>
    <dgm:cxn modelId="{E77130E3-EFF1-488F-B3BC-00BA37330555}" type="presOf" srcId="{69258BB5-6F4A-49F7-ABA4-A82975580C56}" destId="{CA50EED3-953A-45BE-A42F-36DE947A554B}" srcOrd="0" destOrd="0" presId="urn:microsoft.com/office/officeart/2005/8/layout/vList2"/>
    <dgm:cxn modelId="{E186E92D-B1A3-4DF5-B119-109E650E9462}" type="presParOf" srcId="{3934DF16-2B1A-4105-9A72-C9E57C7708F8}" destId="{4450AF24-236D-412F-8239-3D9EA8225093}" srcOrd="0" destOrd="0" presId="urn:microsoft.com/office/officeart/2005/8/layout/vList2"/>
    <dgm:cxn modelId="{05CEA93A-6D87-4C69-994D-6141A4CE30A8}" type="presParOf" srcId="{3934DF16-2B1A-4105-9A72-C9E57C7708F8}" destId="{D0B276F3-66C0-4008-8D27-5BD9DD45EAB4}" srcOrd="1" destOrd="0" presId="urn:microsoft.com/office/officeart/2005/8/layout/vList2"/>
    <dgm:cxn modelId="{F885D4C0-0E62-4029-B8CE-A1A5226A5F36}" type="presParOf" srcId="{3934DF16-2B1A-4105-9A72-C9E57C7708F8}" destId="{CA50EED3-953A-45BE-A42F-36DE947A554B}" srcOrd="2" destOrd="0" presId="urn:microsoft.com/office/officeart/2005/8/layout/vList2"/>
    <dgm:cxn modelId="{2C5E505C-B120-4F1B-9E3A-67F78F016BE7}" type="presParOf" srcId="{3934DF16-2B1A-4105-9A72-C9E57C7708F8}" destId="{D186CFC4-B49D-44A9-B435-0BCF5FE16E12}" srcOrd="3" destOrd="0" presId="urn:microsoft.com/office/officeart/2005/8/layout/vList2"/>
    <dgm:cxn modelId="{2890484E-CCEA-4797-B569-A3D4E154BF36}" type="presParOf" srcId="{3934DF16-2B1A-4105-9A72-C9E57C7708F8}" destId="{4B16B2B5-9BBB-4228-B72A-FA75BB273B2A}" srcOrd="4" destOrd="0" presId="urn:microsoft.com/office/officeart/2005/8/layout/vList2"/>
    <dgm:cxn modelId="{049A9FF2-5980-4F1A-8DE4-40C402C517E1}" type="presParOf" srcId="{3934DF16-2B1A-4105-9A72-C9E57C7708F8}" destId="{C5AA1363-5D1A-45B1-A8D4-8D59449AD50E}" srcOrd="5" destOrd="0" presId="urn:microsoft.com/office/officeart/2005/8/layout/vList2"/>
    <dgm:cxn modelId="{B4A13896-8FBB-434B-883C-74650ACB660F}" type="presParOf" srcId="{3934DF16-2B1A-4105-9A72-C9E57C7708F8}" destId="{424490D8-13D4-403C-9B15-71B180E36C8D}" srcOrd="6" destOrd="0" presId="urn:microsoft.com/office/officeart/2005/8/layout/vList2"/>
    <dgm:cxn modelId="{C7287208-3990-4C81-8C23-5B7E93A2F8D7}" type="presParOf" srcId="{3934DF16-2B1A-4105-9A72-C9E57C7708F8}" destId="{109AF247-E9C5-4F87-8C13-23DC79920AB4}" srcOrd="7" destOrd="0" presId="urn:microsoft.com/office/officeart/2005/8/layout/vList2"/>
    <dgm:cxn modelId="{AE4A6FA3-CED4-4655-ABA6-CF16610BDFD7}" type="presParOf" srcId="{3934DF16-2B1A-4105-9A72-C9E57C7708F8}" destId="{ACAD6D6A-006B-40F9-A384-1E89F618D1DB}"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C876B458-7DA7-461D-8CF5-DF1DADA22984}"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D912FE55-2803-48C4-8FA3-F4C03D92564A}">
      <dgm:prSet/>
      <dgm:spPr/>
      <dgm:t>
        <a:bodyPr/>
        <a:lstStyle/>
        <a:p>
          <a:r>
            <a:rPr lang="ru-RU" b="0" i="0"/>
            <a:t>1917 р.</a:t>
          </a:r>
          <a:endParaRPr lang="uk-UA"/>
        </a:p>
      </dgm:t>
    </dgm:pt>
    <dgm:pt modelId="{715A1F63-507B-4425-A63F-F2827BF567E6}" type="parTrans" cxnId="{54057623-57C7-4B38-A874-5BD5A78EFD70}">
      <dgm:prSet/>
      <dgm:spPr/>
      <dgm:t>
        <a:bodyPr/>
        <a:lstStyle/>
        <a:p>
          <a:endParaRPr lang="uk-UA"/>
        </a:p>
      </dgm:t>
    </dgm:pt>
    <dgm:pt modelId="{22B349A6-377A-49B3-8ECE-CF12ACBF320D}" type="sibTrans" cxnId="{54057623-57C7-4B38-A874-5BD5A78EFD70}">
      <dgm:prSet/>
      <dgm:spPr/>
      <dgm:t>
        <a:bodyPr/>
        <a:lstStyle/>
        <a:p>
          <a:endParaRPr lang="uk-UA"/>
        </a:p>
      </dgm:t>
    </dgm:pt>
    <dgm:pt modelId="{115806A3-483F-4218-AA53-3BA79AFA022E}">
      <dgm:prSet/>
      <dgm:spPr/>
      <dgm:t>
        <a:bodyPr/>
        <a:lstStyle/>
        <a:p>
          <a:r>
            <a:rPr lang="ru-RU" b="0" i="0"/>
            <a:t>1918 р.</a:t>
          </a:r>
          <a:endParaRPr lang="uk-UA"/>
        </a:p>
      </dgm:t>
    </dgm:pt>
    <dgm:pt modelId="{5DC96DDF-E5B2-4038-A13A-E167EA0321D5}" type="parTrans" cxnId="{3CF5019B-4419-4A81-A2B9-6AD2CD6C6CEC}">
      <dgm:prSet/>
      <dgm:spPr/>
      <dgm:t>
        <a:bodyPr/>
        <a:lstStyle/>
        <a:p>
          <a:endParaRPr lang="uk-UA"/>
        </a:p>
      </dgm:t>
    </dgm:pt>
    <dgm:pt modelId="{F46866D1-0073-461E-BF12-05746678E34F}" type="sibTrans" cxnId="{3CF5019B-4419-4A81-A2B9-6AD2CD6C6CEC}">
      <dgm:prSet/>
      <dgm:spPr/>
      <dgm:t>
        <a:bodyPr/>
        <a:lstStyle/>
        <a:p>
          <a:endParaRPr lang="uk-UA"/>
        </a:p>
      </dgm:t>
    </dgm:pt>
    <dgm:pt modelId="{26A73239-C2A5-426A-964A-9D5A114D63C8}">
      <dgm:prSet/>
      <dgm:spPr/>
      <dgm:t>
        <a:bodyPr/>
        <a:lstStyle/>
        <a:p>
          <a:r>
            <a:rPr lang="ru-RU" b="0" i="0"/>
            <a:t>1919 р.</a:t>
          </a:r>
          <a:endParaRPr lang="uk-UA"/>
        </a:p>
      </dgm:t>
    </dgm:pt>
    <dgm:pt modelId="{07C0402C-107F-4026-90C3-CEA0617D5450}" type="parTrans" cxnId="{FFCCAC76-A2B6-4E28-817D-748CD4E5DB4C}">
      <dgm:prSet/>
      <dgm:spPr/>
      <dgm:t>
        <a:bodyPr/>
        <a:lstStyle/>
        <a:p>
          <a:endParaRPr lang="uk-UA"/>
        </a:p>
      </dgm:t>
    </dgm:pt>
    <dgm:pt modelId="{E44057EE-C28C-462E-9BEB-723283ADCB47}" type="sibTrans" cxnId="{FFCCAC76-A2B6-4E28-817D-748CD4E5DB4C}">
      <dgm:prSet/>
      <dgm:spPr/>
      <dgm:t>
        <a:bodyPr/>
        <a:lstStyle/>
        <a:p>
          <a:endParaRPr lang="uk-UA"/>
        </a:p>
      </dgm:t>
    </dgm:pt>
    <dgm:pt modelId="{9F702B52-728F-4FB8-A622-CB66ACB05931}">
      <dgm:prSet/>
      <dgm:spPr/>
      <dgm:t>
        <a:bodyPr/>
        <a:lstStyle/>
        <a:p>
          <a:r>
            <a:rPr lang="ru-RU" b="0" i="0" dirty="0"/>
            <a:t>1920 р.</a:t>
          </a:r>
          <a:endParaRPr lang="uk-UA" dirty="0"/>
        </a:p>
      </dgm:t>
    </dgm:pt>
    <dgm:pt modelId="{7EEA8C64-5ABA-446A-A01C-417F7C4645CC}" type="parTrans" cxnId="{0A48A5B0-0308-4D1B-8C2B-1164320839C0}">
      <dgm:prSet/>
      <dgm:spPr/>
      <dgm:t>
        <a:bodyPr/>
        <a:lstStyle/>
        <a:p>
          <a:endParaRPr lang="uk-UA"/>
        </a:p>
      </dgm:t>
    </dgm:pt>
    <dgm:pt modelId="{2C9D402B-2F6E-49CA-B2C1-C2B9F463329C}" type="sibTrans" cxnId="{0A48A5B0-0308-4D1B-8C2B-1164320839C0}">
      <dgm:prSet/>
      <dgm:spPr/>
      <dgm:t>
        <a:bodyPr/>
        <a:lstStyle/>
        <a:p>
          <a:endParaRPr lang="uk-UA"/>
        </a:p>
      </dgm:t>
    </dgm:pt>
    <dgm:pt modelId="{94D849B6-83BE-4D4A-98BF-75A7123D6AA6}" type="pres">
      <dgm:prSet presAssocID="{C876B458-7DA7-461D-8CF5-DF1DADA22984}" presName="matrix" presStyleCnt="0">
        <dgm:presLayoutVars>
          <dgm:chMax val="1"/>
          <dgm:dir/>
          <dgm:resizeHandles val="exact"/>
        </dgm:presLayoutVars>
      </dgm:prSet>
      <dgm:spPr/>
    </dgm:pt>
    <dgm:pt modelId="{863C46D5-AE5C-4317-AFF8-904805B47CA1}" type="pres">
      <dgm:prSet presAssocID="{C876B458-7DA7-461D-8CF5-DF1DADA22984}" presName="diamond" presStyleLbl="bgShp" presStyleIdx="0" presStyleCnt="1"/>
      <dgm:spPr/>
    </dgm:pt>
    <dgm:pt modelId="{AD9218CA-B5CF-420C-ADA3-4B4D7BB97875}" type="pres">
      <dgm:prSet presAssocID="{C876B458-7DA7-461D-8CF5-DF1DADA22984}" presName="quad1" presStyleLbl="node1" presStyleIdx="0" presStyleCnt="4">
        <dgm:presLayoutVars>
          <dgm:chMax val="0"/>
          <dgm:chPref val="0"/>
          <dgm:bulletEnabled val="1"/>
        </dgm:presLayoutVars>
      </dgm:prSet>
      <dgm:spPr/>
    </dgm:pt>
    <dgm:pt modelId="{54A34B52-1AC3-4414-BB97-872CDB906405}" type="pres">
      <dgm:prSet presAssocID="{C876B458-7DA7-461D-8CF5-DF1DADA22984}" presName="quad2" presStyleLbl="node1" presStyleIdx="1" presStyleCnt="4">
        <dgm:presLayoutVars>
          <dgm:chMax val="0"/>
          <dgm:chPref val="0"/>
          <dgm:bulletEnabled val="1"/>
        </dgm:presLayoutVars>
      </dgm:prSet>
      <dgm:spPr/>
    </dgm:pt>
    <dgm:pt modelId="{B94C2F37-7FE8-4641-85D5-DA939C897EA6}" type="pres">
      <dgm:prSet presAssocID="{C876B458-7DA7-461D-8CF5-DF1DADA22984}" presName="quad3" presStyleLbl="node1" presStyleIdx="2" presStyleCnt="4">
        <dgm:presLayoutVars>
          <dgm:chMax val="0"/>
          <dgm:chPref val="0"/>
          <dgm:bulletEnabled val="1"/>
        </dgm:presLayoutVars>
      </dgm:prSet>
      <dgm:spPr/>
    </dgm:pt>
    <dgm:pt modelId="{970D22FF-5E45-405B-A266-A5BAB92291C5}" type="pres">
      <dgm:prSet presAssocID="{C876B458-7DA7-461D-8CF5-DF1DADA22984}" presName="quad4" presStyleLbl="node1" presStyleIdx="3" presStyleCnt="4">
        <dgm:presLayoutVars>
          <dgm:chMax val="0"/>
          <dgm:chPref val="0"/>
          <dgm:bulletEnabled val="1"/>
        </dgm:presLayoutVars>
      </dgm:prSet>
      <dgm:spPr/>
    </dgm:pt>
  </dgm:ptLst>
  <dgm:cxnLst>
    <dgm:cxn modelId="{934A6B04-8353-4B53-9A50-C1C179233020}" type="presOf" srcId="{115806A3-483F-4218-AA53-3BA79AFA022E}" destId="{54A34B52-1AC3-4414-BB97-872CDB906405}" srcOrd="0" destOrd="0" presId="urn:microsoft.com/office/officeart/2005/8/layout/matrix3"/>
    <dgm:cxn modelId="{54057623-57C7-4B38-A874-5BD5A78EFD70}" srcId="{C876B458-7DA7-461D-8CF5-DF1DADA22984}" destId="{D912FE55-2803-48C4-8FA3-F4C03D92564A}" srcOrd="0" destOrd="0" parTransId="{715A1F63-507B-4425-A63F-F2827BF567E6}" sibTransId="{22B349A6-377A-49B3-8ECE-CF12ACBF320D}"/>
    <dgm:cxn modelId="{2F2A4F2E-1A01-4C0E-BE9F-D9174A47247B}" type="presOf" srcId="{C876B458-7DA7-461D-8CF5-DF1DADA22984}" destId="{94D849B6-83BE-4D4A-98BF-75A7123D6AA6}" srcOrd="0" destOrd="0" presId="urn:microsoft.com/office/officeart/2005/8/layout/matrix3"/>
    <dgm:cxn modelId="{FFCCAC76-A2B6-4E28-817D-748CD4E5DB4C}" srcId="{C876B458-7DA7-461D-8CF5-DF1DADA22984}" destId="{26A73239-C2A5-426A-964A-9D5A114D63C8}" srcOrd="2" destOrd="0" parTransId="{07C0402C-107F-4026-90C3-CEA0617D5450}" sibTransId="{E44057EE-C28C-462E-9BEB-723283ADCB47}"/>
    <dgm:cxn modelId="{E2203788-AC1B-4FFB-A826-6D5D599E820A}" type="presOf" srcId="{9F702B52-728F-4FB8-A622-CB66ACB05931}" destId="{970D22FF-5E45-405B-A266-A5BAB92291C5}" srcOrd="0" destOrd="0" presId="urn:microsoft.com/office/officeart/2005/8/layout/matrix3"/>
    <dgm:cxn modelId="{3CF5019B-4419-4A81-A2B9-6AD2CD6C6CEC}" srcId="{C876B458-7DA7-461D-8CF5-DF1DADA22984}" destId="{115806A3-483F-4218-AA53-3BA79AFA022E}" srcOrd="1" destOrd="0" parTransId="{5DC96DDF-E5B2-4038-A13A-E167EA0321D5}" sibTransId="{F46866D1-0073-461E-BF12-05746678E34F}"/>
    <dgm:cxn modelId="{0A48A5B0-0308-4D1B-8C2B-1164320839C0}" srcId="{C876B458-7DA7-461D-8CF5-DF1DADA22984}" destId="{9F702B52-728F-4FB8-A622-CB66ACB05931}" srcOrd="3" destOrd="0" parTransId="{7EEA8C64-5ABA-446A-A01C-417F7C4645CC}" sibTransId="{2C9D402B-2F6E-49CA-B2C1-C2B9F463329C}"/>
    <dgm:cxn modelId="{A331CCBF-569F-4602-BE41-7A141C6D7944}" type="presOf" srcId="{26A73239-C2A5-426A-964A-9D5A114D63C8}" destId="{B94C2F37-7FE8-4641-85D5-DA939C897EA6}" srcOrd="0" destOrd="0" presId="urn:microsoft.com/office/officeart/2005/8/layout/matrix3"/>
    <dgm:cxn modelId="{F0EBEAE6-96D5-4926-8464-E9636F377109}" type="presOf" srcId="{D912FE55-2803-48C4-8FA3-F4C03D92564A}" destId="{AD9218CA-B5CF-420C-ADA3-4B4D7BB97875}" srcOrd="0" destOrd="0" presId="urn:microsoft.com/office/officeart/2005/8/layout/matrix3"/>
    <dgm:cxn modelId="{5DE6DC31-A51C-44CF-A1E7-AB0F0551D7E9}" type="presParOf" srcId="{94D849B6-83BE-4D4A-98BF-75A7123D6AA6}" destId="{863C46D5-AE5C-4317-AFF8-904805B47CA1}" srcOrd="0" destOrd="0" presId="urn:microsoft.com/office/officeart/2005/8/layout/matrix3"/>
    <dgm:cxn modelId="{FD9E858E-BDF4-447F-B2B2-78B2579961A7}" type="presParOf" srcId="{94D849B6-83BE-4D4A-98BF-75A7123D6AA6}" destId="{AD9218CA-B5CF-420C-ADA3-4B4D7BB97875}" srcOrd="1" destOrd="0" presId="urn:microsoft.com/office/officeart/2005/8/layout/matrix3"/>
    <dgm:cxn modelId="{1A4CC846-2E10-46C4-B47C-32B929A0510B}" type="presParOf" srcId="{94D849B6-83BE-4D4A-98BF-75A7123D6AA6}" destId="{54A34B52-1AC3-4414-BB97-872CDB906405}" srcOrd="2" destOrd="0" presId="urn:microsoft.com/office/officeart/2005/8/layout/matrix3"/>
    <dgm:cxn modelId="{2F920DBB-61CF-4C7F-ACBF-61F05844E4FF}" type="presParOf" srcId="{94D849B6-83BE-4D4A-98BF-75A7123D6AA6}" destId="{B94C2F37-7FE8-4641-85D5-DA939C897EA6}" srcOrd="3" destOrd="0" presId="urn:microsoft.com/office/officeart/2005/8/layout/matrix3"/>
    <dgm:cxn modelId="{623111B3-9C15-442C-872B-4AF4C7C54553}" type="presParOf" srcId="{94D849B6-83BE-4D4A-98BF-75A7123D6AA6}" destId="{970D22FF-5E45-405B-A266-A5BAB92291C5}"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652E54F7-DEAC-4729-B7D6-D6F1A7BF3CD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4ABD949-2312-496D-A1C0-34F2818F4298}">
      <dgm:prSet/>
      <dgm:spPr/>
      <dgm:t>
        <a:bodyPr/>
        <a:lstStyle/>
        <a:p>
          <a:r>
            <a:rPr lang="ru-RU" b="0" i="0"/>
            <a:t>участь у розгромі військ генерала П. Врангеля в Криму</a:t>
          </a:r>
          <a:endParaRPr lang="uk-UA"/>
        </a:p>
      </dgm:t>
    </dgm:pt>
    <dgm:pt modelId="{3A5439CB-CF6D-460F-ACE1-31C41A7202C5}" type="parTrans" cxnId="{72685FB0-FE1A-4993-A2C1-88479210BB94}">
      <dgm:prSet/>
      <dgm:spPr/>
      <dgm:t>
        <a:bodyPr/>
        <a:lstStyle/>
        <a:p>
          <a:endParaRPr lang="uk-UA"/>
        </a:p>
      </dgm:t>
    </dgm:pt>
    <dgm:pt modelId="{C1A81019-D296-4619-8070-6B3619620DCA}" type="sibTrans" cxnId="{72685FB0-FE1A-4993-A2C1-88479210BB94}">
      <dgm:prSet/>
      <dgm:spPr/>
      <dgm:t>
        <a:bodyPr/>
        <a:lstStyle/>
        <a:p>
          <a:endParaRPr lang="uk-UA"/>
        </a:p>
      </dgm:t>
    </dgm:pt>
    <dgm:pt modelId="{E7AE434A-518D-4341-90EE-9C6F5D02EEA2}">
      <dgm:prSet/>
      <dgm:spPr/>
      <dgm:t>
        <a:bodyPr/>
        <a:lstStyle/>
        <a:p>
          <a:r>
            <a:rPr lang="ru-RU" b="0" i="0"/>
            <a:t>організація селянських повстань проти гетьмана П. Скоропадського</a:t>
          </a:r>
          <a:endParaRPr lang="uk-UA"/>
        </a:p>
      </dgm:t>
    </dgm:pt>
    <dgm:pt modelId="{1F34DD2B-A97C-420E-8EF1-7DD4B4DD2EE0}" type="parTrans" cxnId="{DEC0684D-9288-41D0-8B05-6226A31692AA}">
      <dgm:prSet/>
      <dgm:spPr/>
      <dgm:t>
        <a:bodyPr/>
        <a:lstStyle/>
        <a:p>
          <a:endParaRPr lang="uk-UA"/>
        </a:p>
      </dgm:t>
    </dgm:pt>
    <dgm:pt modelId="{FE25B24F-280C-4330-A19F-CE97E2D9889F}" type="sibTrans" cxnId="{DEC0684D-9288-41D0-8B05-6226A31692AA}">
      <dgm:prSet/>
      <dgm:spPr/>
      <dgm:t>
        <a:bodyPr/>
        <a:lstStyle/>
        <a:p>
          <a:endParaRPr lang="uk-UA"/>
        </a:p>
      </dgm:t>
    </dgm:pt>
    <dgm:pt modelId="{6FF67FF2-6B62-48AC-A571-1E1BE0EBEB7C}">
      <dgm:prSet/>
      <dgm:spPr/>
      <dgm:t>
        <a:bodyPr/>
        <a:lstStyle/>
        <a:p>
          <a:r>
            <a:rPr lang="ru-RU" b="0" i="0"/>
            <a:t>розгром тилу Білої армії генерала А. Денікіна</a:t>
          </a:r>
          <a:endParaRPr lang="uk-UA"/>
        </a:p>
      </dgm:t>
    </dgm:pt>
    <dgm:pt modelId="{80E55FE7-967E-4F6E-83A2-735221E4EFB9}" type="parTrans" cxnId="{349F1A23-215C-444B-9D9D-2AD2BA8F9447}">
      <dgm:prSet/>
      <dgm:spPr/>
      <dgm:t>
        <a:bodyPr/>
        <a:lstStyle/>
        <a:p>
          <a:endParaRPr lang="uk-UA"/>
        </a:p>
      </dgm:t>
    </dgm:pt>
    <dgm:pt modelId="{A68F5B81-8998-4AD0-89CB-C12171C7D83B}" type="sibTrans" cxnId="{349F1A23-215C-444B-9D9D-2AD2BA8F9447}">
      <dgm:prSet/>
      <dgm:spPr/>
      <dgm:t>
        <a:bodyPr/>
        <a:lstStyle/>
        <a:p>
          <a:endParaRPr lang="uk-UA"/>
        </a:p>
      </dgm:t>
    </dgm:pt>
    <dgm:pt modelId="{4D4FFA1B-668E-4C8C-B598-897CE38EE052}">
      <dgm:prSet/>
      <dgm:spPr/>
      <dgm:t>
        <a:bodyPr/>
        <a:lstStyle/>
        <a:p>
          <a:r>
            <a:rPr lang="ru-RU" b="0" i="0"/>
            <a:t>участь у придушенні антирадянського повстання отамана М. Григор’єва</a:t>
          </a:r>
          <a:endParaRPr lang="uk-UA"/>
        </a:p>
      </dgm:t>
    </dgm:pt>
    <dgm:pt modelId="{2EE9D056-CB71-48B1-A8AA-D5E1B078715A}" type="parTrans" cxnId="{C827A097-2980-4B9F-901C-B7CE59BDC43C}">
      <dgm:prSet/>
      <dgm:spPr/>
      <dgm:t>
        <a:bodyPr/>
        <a:lstStyle/>
        <a:p>
          <a:endParaRPr lang="uk-UA"/>
        </a:p>
      </dgm:t>
    </dgm:pt>
    <dgm:pt modelId="{C0575DE8-8FBB-4664-8CAF-40CC7FBF78CD}" type="sibTrans" cxnId="{C827A097-2980-4B9F-901C-B7CE59BDC43C}">
      <dgm:prSet/>
      <dgm:spPr/>
      <dgm:t>
        <a:bodyPr/>
        <a:lstStyle/>
        <a:p>
          <a:endParaRPr lang="uk-UA"/>
        </a:p>
      </dgm:t>
    </dgm:pt>
    <dgm:pt modelId="{BA025521-E22B-431D-98B4-7D4A96F6A68F}" type="pres">
      <dgm:prSet presAssocID="{652E54F7-DEAC-4729-B7D6-D6F1A7BF3CD8}" presName="linear" presStyleCnt="0">
        <dgm:presLayoutVars>
          <dgm:animLvl val="lvl"/>
          <dgm:resizeHandles val="exact"/>
        </dgm:presLayoutVars>
      </dgm:prSet>
      <dgm:spPr/>
    </dgm:pt>
    <dgm:pt modelId="{81F04C2D-B1BF-4296-86C7-EF8D5CC55525}" type="pres">
      <dgm:prSet presAssocID="{14ABD949-2312-496D-A1C0-34F2818F4298}" presName="parentText" presStyleLbl="node1" presStyleIdx="0" presStyleCnt="4">
        <dgm:presLayoutVars>
          <dgm:chMax val="0"/>
          <dgm:bulletEnabled val="1"/>
        </dgm:presLayoutVars>
      </dgm:prSet>
      <dgm:spPr/>
    </dgm:pt>
    <dgm:pt modelId="{608BA8F4-40B4-401E-AA80-E1D422EA4A42}" type="pres">
      <dgm:prSet presAssocID="{C1A81019-D296-4619-8070-6B3619620DCA}" presName="spacer" presStyleCnt="0"/>
      <dgm:spPr/>
    </dgm:pt>
    <dgm:pt modelId="{E3BDFD56-3044-4D9D-8F2A-A828C6070F07}" type="pres">
      <dgm:prSet presAssocID="{E7AE434A-518D-4341-90EE-9C6F5D02EEA2}" presName="parentText" presStyleLbl="node1" presStyleIdx="1" presStyleCnt="4">
        <dgm:presLayoutVars>
          <dgm:chMax val="0"/>
          <dgm:bulletEnabled val="1"/>
        </dgm:presLayoutVars>
      </dgm:prSet>
      <dgm:spPr/>
    </dgm:pt>
    <dgm:pt modelId="{6F7A44E0-BA7D-4403-95CA-FCEEC554A46A}" type="pres">
      <dgm:prSet presAssocID="{FE25B24F-280C-4330-A19F-CE97E2D9889F}" presName="spacer" presStyleCnt="0"/>
      <dgm:spPr/>
    </dgm:pt>
    <dgm:pt modelId="{5789B0DC-DF43-4FDE-8105-705B3683499D}" type="pres">
      <dgm:prSet presAssocID="{6FF67FF2-6B62-48AC-A571-1E1BE0EBEB7C}" presName="parentText" presStyleLbl="node1" presStyleIdx="2" presStyleCnt="4">
        <dgm:presLayoutVars>
          <dgm:chMax val="0"/>
          <dgm:bulletEnabled val="1"/>
        </dgm:presLayoutVars>
      </dgm:prSet>
      <dgm:spPr/>
    </dgm:pt>
    <dgm:pt modelId="{E6F2F525-B8B6-4A2B-AE08-1E1A48AADCE7}" type="pres">
      <dgm:prSet presAssocID="{A68F5B81-8998-4AD0-89CB-C12171C7D83B}" presName="spacer" presStyleCnt="0"/>
      <dgm:spPr/>
    </dgm:pt>
    <dgm:pt modelId="{0A0ACAE7-D506-4361-92C7-B2DF61379739}" type="pres">
      <dgm:prSet presAssocID="{4D4FFA1B-668E-4C8C-B598-897CE38EE052}" presName="parentText" presStyleLbl="node1" presStyleIdx="3" presStyleCnt="4">
        <dgm:presLayoutVars>
          <dgm:chMax val="0"/>
          <dgm:bulletEnabled val="1"/>
        </dgm:presLayoutVars>
      </dgm:prSet>
      <dgm:spPr/>
    </dgm:pt>
  </dgm:ptLst>
  <dgm:cxnLst>
    <dgm:cxn modelId="{0C2BC80A-CDA3-4033-A292-201A7C9C0DD7}" type="presOf" srcId="{6FF67FF2-6B62-48AC-A571-1E1BE0EBEB7C}" destId="{5789B0DC-DF43-4FDE-8105-705B3683499D}" srcOrd="0" destOrd="0" presId="urn:microsoft.com/office/officeart/2005/8/layout/vList2"/>
    <dgm:cxn modelId="{349F1A23-215C-444B-9D9D-2AD2BA8F9447}" srcId="{652E54F7-DEAC-4729-B7D6-D6F1A7BF3CD8}" destId="{6FF67FF2-6B62-48AC-A571-1E1BE0EBEB7C}" srcOrd="2" destOrd="0" parTransId="{80E55FE7-967E-4F6E-83A2-735221E4EFB9}" sibTransId="{A68F5B81-8998-4AD0-89CB-C12171C7D83B}"/>
    <dgm:cxn modelId="{DEC0684D-9288-41D0-8B05-6226A31692AA}" srcId="{652E54F7-DEAC-4729-B7D6-D6F1A7BF3CD8}" destId="{E7AE434A-518D-4341-90EE-9C6F5D02EEA2}" srcOrd="1" destOrd="0" parTransId="{1F34DD2B-A97C-420E-8EF1-7DD4B4DD2EE0}" sibTransId="{FE25B24F-280C-4330-A19F-CE97E2D9889F}"/>
    <dgm:cxn modelId="{538ACB57-FF69-4253-8543-6675D56F7911}" type="presOf" srcId="{E7AE434A-518D-4341-90EE-9C6F5D02EEA2}" destId="{E3BDFD56-3044-4D9D-8F2A-A828C6070F07}" srcOrd="0" destOrd="0" presId="urn:microsoft.com/office/officeart/2005/8/layout/vList2"/>
    <dgm:cxn modelId="{ACCE488A-1933-4FD5-98BD-0B51C938109D}" type="presOf" srcId="{4D4FFA1B-668E-4C8C-B598-897CE38EE052}" destId="{0A0ACAE7-D506-4361-92C7-B2DF61379739}" srcOrd="0" destOrd="0" presId="urn:microsoft.com/office/officeart/2005/8/layout/vList2"/>
    <dgm:cxn modelId="{C827A097-2980-4B9F-901C-B7CE59BDC43C}" srcId="{652E54F7-DEAC-4729-B7D6-D6F1A7BF3CD8}" destId="{4D4FFA1B-668E-4C8C-B598-897CE38EE052}" srcOrd="3" destOrd="0" parTransId="{2EE9D056-CB71-48B1-A8AA-D5E1B078715A}" sibTransId="{C0575DE8-8FBB-4664-8CAF-40CC7FBF78CD}"/>
    <dgm:cxn modelId="{72685FB0-FE1A-4993-A2C1-88479210BB94}" srcId="{652E54F7-DEAC-4729-B7D6-D6F1A7BF3CD8}" destId="{14ABD949-2312-496D-A1C0-34F2818F4298}" srcOrd="0" destOrd="0" parTransId="{3A5439CB-CF6D-460F-ACE1-31C41A7202C5}" sibTransId="{C1A81019-D296-4619-8070-6B3619620DCA}"/>
    <dgm:cxn modelId="{07E8A6D9-78C1-46EA-B23D-4FA14DF62484}" type="presOf" srcId="{14ABD949-2312-496D-A1C0-34F2818F4298}" destId="{81F04C2D-B1BF-4296-86C7-EF8D5CC55525}" srcOrd="0" destOrd="0" presId="urn:microsoft.com/office/officeart/2005/8/layout/vList2"/>
    <dgm:cxn modelId="{5B072AF9-3B1E-49CC-B09E-D97095BD50FF}" type="presOf" srcId="{652E54F7-DEAC-4729-B7D6-D6F1A7BF3CD8}" destId="{BA025521-E22B-431D-98B4-7D4A96F6A68F}" srcOrd="0" destOrd="0" presId="urn:microsoft.com/office/officeart/2005/8/layout/vList2"/>
    <dgm:cxn modelId="{44BFF4DF-54BE-4462-9C47-AB12554FE2D5}" type="presParOf" srcId="{BA025521-E22B-431D-98B4-7D4A96F6A68F}" destId="{81F04C2D-B1BF-4296-86C7-EF8D5CC55525}" srcOrd="0" destOrd="0" presId="urn:microsoft.com/office/officeart/2005/8/layout/vList2"/>
    <dgm:cxn modelId="{AEF67124-E20C-4AA1-8952-17D90A5DEC02}" type="presParOf" srcId="{BA025521-E22B-431D-98B4-7D4A96F6A68F}" destId="{608BA8F4-40B4-401E-AA80-E1D422EA4A42}" srcOrd="1" destOrd="0" presId="urn:microsoft.com/office/officeart/2005/8/layout/vList2"/>
    <dgm:cxn modelId="{227B2C62-F152-4941-A643-5B8B228B1A6D}" type="presParOf" srcId="{BA025521-E22B-431D-98B4-7D4A96F6A68F}" destId="{E3BDFD56-3044-4D9D-8F2A-A828C6070F07}" srcOrd="2" destOrd="0" presId="urn:microsoft.com/office/officeart/2005/8/layout/vList2"/>
    <dgm:cxn modelId="{06088E56-779A-47E7-AEFE-CFFBCAE9E63C}" type="presParOf" srcId="{BA025521-E22B-431D-98B4-7D4A96F6A68F}" destId="{6F7A44E0-BA7D-4403-95CA-FCEEC554A46A}" srcOrd="3" destOrd="0" presId="urn:microsoft.com/office/officeart/2005/8/layout/vList2"/>
    <dgm:cxn modelId="{C90225B7-DB18-45F3-A6A8-DFCA4EA72674}" type="presParOf" srcId="{BA025521-E22B-431D-98B4-7D4A96F6A68F}" destId="{5789B0DC-DF43-4FDE-8105-705B3683499D}" srcOrd="4" destOrd="0" presId="urn:microsoft.com/office/officeart/2005/8/layout/vList2"/>
    <dgm:cxn modelId="{ADDCE49D-9129-4511-B042-9CB3E7684740}" type="presParOf" srcId="{BA025521-E22B-431D-98B4-7D4A96F6A68F}" destId="{E6F2F525-B8B6-4A2B-AE08-1E1A48AADCE7}" srcOrd="5" destOrd="0" presId="urn:microsoft.com/office/officeart/2005/8/layout/vList2"/>
    <dgm:cxn modelId="{D6F32AD0-49E8-4145-B114-970C7D8B92EA}" type="presParOf" srcId="{BA025521-E22B-431D-98B4-7D4A96F6A68F}" destId="{0A0ACAE7-D506-4361-92C7-B2DF6137973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0EFC207-F42C-4F42-95A4-1D4F2B569CFE}"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3CF8212F-8A89-4669-9FB2-365BCE09A3DE}">
      <dgm:prSet/>
      <dgm:spPr/>
      <dgm:t>
        <a:bodyPr/>
        <a:lstStyle/>
        <a:p>
          <a:r>
            <a:rPr lang="uk-UA" b="0" i="0"/>
            <a:t>Н. Махно.</a:t>
          </a:r>
          <a:endParaRPr lang="uk-UA"/>
        </a:p>
      </dgm:t>
    </dgm:pt>
    <dgm:pt modelId="{285982AA-0A48-4581-BB10-AF59CB01BBA5}" type="parTrans" cxnId="{EA2D4017-4B2B-4E63-9419-2A8DC6FAFC62}">
      <dgm:prSet/>
      <dgm:spPr/>
      <dgm:t>
        <a:bodyPr/>
        <a:lstStyle/>
        <a:p>
          <a:endParaRPr lang="uk-UA"/>
        </a:p>
      </dgm:t>
    </dgm:pt>
    <dgm:pt modelId="{6D395AF6-7900-4F07-A905-76CEA0F02B25}" type="sibTrans" cxnId="{EA2D4017-4B2B-4E63-9419-2A8DC6FAFC62}">
      <dgm:prSet/>
      <dgm:spPr/>
      <dgm:t>
        <a:bodyPr/>
        <a:lstStyle/>
        <a:p>
          <a:endParaRPr lang="uk-UA"/>
        </a:p>
      </dgm:t>
    </dgm:pt>
    <dgm:pt modelId="{5C8F3A93-C341-4928-9699-F576BA445CC8}">
      <dgm:prSet/>
      <dgm:spPr/>
      <dgm:t>
        <a:bodyPr/>
        <a:lstStyle/>
        <a:p>
          <a:r>
            <a:rPr lang="uk-UA" b="0" i="0"/>
            <a:t>С. Петлюра.</a:t>
          </a:r>
          <a:endParaRPr lang="uk-UA"/>
        </a:p>
      </dgm:t>
    </dgm:pt>
    <dgm:pt modelId="{BE155B0C-91FB-4F6F-9C9D-2BAC478C6C21}" type="parTrans" cxnId="{27447970-BE2B-4156-B0E8-28666E987920}">
      <dgm:prSet/>
      <dgm:spPr/>
      <dgm:t>
        <a:bodyPr/>
        <a:lstStyle/>
        <a:p>
          <a:endParaRPr lang="uk-UA"/>
        </a:p>
      </dgm:t>
    </dgm:pt>
    <dgm:pt modelId="{B863C28C-F401-4A7D-82EC-BB3BC70EA16E}" type="sibTrans" cxnId="{27447970-BE2B-4156-B0E8-28666E987920}">
      <dgm:prSet/>
      <dgm:spPr/>
      <dgm:t>
        <a:bodyPr/>
        <a:lstStyle/>
        <a:p>
          <a:endParaRPr lang="uk-UA"/>
        </a:p>
      </dgm:t>
    </dgm:pt>
    <dgm:pt modelId="{F8A69A0F-F4EA-495A-9717-6DEE09ACD47F}">
      <dgm:prSet/>
      <dgm:spPr/>
      <dgm:t>
        <a:bodyPr/>
        <a:lstStyle/>
        <a:p>
          <a:r>
            <a:rPr lang="uk-UA" b="0" i="0"/>
            <a:t>М. Григор’єв.</a:t>
          </a:r>
          <a:endParaRPr lang="uk-UA"/>
        </a:p>
      </dgm:t>
    </dgm:pt>
    <dgm:pt modelId="{31F9725C-44D5-41D6-95BD-72FAE2D6BE58}" type="parTrans" cxnId="{C3B0C285-2EE1-4DA2-B0D0-CBAF4EA07202}">
      <dgm:prSet/>
      <dgm:spPr/>
      <dgm:t>
        <a:bodyPr/>
        <a:lstStyle/>
        <a:p>
          <a:endParaRPr lang="uk-UA"/>
        </a:p>
      </dgm:t>
    </dgm:pt>
    <dgm:pt modelId="{D4374DEE-B931-410C-A51C-FBD37ACEAE95}" type="sibTrans" cxnId="{C3B0C285-2EE1-4DA2-B0D0-CBAF4EA07202}">
      <dgm:prSet/>
      <dgm:spPr/>
      <dgm:t>
        <a:bodyPr/>
        <a:lstStyle/>
        <a:p>
          <a:endParaRPr lang="uk-UA"/>
        </a:p>
      </dgm:t>
    </dgm:pt>
    <dgm:pt modelId="{FCDEE491-650A-497D-9C01-7229F8F04A16}">
      <dgm:prSet/>
      <dgm:spPr/>
      <dgm:t>
        <a:bodyPr/>
        <a:lstStyle/>
        <a:p>
          <a:r>
            <a:rPr lang="uk-UA" b="0" i="0"/>
            <a:t>Д. Вітовський</a:t>
          </a:r>
          <a:endParaRPr lang="uk-UA"/>
        </a:p>
      </dgm:t>
    </dgm:pt>
    <dgm:pt modelId="{29944A56-4316-41DF-8DD6-17E6354D0F1B}" type="parTrans" cxnId="{8AC8403C-4F11-41B5-9DAA-ABEA227D2B18}">
      <dgm:prSet/>
      <dgm:spPr/>
      <dgm:t>
        <a:bodyPr/>
        <a:lstStyle/>
        <a:p>
          <a:endParaRPr lang="uk-UA"/>
        </a:p>
      </dgm:t>
    </dgm:pt>
    <dgm:pt modelId="{83DE5B33-4B5F-4C27-86CF-297DEDCB8F23}" type="sibTrans" cxnId="{8AC8403C-4F11-41B5-9DAA-ABEA227D2B18}">
      <dgm:prSet/>
      <dgm:spPr/>
      <dgm:t>
        <a:bodyPr/>
        <a:lstStyle/>
        <a:p>
          <a:endParaRPr lang="uk-UA"/>
        </a:p>
      </dgm:t>
    </dgm:pt>
    <dgm:pt modelId="{5167669D-88CC-4248-8CEF-BE176F76A64D}" type="pres">
      <dgm:prSet presAssocID="{30EFC207-F42C-4F42-95A4-1D4F2B569CFE}" presName="matrix" presStyleCnt="0">
        <dgm:presLayoutVars>
          <dgm:chMax val="1"/>
          <dgm:dir/>
          <dgm:resizeHandles val="exact"/>
        </dgm:presLayoutVars>
      </dgm:prSet>
      <dgm:spPr/>
    </dgm:pt>
    <dgm:pt modelId="{6D645B5D-E68C-4964-B295-49C31067FD48}" type="pres">
      <dgm:prSet presAssocID="{30EFC207-F42C-4F42-95A4-1D4F2B569CFE}" presName="diamond" presStyleLbl="bgShp" presStyleIdx="0" presStyleCnt="1"/>
      <dgm:spPr/>
    </dgm:pt>
    <dgm:pt modelId="{E98AE497-E71D-4780-A3AD-00D1E777C978}" type="pres">
      <dgm:prSet presAssocID="{30EFC207-F42C-4F42-95A4-1D4F2B569CFE}" presName="quad1" presStyleLbl="node1" presStyleIdx="0" presStyleCnt="4">
        <dgm:presLayoutVars>
          <dgm:chMax val="0"/>
          <dgm:chPref val="0"/>
          <dgm:bulletEnabled val="1"/>
        </dgm:presLayoutVars>
      </dgm:prSet>
      <dgm:spPr/>
    </dgm:pt>
    <dgm:pt modelId="{045D839A-3167-498A-A79D-0843BC54C195}" type="pres">
      <dgm:prSet presAssocID="{30EFC207-F42C-4F42-95A4-1D4F2B569CFE}" presName="quad2" presStyleLbl="node1" presStyleIdx="1" presStyleCnt="4">
        <dgm:presLayoutVars>
          <dgm:chMax val="0"/>
          <dgm:chPref val="0"/>
          <dgm:bulletEnabled val="1"/>
        </dgm:presLayoutVars>
      </dgm:prSet>
      <dgm:spPr/>
    </dgm:pt>
    <dgm:pt modelId="{EEA7D3C6-88CA-455F-B799-C18A36B3572A}" type="pres">
      <dgm:prSet presAssocID="{30EFC207-F42C-4F42-95A4-1D4F2B569CFE}" presName="quad3" presStyleLbl="node1" presStyleIdx="2" presStyleCnt="4">
        <dgm:presLayoutVars>
          <dgm:chMax val="0"/>
          <dgm:chPref val="0"/>
          <dgm:bulletEnabled val="1"/>
        </dgm:presLayoutVars>
      </dgm:prSet>
      <dgm:spPr/>
    </dgm:pt>
    <dgm:pt modelId="{A91234B2-150D-4BB8-889F-9A70C291189A}" type="pres">
      <dgm:prSet presAssocID="{30EFC207-F42C-4F42-95A4-1D4F2B569CFE}" presName="quad4" presStyleLbl="node1" presStyleIdx="3" presStyleCnt="4">
        <dgm:presLayoutVars>
          <dgm:chMax val="0"/>
          <dgm:chPref val="0"/>
          <dgm:bulletEnabled val="1"/>
        </dgm:presLayoutVars>
      </dgm:prSet>
      <dgm:spPr/>
    </dgm:pt>
  </dgm:ptLst>
  <dgm:cxnLst>
    <dgm:cxn modelId="{760BB803-25E3-4FFE-93E9-9C4DF0CD2DD1}" type="presOf" srcId="{30EFC207-F42C-4F42-95A4-1D4F2B569CFE}" destId="{5167669D-88CC-4248-8CEF-BE176F76A64D}" srcOrd="0" destOrd="0" presId="urn:microsoft.com/office/officeart/2005/8/layout/matrix3"/>
    <dgm:cxn modelId="{EA2D4017-4B2B-4E63-9419-2A8DC6FAFC62}" srcId="{30EFC207-F42C-4F42-95A4-1D4F2B569CFE}" destId="{3CF8212F-8A89-4669-9FB2-365BCE09A3DE}" srcOrd="0" destOrd="0" parTransId="{285982AA-0A48-4581-BB10-AF59CB01BBA5}" sibTransId="{6D395AF6-7900-4F07-A905-76CEA0F02B25}"/>
    <dgm:cxn modelId="{8AC8403C-4F11-41B5-9DAA-ABEA227D2B18}" srcId="{30EFC207-F42C-4F42-95A4-1D4F2B569CFE}" destId="{FCDEE491-650A-497D-9C01-7229F8F04A16}" srcOrd="3" destOrd="0" parTransId="{29944A56-4316-41DF-8DD6-17E6354D0F1B}" sibTransId="{83DE5B33-4B5F-4C27-86CF-297DEDCB8F23}"/>
    <dgm:cxn modelId="{27447970-BE2B-4156-B0E8-28666E987920}" srcId="{30EFC207-F42C-4F42-95A4-1D4F2B569CFE}" destId="{5C8F3A93-C341-4928-9699-F576BA445CC8}" srcOrd="1" destOrd="0" parTransId="{BE155B0C-91FB-4F6F-9C9D-2BAC478C6C21}" sibTransId="{B863C28C-F401-4A7D-82EC-BB3BC70EA16E}"/>
    <dgm:cxn modelId="{5949C37F-A9EB-4CB8-B927-20282D868E62}" type="presOf" srcId="{5C8F3A93-C341-4928-9699-F576BA445CC8}" destId="{045D839A-3167-498A-A79D-0843BC54C195}" srcOrd="0" destOrd="0" presId="urn:microsoft.com/office/officeart/2005/8/layout/matrix3"/>
    <dgm:cxn modelId="{C3B0C285-2EE1-4DA2-B0D0-CBAF4EA07202}" srcId="{30EFC207-F42C-4F42-95A4-1D4F2B569CFE}" destId="{F8A69A0F-F4EA-495A-9717-6DEE09ACD47F}" srcOrd="2" destOrd="0" parTransId="{31F9725C-44D5-41D6-95BD-72FAE2D6BE58}" sibTransId="{D4374DEE-B931-410C-A51C-FBD37ACEAE95}"/>
    <dgm:cxn modelId="{E0EF8D9D-88BD-4506-84B5-74A20B31B490}" type="presOf" srcId="{3CF8212F-8A89-4669-9FB2-365BCE09A3DE}" destId="{E98AE497-E71D-4780-A3AD-00D1E777C978}" srcOrd="0" destOrd="0" presId="urn:microsoft.com/office/officeart/2005/8/layout/matrix3"/>
    <dgm:cxn modelId="{20DB94F8-4CA0-4510-B1F7-3EDABE04BB99}" type="presOf" srcId="{FCDEE491-650A-497D-9C01-7229F8F04A16}" destId="{A91234B2-150D-4BB8-889F-9A70C291189A}" srcOrd="0" destOrd="0" presId="urn:microsoft.com/office/officeart/2005/8/layout/matrix3"/>
    <dgm:cxn modelId="{A761C8FC-34C3-45F2-BA77-8E2F47875364}" type="presOf" srcId="{F8A69A0F-F4EA-495A-9717-6DEE09ACD47F}" destId="{EEA7D3C6-88CA-455F-B799-C18A36B3572A}" srcOrd="0" destOrd="0" presId="urn:microsoft.com/office/officeart/2005/8/layout/matrix3"/>
    <dgm:cxn modelId="{190A02E4-23BF-4E77-9D43-AAFC507B593E}" type="presParOf" srcId="{5167669D-88CC-4248-8CEF-BE176F76A64D}" destId="{6D645B5D-E68C-4964-B295-49C31067FD48}" srcOrd="0" destOrd="0" presId="urn:microsoft.com/office/officeart/2005/8/layout/matrix3"/>
    <dgm:cxn modelId="{AD41B68B-6095-4B71-8B81-C45103A828B2}" type="presParOf" srcId="{5167669D-88CC-4248-8CEF-BE176F76A64D}" destId="{E98AE497-E71D-4780-A3AD-00D1E777C978}" srcOrd="1" destOrd="0" presId="urn:microsoft.com/office/officeart/2005/8/layout/matrix3"/>
    <dgm:cxn modelId="{0687B766-121D-414F-B23F-5347601BB661}" type="presParOf" srcId="{5167669D-88CC-4248-8CEF-BE176F76A64D}" destId="{045D839A-3167-498A-A79D-0843BC54C195}" srcOrd="2" destOrd="0" presId="urn:microsoft.com/office/officeart/2005/8/layout/matrix3"/>
    <dgm:cxn modelId="{75702704-0D8D-4FD4-BCBF-4D3B7CDDEE03}" type="presParOf" srcId="{5167669D-88CC-4248-8CEF-BE176F76A64D}" destId="{EEA7D3C6-88CA-455F-B799-C18A36B3572A}" srcOrd="3" destOrd="0" presId="urn:microsoft.com/office/officeart/2005/8/layout/matrix3"/>
    <dgm:cxn modelId="{50C498C5-F1AA-480E-AD1A-11372778A256}" type="presParOf" srcId="{5167669D-88CC-4248-8CEF-BE176F76A64D}" destId="{A91234B2-150D-4BB8-889F-9A70C291189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BA2A179-189D-4CC2-8DDD-EE21E9AA5D1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EABA3E0-9351-4D2B-BF24-9592C93388CB}">
      <dgm:prSet/>
      <dgm:spPr/>
      <dgm:t>
        <a:bodyPr/>
        <a:lstStyle/>
        <a:p>
          <a:r>
            <a:rPr lang="uk-UA" b="0" i="0"/>
            <a:t>Донбасу.</a:t>
          </a:r>
          <a:endParaRPr lang="uk-UA"/>
        </a:p>
      </dgm:t>
    </dgm:pt>
    <dgm:pt modelId="{43EED6D1-FD80-400F-B468-37BA5E12FF2E}" type="parTrans" cxnId="{DA2C94A7-EB19-4F73-A64B-AC8F33386450}">
      <dgm:prSet/>
      <dgm:spPr/>
      <dgm:t>
        <a:bodyPr/>
        <a:lstStyle/>
        <a:p>
          <a:endParaRPr lang="uk-UA"/>
        </a:p>
      </dgm:t>
    </dgm:pt>
    <dgm:pt modelId="{A41EEA13-4C0A-429A-9167-0DD77C5465EB}" type="sibTrans" cxnId="{DA2C94A7-EB19-4F73-A64B-AC8F33386450}">
      <dgm:prSet/>
      <dgm:spPr/>
      <dgm:t>
        <a:bodyPr/>
        <a:lstStyle/>
        <a:p>
          <a:endParaRPr lang="uk-UA"/>
        </a:p>
      </dgm:t>
    </dgm:pt>
    <dgm:pt modelId="{0F4B8A1A-8234-4320-B7A8-2B218EA329D1}">
      <dgm:prSet/>
      <dgm:spPr/>
      <dgm:t>
        <a:bodyPr/>
        <a:lstStyle/>
        <a:p>
          <a:r>
            <a:rPr lang="uk-UA" b="0" i="0"/>
            <a:t>Поділля.</a:t>
          </a:r>
          <a:endParaRPr lang="uk-UA"/>
        </a:p>
      </dgm:t>
    </dgm:pt>
    <dgm:pt modelId="{EDBB9642-1CC3-4206-9F3E-179151CFC645}" type="parTrans" cxnId="{5930D832-73F6-4D79-8CBB-113F6EC612DA}">
      <dgm:prSet/>
      <dgm:spPr/>
      <dgm:t>
        <a:bodyPr/>
        <a:lstStyle/>
        <a:p>
          <a:endParaRPr lang="uk-UA"/>
        </a:p>
      </dgm:t>
    </dgm:pt>
    <dgm:pt modelId="{4813197F-64E4-4FEB-B3E8-E8841750AA73}" type="sibTrans" cxnId="{5930D832-73F6-4D79-8CBB-113F6EC612DA}">
      <dgm:prSet/>
      <dgm:spPr/>
      <dgm:t>
        <a:bodyPr/>
        <a:lstStyle/>
        <a:p>
          <a:endParaRPr lang="uk-UA"/>
        </a:p>
      </dgm:t>
    </dgm:pt>
    <dgm:pt modelId="{E96194FF-824B-43A6-BD6F-84CEB7510C59}">
      <dgm:prSet/>
      <dgm:spPr/>
      <dgm:t>
        <a:bodyPr/>
        <a:lstStyle/>
        <a:p>
          <a:r>
            <a:rPr lang="uk-UA" b="0" i="0"/>
            <a:t>Криму.</a:t>
          </a:r>
          <a:endParaRPr lang="uk-UA"/>
        </a:p>
      </dgm:t>
    </dgm:pt>
    <dgm:pt modelId="{EDC92575-57AA-4B49-9CCF-4F6A6F8F81ED}" type="parTrans" cxnId="{691BDC4F-4620-43A2-8C46-1B153A7A7A3E}">
      <dgm:prSet/>
      <dgm:spPr/>
      <dgm:t>
        <a:bodyPr/>
        <a:lstStyle/>
        <a:p>
          <a:endParaRPr lang="uk-UA"/>
        </a:p>
      </dgm:t>
    </dgm:pt>
    <dgm:pt modelId="{490C6641-5A22-4BC7-87C9-C49847B245EB}" type="sibTrans" cxnId="{691BDC4F-4620-43A2-8C46-1B153A7A7A3E}">
      <dgm:prSet/>
      <dgm:spPr/>
      <dgm:t>
        <a:bodyPr/>
        <a:lstStyle/>
        <a:p>
          <a:endParaRPr lang="uk-UA"/>
        </a:p>
      </dgm:t>
    </dgm:pt>
    <dgm:pt modelId="{53B732D8-43A6-4694-991F-49888DC76B38}">
      <dgm:prSet/>
      <dgm:spPr/>
      <dgm:t>
        <a:bodyPr/>
        <a:lstStyle/>
        <a:p>
          <a:r>
            <a:rPr lang="uk-UA" b="0" i="0"/>
            <a:t>Бессарабії.</a:t>
          </a:r>
          <a:endParaRPr lang="uk-UA"/>
        </a:p>
      </dgm:t>
    </dgm:pt>
    <dgm:pt modelId="{5989E438-184F-47EC-A1CB-F285106C6FF9}" type="parTrans" cxnId="{90B61079-E358-4A5E-B686-9154E7A16C6E}">
      <dgm:prSet/>
      <dgm:spPr/>
      <dgm:t>
        <a:bodyPr/>
        <a:lstStyle/>
        <a:p>
          <a:endParaRPr lang="uk-UA"/>
        </a:p>
      </dgm:t>
    </dgm:pt>
    <dgm:pt modelId="{13D390BC-DD87-45C0-AC97-EE86E67F501A}" type="sibTrans" cxnId="{90B61079-E358-4A5E-B686-9154E7A16C6E}">
      <dgm:prSet/>
      <dgm:spPr/>
      <dgm:t>
        <a:bodyPr/>
        <a:lstStyle/>
        <a:p>
          <a:endParaRPr lang="uk-UA"/>
        </a:p>
      </dgm:t>
    </dgm:pt>
    <dgm:pt modelId="{2C4399DD-A7E1-4FE7-9A82-98748DCB9259}" type="pres">
      <dgm:prSet presAssocID="{FBA2A179-189D-4CC2-8DDD-EE21E9AA5D11}" presName="linear" presStyleCnt="0">
        <dgm:presLayoutVars>
          <dgm:animLvl val="lvl"/>
          <dgm:resizeHandles val="exact"/>
        </dgm:presLayoutVars>
      </dgm:prSet>
      <dgm:spPr/>
    </dgm:pt>
    <dgm:pt modelId="{B6AC05BE-63BE-4DAE-9578-6559B0DC9FFB}" type="pres">
      <dgm:prSet presAssocID="{4EABA3E0-9351-4D2B-BF24-9592C93388CB}" presName="parentText" presStyleLbl="node1" presStyleIdx="0" presStyleCnt="4">
        <dgm:presLayoutVars>
          <dgm:chMax val="0"/>
          <dgm:bulletEnabled val="1"/>
        </dgm:presLayoutVars>
      </dgm:prSet>
      <dgm:spPr/>
    </dgm:pt>
    <dgm:pt modelId="{083413F3-6E05-4240-B4C7-BE5DFFDC1F3C}" type="pres">
      <dgm:prSet presAssocID="{A41EEA13-4C0A-429A-9167-0DD77C5465EB}" presName="spacer" presStyleCnt="0"/>
      <dgm:spPr/>
    </dgm:pt>
    <dgm:pt modelId="{5DE8A613-9F23-4A21-A486-EB0010E36CF2}" type="pres">
      <dgm:prSet presAssocID="{0F4B8A1A-8234-4320-B7A8-2B218EA329D1}" presName="parentText" presStyleLbl="node1" presStyleIdx="1" presStyleCnt="4">
        <dgm:presLayoutVars>
          <dgm:chMax val="0"/>
          <dgm:bulletEnabled val="1"/>
        </dgm:presLayoutVars>
      </dgm:prSet>
      <dgm:spPr/>
    </dgm:pt>
    <dgm:pt modelId="{5B405656-EFF5-4F03-A969-B0463DE4E72C}" type="pres">
      <dgm:prSet presAssocID="{4813197F-64E4-4FEB-B3E8-E8841750AA73}" presName="spacer" presStyleCnt="0"/>
      <dgm:spPr/>
    </dgm:pt>
    <dgm:pt modelId="{5D3FC59B-278E-4EEB-A1E0-F0D4A82B45A3}" type="pres">
      <dgm:prSet presAssocID="{E96194FF-824B-43A6-BD6F-84CEB7510C59}" presName="parentText" presStyleLbl="node1" presStyleIdx="2" presStyleCnt="4">
        <dgm:presLayoutVars>
          <dgm:chMax val="0"/>
          <dgm:bulletEnabled val="1"/>
        </dgm:presLayoutVars>
      </dgm:prSet>
      <dgm:spPr/>
    </dgm:pt>
    <dgm:pt modelId="{76B531A2-0CAD-4D90-BABE-D514ED819990}" type="pres">
      <dgm:prSet presAssocID="{490C6641-5A22-4BC7-87C9-C49847B245EB}" presName="spacer" presStyleCnt="0"/>
      <dgm:spPr/>
    </dgm:pt>
    <dgm:pt modelId="{FF0216A8-96AE-4FBF-89F4-95835096A4D3}" type="pres">
      <dgm:prSet presAssocID="{53B732D8-43A6-4694-991F-49888DC76B38}" presName="parentText" presStyleLbl="node1" presStyleIdx="3" presStyleCnt="4">
        <dgm:presLayoutVars>
          <dgm:chMax val="0"/>
          <dgm:bulletEnabled val="1"/>
        </dgm:presLayoutVars>
      </dgm:prSet>
      <dgm:spPr/>
    </dgm:pt>
  </dgm:ptLst>
  <dgm:cxnLst>
    <dgm:cxn modelId="{EA0F1829-E274-4A57-8056-3B48EB3C0056}" type="presOf" srcId="{4EABA3E0-9351-4D2B-BF24-9592C93388CB}" destId="{B6AC05BE-63BE-4DAE-9578-6559B0DC9FFB}" srcOrd="0" destOrd="0" presId="urn:microsoft.com/office/officeart/2005/8/layout/vList2"/>
    <dgm:cxn modelId="{5930D832-73F6-4D79-8CBB-113F6EC612DA}" srcId="{FBA2A179-189D-4CC2-8DDD-EE21E9AA5D11}" destId="{0F4B8A1A-8234-4320-B7A8-2B218EA329D1}" srcOrd="1" destOrd="0" parTransId="{EDBB9642-1CC3-4206-9F3E-179151CFC645}" sibTransId="{4813197F-64E4-4FEB-B3E8-E8841750AA73}"/>
    <dgm:cxn modelId="{451DDE5F-7082-4890-898B-8D638718C5B0}" type="presOf" srcId="{53B732D8-43A6-4694-991F-49888DC76B38}" destId="{FF0216A8-96AE-4FBF-89F4-95835096A4D3}" srcOrd="0" destOrd="0" presId="urn:microsoft.com/office/officeart/2005/8/layout/vList2"/>
    <dgm:cxn modelId="{691BDC4F-4620-43A2-8C46-1B153A7A7A3E}" srcId="{FBA2A179-189D-4CC2-8DDD-EE21E9AA5D11}" destId="{E96194FF-824B-43A6-BD6F-84CEB7510C59}" srcOrd="2" destOrd="0" parTransId="{EDC92575-57AA-4B49-9CCF-4F6A6F8F81ED}" sibTransId="{490C6641-5A22-4BC7-87C9-C49847B245EB}"/>
    <dgm:cxn modelId="{5608BF74-DC14-4CB6-8647-5C16EC700C2E}" type="presOf" srcId="{FBA2A179-189D-4CC2-8DDD-EE21E9AA5D11}" destId="{2C4399DD-A7E1-4FE7-9A82-98748DCB9259}" srcOrd="0" destOrd="0" presId="urn:microsoft.com/office/officeart/2005/8/layout/vList2"/>
    <dgm:cxn modelId="{90B61079-E358-4A5E-B686-9154E7A16C6E}" srcId="{FBA2A179-189D-4CC2-8DDD-EE21E9AA5D11}" destId="{53B732D8-43A6-4694-991F-49888DC76B38}" srcOrd="3" destOrd="0" parTransId="{5989E438-184F-47EC-A1CB-F285106C6FF9}" sibTransId="{13D390BC-DD87-45C0-AC97-EE86E67F501A}"/>
    <dgm:cxn modelId="{B6B9968A-3FC8-40E2-A239-0442C08FF8BA}" type="presOf" srcId="{E96194FF-824B-43A6-BD6F-84CEB7510C59}" destId="{5D3FC59B-278E-4EEB-A1E0-F0D4A82B45A3}" srcOrd="0" destOrd="0" presId="urn:microsoft.com/office/officeart/2005/8/layout/vList2"/>
    <dgm:cxn modelId="{DA2C94A7-EB19-4F73-A64B-AC8F33386450}" srcId="{FBA2A179-189D-4CC2-8DDD-EE21E9AA5D11}" destId="{4EABA3E0-9351-4D2B-BF24-9592C93388CB}" srcOrd="0" destOrd="0" parTransId="{43EED6D1-FD80-400F-B468-37BA5E12FF2E}" sibTransId="{A41EEA13-4C0A-429A-9167-0DD77C5465EB}"/>
    <dgm:cxn modelId="{B26ECDFF-9ECC-4BE7-A440-6E7C426EFCF5}" type="presOf" srcId="{0F4B8A1A-8234-4320-B7A8-2B218EA329D1}" destId="{5DE8A613-9F23-4A21-A486-EB0010E36CF2}" srcOrd="0" destOrd="0" presId="urn:microsoft.com/office/officeart/2005/8/layout/vList2"/>
    <dgm:cxn modelId="{38B7CA80-55B4-43CA-A4A6-6A2DAD621274}" type="presParOf" srcId="{2C4399DD-A7E1-4FE7-9A82-98748DCB9259}" destId="{B6AC05BE-63BE-4DAE-9578-6559B0DC9FFB}" srcOrd="0" destOrd="0" presId="urn:microsoft.com/office/officeart/2005/8/layout/vList2"/>
    <dgm:cxn modelId="{689B30BB-19BC-41A0-8570-1AFAF410E452}" type="presParOf" srcId="{2C4399DD-A7E1-4FE7-9A82-98748DCB9259}" destId="{083413F3-6E05-4240-B4C7-BE5DFFDC1F3C}" srcOrd="1" destOrd="0" presId="urn:microsoft.com/office/officeart/2005/8/layout/vList2"/>
    <dgm:cxn modelId="{38755DB2-81FA-4F12-A7CD-546A4B46844E}" type="presParOf" srcId="{2C4399DD-A7E1-4FE7-9A82-98748DCB9259}" destId="{5DE8A613-9F23-4A21-A486-EB0010E36CF2}" srcOrd="2" destOrd="0" presId="urn:microsoft.com/office/officeart/2005/8/layout/vList2"/>
    <dgm:cxn modelId="{46FB58B2-F24A-47CC-AB2D-BDF8939CA802}" type="presParOf" srcId="{2C4399DD-A7E1-4FE7-9A82-98748DCB9259}" destId="{5B405656-EFF5-4F03-A969-B0463DE4E72C}" srcOrd="3" destOrd="0" presId="urn:microsoft.com/office/officeart/2005/8/layout/vList2"/>
    <dgm:cxn modelId="{C76260E5-28C5-4797-8D63-FBA51BE4AF9A}" type="presParOf" srcId="{2C4399DD-A7E1-4FE7-9A82-98748DCB9259}" destId="{5D3FC59B-278E-4EEB-A1E0-F0D4A82B45A3}" srcOrd="4" destOrd="0" presId="urn:microsoft.com/office/officeart/2005/8/layout/vList2"/>
    <dgm:cxn modelId="{01B8C0A0-073C-497D-96BD-7435689F7799}" type="presParOf" srcId="{2C4399DD-A7E1-4FE7-9A82-98748DCB9259}" destId="{76B531A2-0CAD-4D90-BABE-D514ED819990}" srcOrd="5" destOrd="0" presId="urn:microsoft.com/office/officeart/2005/8/layout/vList2"/>
    <dgm:cxn modelId="{139179AF-8660-40E0-A9F6-75C702DB98FF}" type="presParOf" srcId="{2C4399DD-A7E1-4FE7-9A82-98748DCB9259}" destId="{FF0216A8-96AE-4FBF-89F4-95835096A4D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B0806DA9-3667-488B-8FB9-38E896180B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3C36E7C-6076-4DE3-A107-F9F349EC4D44}">
      <dgm:prSet/>
      <dgm:spPr/>
      <dgm:t>
        <a:bodyPr/>
        <a:lstStyle/>
        <a:p>
          <a:r>
            <a:rPr lang="uk-UA" b="0" i="0"/>
            <a:t>перехід повстанців на бік армії генерала П. Врангеля</a:t>
          </a:r>
          <a:endParaRPr lang="uk-UA"/>
        </a:p>
      </dgm:t>
    </dgm:pt>
    <dgm:pt modelId="{850014BE-ABA4-46A8-B9FA-A7974EF8DD26}" type="parTrans" cxnId="{9A1910E7-16AA-44C9-B253-438E2A2BDB4D}">
      <dgm:prSet/>
      <dgm:spPr/>
      <dgm:t>
        <a:bodyPr/>
        <a:lstStyle/>
        <a:p>
          <a:endParaRPr lang="uk-UA"/>
        </a:p>
      </dgm:t>
    </dgm:pt>
    <dgm:pt modelId="{5BC3D7C6-3C25-480B-9FB3-8A9E21A4B67A}" type="sibTrans" cxnId="{9A1910E7-16AA-44C9-B253-438E2A2BDB4D}">
      <dgm:prSet/>
      <dgm:spPr/>
      <dgm:t>
        <a:bodyPr/>
        <a:lstStyle/>
        <a:p>
          <a:endParaRPr lang="uk-UA"/>
        </a:p>
      </dgm:t>
    </dgm:pt>
    <dgm:pt modelId="{8682A89C-4DDC-4AFD-B721-913825655F82}">
      <dgm:prSet/>
      <dgm:spPr/>
      <dgm:t>
        <a:bodyPr/>
        <a:lstStyle/>
        <a:p>
          <a:r>
            <a:rPr lang="uk-UA" b="0" i="0"/>
            <a:t>розпуск і припинення існування загонів Повстанської армії</a:t>
          </a:r>
          <a:endParaRPr lang="uk-UA"/>
        </a:p>
      </dgm:t>
    </dgm:pt>
    <dgm:pt modelId="{8298DBD0-063C-4AE5-881E-664C21227CAD}" type="parTrans" cxnId="{B95294D8-3091-4EB0-B4D1-A44ACD0EC55C}">
      <dgm:prSet/>
      <dgm:spPr/>
      <dgm:t>
        <a:bodyPr/>
        <a:lstStyle/>
        <a:p>
          <a:endParaRPr lang="uk-UA"/>
        </a:p>
      </dgm:t>
    </dgm:pt>
    <dgm:pt modelId="{524CB9B4-2692-4F99-8EAF-0984D432D449}" type="sibTrans" cxnId="{B95294D8-3091-4EB0-B4D1-A44ACD0EC55C}">
      <dgm:prSet/>
      <dgm:spPr/>
      <dgm:t>
        <a:bodyPr/>
        <a:lstStyle/>
        <a:p>
          <a:endParaRPr lang="uk-UA"/>
        </a:p>
      </dgm:t>
    </dgm:pt>
    <dgm:pt modelId="{BBB59E20-6D75-47FA-ABE8-226C6BD92B02}">
      <dgm:prSet/>
      <dgm:spPr/>
      <dgm:t>
        <a:bodyPr/>
        <a:lstStyle/>
        <a:p>
          <a:r>
            <a:rPr lang="uk-UA" b="0" i="0"/>
            <a:t>розгром головних сил повстанців, які намагалися вирватися з оточення</a:t>
          </a:r>
          <a:endParaRPr lang="uk-UA"/>
        </a:p>
      </dgm:t>
    </dgm:pt>
    <dgm:pt modelId="{4EBEC0D3-0832-4D66-93DF-D88680DC8FFF}" type="parTrans" cxnId="{58DE6129-8DB1-453B-B6D4-9EC0DCEAD6EB}">
      <dgm:prSet/>
      <dgm:spPr/>
      <dgm:t>
        <a:bodyPr/>
        <a:lstStyle/>
        <a:p>
          <a:endParaRPr lang="uk-UA"/>
        </a:p>
      </dgm:t>
    </dgm:pt>
    <dgm:pt modelId="{4F75CF06-3CBB-4D5A-8F81-954A2EB13D94}" type="sibTrans" cxnId="{58DE6129-8DB1-453B-B6D4-9EC0DCEAD6EB}">
      <dgm:prSet/>
      <dgm:spPr/>
      <dgm:t>
        <a:bodyPr/>
        <a:lstStyle/>
        <a:p>
          <a:endParaRPr lang="uk-UA"/>
        </a:p>
      </dgm:t>
    </dgm:pt>
    <dgm:pt modelId="{DCD61CC2-93D7-4795-9457-A318775311A6}">
      <dgm:prSet/>
      <dgm:spPr/>
      <dgm:t>
        <a:bodyPr/>
        <a:lstStyle/>
        <a:p>
          <a:r>
            <a:rPr lang="uk-UA" b="0" i="0"/>
            <a:t>переформування загонів Повстанської армії в підрозділи Червоної Армі</a:t>
          </a:r>
          <a:endParaRPr lang="uk-UA"/>
        </a:p>
      </dgm:t>
    </dgm:pt>
    <dgm:pt modelId="{2953C0C8-0327-44C5-9A63-451AF4DBC282}" type="parTrans" cxnId="{922B8080-0E5D-4479-AD2C-4382D94D602D}">
      <dgm:prSet/>
      <dgm:spPr/>
      <dgm:t>
        <a:bodyPr/>
        <a:lstStyle/>
        <a:p>
          <a:endParaRPr lang="uk-UA"/>
        </a:p>
      </dgm:t>
    </dgm:pt>
    <dgm:pt modelId="{285BC8CF-0AB1-4718-B234-49EF445D3B1A}" type="sibTrans" cxnId="{922B8080-0E5D-4479-AD2C-4382D94D602D}">
      <dgm:prSet/>
      <dgm:spPr/>
      <dgm:t>
        <a:bodyPr/>
        <a:lstStyle/>
        <a:p>
          <a:endParaRPr lang="uk-UA"/>
        </a:p>
      </dgm:t>
    </dgm:pt>
    <dgm:pt modelId="{47F76B5E-D18D-443B-85FE-6D7C540CC50A}" type="pres">
      <dgm:prSet presAssocID="{B0806DA9-3667-488B-8FB9-38E896180B4C}" presName="linear" presStyleCnt="0">
        <dgm:presLayoutVars>
          <dgm:animLvl val="lvl"/>
          <dgm:resizeHandles val="exact"/>
        </dgm:presLayoutVars>
      </dgm:prSet>
      <dgm:spPr/>
    </dgm:pt>
    <dgm:pt modelId="{8501C53A-F022-4746-A3C2-560104BBE347}" type="pres">
      <dgm:prSet presAssocID="{93C36E7C-6076-4DE3-A107-F9F349EC4D44}" presName="parentText" presStyleLbl="node1" presStyleIdx="0" presStyleCnt="4">
        <dgm:presLayoutVars>
          <dgm:chMax val="0"/>
          <dgm:bulletEnabled val="1"/>
        </dgm:presLayoutVars>
      </dgm:prSet>
      <dgm:spPr/>
    </dgm:pt>
    <dgm:pt modelId="{9F0A6F4A-45C2-4A0B-82CF-6B695545B897}" type="pres">
      <dgm:prSet presAssocID="{5BC3D7C6-3C25-480B-9FB3-8A9E21A4B67A}" presName="spacer" presStyleCnt="0"/>
      <dgm:spPr/>
    </dgm:pt>
    <dgm:pt modelId="{54DE4052-C17C-455A-A31F-AA0702DB65AC}" type="pres">
      <dgm:prSet presAssocID="{8682A89C-4DDC-4AFD-B721-913825655F82}" presName="parentText" presStyleLbl="node1" presStyleIdx="1" presStyleCnt="4">
        <dgm:presLayoutVars>
          <dgm:chMax val="0"/>
          <dgm:bulletEnabled val="1"/>
        </dgm:presLayoutVars>
      </dgm:prSet>
      <dgm:spPr/>
    </dgm:pt>
    <dgm:pt modelId="{5FC6ABA1-DCD8-4F86-AEAF-ECDCC33F0967}" type="pres">
      <dgm:prSet presAssocID="{524CB9B4-2692-4F99-8EAF-0984D432D449}" presName="spacer" presStyleCnt="0"/>
      <dgm:spPr/>
    </dgm:pt>
    <dgm:pt modelId="{B9B5F7B7-571D-4B2C-A0B6-CD531104EFA9}" type="pres">
      <dgm:prSet presAssocID="{BBB59E20-6D75-47FA-ABE8-226C6BD92B02}" presName="parentText" presStyleLbl="node1" presStyleIdx="2" presStyleCnt="4">
        <dgm:presLayoutVars>
          <dgm:chMax val="0"/>
          <dgm:bulletEnabled val="1"/>
        </dgm:presLayoutVars>
      </dgm:prSet>
      <dgm:spPr/>
    </dgm:pt>
    <dgm:pt modelId="{D68DA8D0-E1A5-4CA0-8043-1E0A11E35376}" type="pres">
      <dgm:prSet presAssocID="{4F75CF06-3CBB-4D5A-8F81-954A2EB13D94}" presName="spacer" presStyleCnt="0"/>
      <dgm:spPr/>
    </dgm:pt>
    <dgm:pt modelId="{6DDAC870-919F-47E0-871E-53F0C070E2C1}" type="pres">
      <dgm:prSet presAssocID="{DCD61CC2-93D7-4795-9457-A318775311A6}" presName="parentText" presStyleLbl="node1" presStyleIdx="3" presStyleCnt="4">
        <dgm:presLayoutVars>
          <dgm:chMax val="0"/>
          <dgm:bulletEnabled val="1"/>
        </dgm:presLayoutVars>
      </dgm:prSet>
      <dgm:spPr/>
    </dgm:pt>
  </dgm:ptLst>
  <dgm:cxnLst>
    <dgm:cxn modelId="{58DE6129-8DB1-453B-B6D4-9EC0DCEAD6EB}" srcId="{B0806DA9-3667-488B-8FB9-38E896180B4C}" destId="{BBB59E20-6D75-47FA-ABE8-226C6BD92B02}" srcOrd="2" destOrd="0" parTransId="{4EBEC0D3-0832-4D66-93DF-D88680DC8FFF}" sibTransId="{4F75CF06-3CBB-4D5A-8F81-954A2EB13D94}"/>
    <dgm:cxn modelId="{45AE2A78-13F2-4C9C-AC99-264BEAC3FCFD}" type="presOf" srcId="{BBB59E20-6D75-47FA-ABE8-226C6BD92B02}" destId="{B9B5F7B7-571D-4B2C-A0B6-CD531104EFA9}" srcOrd="0" destOrd="0" presId="urn:microsoft.com/office/officeart/2005/8/layout/vList2"/>
    <dgm:cxn modelId="{922B8080-0E5D-4479-AD2C-4382D94D602D}" srcId="{B0806DA9-3667-488B-8FB9-38E896180B4C}" destId="{DCD61CC2-93D7-4795-9457-A318775311A6}" srcOrd="3" destOrd="0" parTransId="{2953C0C8-0327-44C5-9A63-451AF4DBC282}" sibTransId="{285BC8CF-0AB1-4718-B234-49EF445D3B1A}"/>
    <dgm:cxn modelId="{0274A19D-CCB1-4BAA-8A71-5B7B680187DC}" type="presOf" srcId="{8682A89C-4DDC-4AFD-B721-913825655F82}" destId="{54DE4052-C17C-455A-A31F-AA0702DB65AC}" srcOrd="0" destOrd="0" presId="urn:microsoft.com/office/officeart/2005/8/layout/vList2"/>
    <dgm:cxn modelId="{8ADF9CC3-7411-468A-A2D7-C3AEEC34FEC6}" type="presOf" srcId="{B0806DA9-3667-488B-8FB9-38E896180B4C}" destId="{47F76B5E-D18D-443B-85FE-6D7C540CC50A}" srcOrd="0" destOrd="0" presId="urn:microsoft.com/office/officeart/2005/8/layout/vList2"/>
    <dgm:cxn modelId="{093B38C5-250E-454E-95C9-1D1F6A0D755A}" type="presOf" srcId="{93C36E7C-6076-4DE3-A107-F9F349EC4D44}" destId="{8501C53A-F022-4746-A3C2-560104BBE347}" srcOrd="0" destOrd="0" presId="urn:microsoft.com/office/officeart/2005/8/layout/vList2"/>
    <dgm:cxn modelId="{B95294D8-3091-4EB0-B4D1-A44ACD0EC55C}" srcId="{B0806DA9-3667-488B-8FB9-38E896180B4C}" destId="{8682A89C-4DDC-4AFD-B721-913825655F82}" srcOrd="1" destOrd="0" parTransId="{8298DBD0-063C-4AE5-881E-664C21227CAD}" sibTransId="{524CB9B4-2692-4F99-8EAF-0984D432D449}"/>
    <dgm:cxn modelId="{44B000E5-8B26-40C3-9811-B81C030711C6}" type="presOf" srcId="{DCD61CC2-93D7-4795-9457-A318775311A6}" destId="{6DDAC870-919F-47E0-871E-53F0C070E2C1}" srcOrd="0" destOrd="0" presId="urn:microsoft.com/office/officeart/2005/8/layout/vList2"/>
    <dgm:cxn modelId="{9A1910E7-16AA-44C9-B253-438E2A2BDB4D}" srcId="{B0806DA9-3667-488B-8FB9-38E896180B4C}" destId="{93C36E7C-6076-4DE3-A107-F9F349EC4D44}" srcOrd="0" destOrd="0" parTransId="{850014BE-ABA4-46A8-B9FA-A7974EF8DD26}" sibTransId="{5BC3D7C6-3C25-480B-9FB3-8A9E21A4B67A}"/>
    <dgm:cxn modelId="{177D8A85-160E-4E6A-B118-E5EA234E0618}" type="presParOf" srcId="{47F76B5E-D18D-443B-85FE-6D7C540CC50A}" destId="{8501C53A-F022-4746-A3C2-560104BBE347}" srcOrd="0" destOrd="0" presId="urn:microsoft.com/office/officeart/2005/8/layout/vList2"/>
    <dgm:cxn modelId="{CB63C512-4180-4F1D-BB2B-12B27B523181}" type="presParOf" srcId="{47F76B5E-D18D-443B-85FE-6D7C540CC50A}" destId="{9F0A6F4A-45C2-4A0B-82CF-6B695545B897}" srcOrd="1" destOrd="0" presId="urn:microsoft.com/office/officeart/2005/8/layout/vList2"/>
    <dgm:cxn modelId="{D8560464-070C-45C4-9B94-7F14957ED192}" type="presParOf" srcId="{47F76B5E-D18D-443B-85FE-6D7C540CC50A}" destId="{54DE4052-C17C-455A-A31F-AA0702DB65AC}" srcOrd="2" destOrd="0" presId="urn:microsoft.com/office/officeart/2005/8/layout/vList2"/>
    <dgm:cxn modelId="{545B06F3-DB65-4152-A2C3-7CDAEEC9998C}" type="presParOf" srcId="{47F76B5E-D18D-443B-85FE-6D7C540CC50A}" destId="{5FC6ABA1-DCD8-4F86-AEAF-ECDCC33F0967}" srcOrd="3" destOrd="0" presId="urn:microsoft.com/office/officeart/2005/8/layout/vList2"/>
    <dgm:cxn modelId="{3C66DD0F-AC16-4E57-807B-F615306C571C}" type="presParOf" srcId="{47F76B5E-D18D-443B-85FE-6D7C540CC50A}" destId="{B9B5F7B7-571D-4B2C-A0B6-CD531104EFA9}" srcOrd="4" destOrd="0" presId="urn:microsoft.com/office/officeart/2005/8/layout/vList2"/>
    <dgm:cxn modelId="{A01A02D7-DE3E-443A-9294-03926A778CEF}" type="presParOf" srcId="{47F76B5E-D18D-443B-85FE-6D7C540CC50A}" destId="{D68DA8D0-E1A5-4CA0-8043-1E0A11E35376}" srcOrd="5" destOrd="0" presId="urn:microsoft.com/office/officeart/2005/8/layout/vList2"/>
    <dgm:cxn modelId="{0E200C2D-E30A-4C86-8B66-F0473487127C}" type="presParOf" srcId="{47F76B5E-D18D-443B-85FE-6D7C540CC50A}" destId="{6DDAC870-919F-47E0-871E-53F0C070E2C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F8A9DFB4-EB98-4BF5-8083-1A2A846B46D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2541D9F-6B8D-4113-A6E2-0E6BA003B73D}">
      <dgm:prSet/>
      <dgm:spPr/>
      <dgm:t>
        <a:bodyPr/>
        <a:lstStyle/>
        <a:p>
          <a:r>
            <a:rPr lang="ru-RU" b="0" i="0"/>
            <a:t>С. Петлюра</a:t>
          </a:r>
          <a:endParaRPr lang="uk-UA"/>
        </a:p>
      </dgm:t>
    </dgm:pt>
    <dgm:pt modelId="{53BF1F42-5598-4D75-9712-0E372248F3C5}" type="parTrans" cxnId="{DC850D6A-E2F0-4D7B-96AF-F6CEAAE597E9}">
      <dgm:prSet/>
      <dgm:spPr/>
      <dgm:t>
        <a:bodyPr/>
        <a:lstStyle/>
        <a:p>
          <a:endParaRPr lang="uk-UA"/>
        </a:p>
      </dgm:t>
    </dgm:pt>
    <dgm:pt modelId="{A2147063-BA81-43EC-9342-4DDE5C83B297}" type="sibTrans" cxnId="{DC850D6A-E2F0-4D7B-96AF-F6CEAAE597E9}">
      <dgm:prSet/>
      <dgm:spPr/>
      <dgm:t>
        <a:bodyPr/>
        <a:lstStyle/>
        <a:p>
          <a:endParaRPr lang="uk-UA"/>
        </a:p>
      </dgm:t>
    </dgm:pt>
    <dgm:pt modelId="{CB306946-3C40-46F9-A35E-BE69032EA947}">
      <dgm:prSet/>
      <dgm:spPr/>
      <dgm:t>
        <a:bodyPr/>
        <a:lstStyle/>
        <a:p>
          <a:r>
            <a:rPr lang="ru-RU" b="0" i="0"/>
            <a:t>П. Скоропадський</a:t>
          </a:r>
          <a:endParaRPr lang="uk-UA"/>
        </a:p>
      </dgm:t>
    </dgm:pt>
    <dgm:pt modelId="{C7290323-20B8-45F3-BE13-5B6FD5E7DA15}" type="parTrans" cxnId="{22F0A431-C411-46A6-8E4C-43DC33639AB4}">
      <dgm:prSet/>
      <dgm:spPr/>
      <dgm:t>
        <a:bodyPr/>
        <a:lstStyle/>
        <a:p>
          <a:endParaRPr lang="uk-UA"/>
        </a:p>
      </dgm:t>
    </dgm:pt>
    <dgm:pt modelId="{FB07F6BB-7C7F-4C86-89A6-2D3C041BA69E}" type="sibTrans" cxnId="{22F0A431-C411-46A6-8E4C-43DC33639AB4}">
      <dgm:prSet/>
      <dgm:spPr/>
      <dgm:t>
        <a:bodyPr/>
        <a:lstStyle/>
        <a:p>
          <a:endParaRPr lang="uk-UA"/>
        </a:p>
      </dgm:t>
    </dgm:pt>
    <dgm:pt modelId="{A723FB94-C2D1-4045-81E9-623EC3FF54EE}">
      <dgm:prSet/>
      <dgm:spPr/>
      <dgm:t>
        <a:bodyPr/>
        <a:lstStyle/>
        <a:p>
          <a:r>
            <a:rPr lang="ru-RU" b="0" i="0"/>
            <a:t>Д. Вітовський</a:t>
          </a:r>
          <a:endParaRPr lang="uk-UA"/>
        </a:p>
      </dgm:t>
    </dgm:pt>
    <dgm:pt modelId="{756CB990-D15F-4956-8FD8-3F921DF59B56}" type="parTrans" cxnId="{1341A727-377B-47C4-AC2E-44504032B1F0}">
      <dgm:prSet/>
      <dgm:spPr/>
      <dgm:t>
        <a:bodyPr/>
        <a:lstStyle/>
        <a:p>
          <a:endParaRPr lang="uk-UA"/>
        </a:p>
      </dgm:t>
    </dgm:pt>
    <dgm:pt modelId="{E2888A77-FF38-499D-BBD2-D627DE09FBCF}" type="sibTrans" cxnId="{1341A727-377B-47C4-AC2E-44504032B1F0}">
      <dgm:prSet/>
      <dgm:spPr/>
      <dgm:t>
        <a:bodyPr/>
        <a:lstStyle/>
        <a:p>
          <a:endParaRPr lang="uk-UA"/>
        </a:p>
      </dgm:t>
    </dgm:pt>
    <dgm:pt modelId="{CF401C30-0817-4BC3-97DB-0D21A1C95F03}">
      <dgm:prSet/>
      <dgm:spPr/>
      <dgm:t>
        <a:bodyPr/>
        <a:lstStyle/>
        <a:p>
          <a:r>
            <a:rPr lang="ru-RU" b="0" i="0"/>
            <a:t>Н. Махно</a:t>
          </a:r>
          <a:endParaRPr lang="uk-UA"/>
        </a:p>
      </dgm:t>
    </dgm:pt>
    <dgm:pt modelId="{4349830A-D156-4943-899E-A7B361621AC6}" type="parTrans" cxnId="{64461575-EC89-43A8-9A24-8FFAB7E8184C}">
      <dgm:prSet/>
      <dgm:spPr/>
      <dgm:t>
        <a:bodyPr/>
        <a:lstStyle/>
        <a:p>
          <a:endParaRPr lang="uk-UA"/>
        </a:p>
      </dgm:t>
    </dgm:pt>
    <dgm:pt modelId="{29931363-C5ED-4F31-9A61-FBE1180EA909}" type="sibTrans" cxnId="{64461575-EC89-43A8-9A24-8FFAB7E8184C}">
      <dgm:prSet/>
      <dgm:spPr/>
      <dgm:t>
        <a:bodyPr/>
        <a:lstStyle/>
        <a:p>
          <a:endParaRPr lang="uk-UA"/>
        </a:p>
      </dgm:t>
    </dgm:pt>
    <dgm:pt modelId="{4F465432-FBBA-4493-858A-1CBA37B39858}" type="pres">
      <dgm:prSet presAssocID="{F8A9DFB4-EB98-4BF5-8083-1A2A846B46DF}" presName="linearFlow" presStyleCnt="0">
        <dgm:presLayoutVars>
          <dgm:dir/>
          <dgm:resizeHandles val="exact"/>
        </dgm:presLayoutVars>
      </dgm:prSet>
      <dgm:spPr/>
    </dgm:pt>
    <dgm:pt modelId="{474C9FE1-7A62-4084-9993-FBF6D61DC32E}" type="pres">
      <dgm:prSet presAssocID="{12541D9F-6B8D-4113-A6E2-0E6BA003B73D}" presName="composite" presStyleCnt="0"/>
      <dgm:spPr/>
    </dgm:pt>
    <dgm:pt modelId="{CFE7D985-BCFD-4051-8087-727DDEFDCA4A}" type="pres">
      <dgm:prSet presAssocID="{12541D9F-6B8D-4113-A6E2-0E6BA003B73D}" presName="imgShp" presStyleLbl="fgImgPlace1" presStyleIdx="0" presStyleCnt="4"/>
      <dgm:spPr/>
    </dgm:pt>
    <dgm:pt modelId="{245DEB44-08FD-4D46-9FF5-10CAA7A8400D}" type="pres">
      <dgm:prSet presAssocID="{12541D9F-6B8D-4113-A6E2-0E6BA003B73D}" presName="txShp" presStyleLbl="node1" presStyleIdx="0" presStyleCnt="4">
        <dgm:presLayoutVars>
          <dgm:bulletEnabled val="1"/>
        </dgm:presLayoutVars>
      </dgm:prSet>
      <dgm:spPr/>
    </dgm:pt>
    <dgm:pt modelId="{8E975EB8-A1CF-4152-86E4-439CCFB4C17A}" type="pres">
      <dgm:prSet presAssocID="{A2147063-BA81-43EC-9342-4DDE5C83B297}" presName="spacing" presStyleCnt="0"/>
      <dgm:spPr/>
    </dgm:pt>
    <dgm:pt modelId="{AABF99CC-5F47-4D5B-A75E-53F99BBF1C4B}" type="pres">
      <dgm:prSet presAssocID="{CB306946-3C40-46F9-A35E-BE69032EA947}" presName="composite" presStyleCnt="0"/>
      <dgm:spPr/>
    </dgm:pt>
    <dgm:pt modelId="{0D21DD9D-37D6-437F-BDBE-3832D66C2754}" type="pres">
      <dgm:prSet presAssocID="{CB306946-3C40-46F9-A35E-BE69032EA947}" presName="imgShp" presStyleLbl="fgImgPlace1" presStyleIdx="1" presStyleCnt="4"/>
      <dgm:spPr/>
    </dgm:pt>
    <dgm:pt modelId="{5EDD304C-31D6-4847-B991-97F00B3D99FB}" type="pres">
      <dgm:prSet presAssocID="{CB306946-3C40-46F9-A35E-BE69032EA947}" presName="txShp" presStyleLbl="node1" presStyleIdx="1" presStyleCnt="4">
        <dgm:presLayoutVars>
          <dgm:bulletEnabled val="1"/>
        </dgm:presLayoutVars>
      </dgm:prSet>
      <dgm:spPr/>
    </dgm:pt>
    <dgm:pt modelId="{77371E52-D2FB-4D1C-804A-C1BC7C4B4C39}" type="pres">
      <dgm:prSet presAssocID="{FB07F6BB-7C7F-4C86-89A6-2D3C041BA69E}" presName="spacing" presStyleCnt="0"/>
      <dgm:spPr/>
    </dgm:pt>
    <dgm:pt modelId="{F40B1C2A-595F-4204-92F9-6B8065D74617}" type="pres">
      <dgm:prSet presAssocID="{A723FB94-C2D1-4045-81E9-623EC3FF54EE}" presName="composite" presStyleCnt="0"/>
      <dgm:spPr/>
    </dgm:pt>
    <dgm:pt modelId="{05B4375D-4ABA-4B48-BB72-3CEEEF8FD943}" type="pres">
      <dgm:prSet presAssocID="{A723FB94-C2D1-4045-81E9-623EC3FF54EE}" presName="imgShp" presStyleLbl="fgImgPlace1" presStyleIdx="2" presStyleCnt="4"/>
      <dgm:spPr/>
    </dgm:pt>
    <dgm:pt modelId="{68257A2C-45B2-4961-9827-979AD6108918}" type="pres">
      <dgm:prSet presAssocID="{A723FB94-C2D1-4045-81E9-623EC3FF54EE}" presName="txShp" presStyleLbl="node1" presStyleIdx="2" presStyleCnt="4">
        <dgm:presLayoutVars>
          <dgm:bulletEnabled val="1"/>
        </dgm:presLayoutVars>
      </dgm:prSet>
      <dgm:spPr/>
    </dgm:pt>
    <dgm:pt modelId="{8FF2023B-DCC6-43B6-9B98-88559FCD36A8}" type="pres">
      <dgm:prSet presAssocID="{E2888A77-FF38-499D-BBD2-D627DE09FBCF}" presName="spacing" presStyleCnt="0"/>
      <dgm:spPr/>
    </dgm:pt>
    <dgm:pt modelId="{6C639338-3B55-4611-BEF2-BDF08231E139}" type="pres">
      <dgm:prSet presAssocID="{CF401C30-0817-4BC3-97DB-0D21A1C95F03}" presName="composite" presStyleCnt="0"/>
      <dgm:spPr/>
    </dgm:pt>
    <dgm:pt modelId="{B6C712DD-3B68-41C3-9EA2-00E36B892F93}" type="pres">
      <dgm:prSet presAssocID="{CF401C30-0817-4BC3-97DB-0D21A1C95F03}" presName="imgShp" presStyleLbl="fgImgPlace1" presStyleIdx="3" presStyleCnt="4"/>
      <dgm:spPr/>
    </dgm:pt>
    <dgm:pt modelId="{A425F1F2-C28D-4C24-BB19-536324A5FA4A}" type="pres">
      <dgm:prSet presAssocID="{CF401C30-0817-4BC3-97DB-0D21A1C95F03}" presName="txShp" presStyleLbl="node1" presStyleIdx="3" presStyleCnt="4">
        <dgm:presLayoutVars>
          <dgm:bulletEnabled val="1"/>
        </dgm:presLayoutVars>
      </dgm:prSet>
      <dgm:spPr/>
    </dgm:pt>
  </dgm:ptLst>
  <dgm:cxnLst>
    <dgm:cxn modelId="{51A71404-86F2-4B2D-87BE-ED1A67ED6055}" type="presOf" srcId="{A723FB94-C2D1-4045-81E9-623EC3FF54EE}" destId="{68257A2C-45B2-4961-9827-979AD6108918}" srcOrd="0" destOrd="0" presId="urn:microsoft.com/office/officeart/2005/8/layout/vList3"/>
    <dgm:cxn modelId="{1341A727-377B-47C4-AC2E-44504032B1F0}" srcId="{F8A9DFB4-EB98-4BF5-8083-1A2A846B46DF}" destId="{A723FB94-C2D1-4045-81E9-623EC3FF54EE}" srcOrd="2" destOrd="0" parTransId="{756CB990-D15F-4956-8FD8-3F921DF59B56}" sibTransId="{E2888A77-FF38-499D-BBD2-D627DE09FBCF}"/>
    <dgm:cxn modelId="{22F0A431-C411-46A6-8E4C-43DC33639AB4}" srcId="{F8A9DFB4-EB98-4BF5-8083-1A2A846B46DF}" destId="{CB306946-3C40-46F9-A35E-BE69032EA947}" srcOrd="1" destOrd="0" parTransId="{C7290323-20B8-45F3-BE13-5B6FD5E7DA15}" sibTransId="{FB07F6BB-7C7F-4C86-89A6-2D3C041BA69E}"/>
    <dgm:cxn modelId="{E1BE1633-5888-4717-A30E-C8437042BAC9}" type="presOf" srcId="{CB306946-3C40-46F9-A35E-BE69032EA947}" destId="{5EDD304C-31D6-4847-B991-97F00B3D99FB}" srcOrd="0" destOrd="0" presId="urn:microsoft.com/office/officeart/2005/8/layout/vList3"/>
    <dgm:cxn modelId="{DC850D6A-E2F0-4D7B-96AF-F6CEAAE597E9}" srcId="{F8A9DFB4-EB98-4BF5-8083-1A2A846B46DF}" destId="{12541D9F-6B8D-4113-A6E2-0E6BA003B73D}" srcOrd="0" destOrd="0" parTransId="{53BF1F42-5598-4D75-9712-0E372248F3C5}" sibTransId="{A2147063-BA81-43EC-9342-4DDE5C83B297}"/>
    <dgm:cxn modelId="{64461575-EC89-43A8-9A24-8FFAB7E8184C}" srcId="{F8A9DFB4-EB98-4BF5-8083-1A2A846B46DF}" destId="{CF401C30-0817-4BC3-97DB-0D21A1C95F03}" srcOrd="3" destOrd="0" parTransId="{4349830A-D156-4943-899E-A7B361621AC6}" sibTransId="{29931363-C5ED-4F31-9A61-FBE1180EA909}"/>
    <dgm:cxn modelId="{08B00F89-F4DA-4C98-BD3C-DC27355598FB}" type="presOf" srcId="{12541D9F-6B8D-4113-A6E2-0E6BA003B73D}" destId="{245DEB44-08FD-4D46-9FF5-10CAA7A8400D}" srcOrd="0" destOrd="0" presId="urn:microsoft.com/office/officeart/2005/8/layout/vList3"/>
    <dgm:cxn modelId="{E3A2B7BE-9DFF-487E-B88A-B368D4AB1F9B}" type="presOf" srcId="{CF401C30-0817-4BC3-97DB-0D21A1C95F03}" destId="{A425F1F2-C28D-4C24-BB19-536324A5FA4A}" srcOrd="0" destOrd="0" presId="urn:microsoft.com/office/officeart/2005/8/layout/vList3"/>
    <dgm:cxn modelId="{62BD62EE-9BD4-46C1-AC42-287120590AC0}" type="presOf" srcId="{F8A9DFB4-EB98-4BF5-8083-1A2A846B46DF}" destId="{4F465432-FBBA-4493-858A-1CBA37B39858}" srcOrd="0" destOrd="0" presId="urn:microsoft.com/office/officeart/2005/8/layout/vList3"/>
    <dgm:cxn modelId="{A5916323-9051-4314-BFBB-7F855DC975F6}" type="presParOf" srcId="{4F465432-FBBA-4493-858A-1CBA37B39858}" destId="{474C9FE1-7A62-4084-9993-FBF6D61DC32E}" srcOrd="0" destOrd="0" presId="urn:microsoft.com/office/officeart/2005/8/layout/vList3"/>
    <dgm:cxn modelId="{0285E190-996E-477F-BCE8-E05EC4841AF7}" type="presParOf" srcId="{474C9FE1-7A62-4084-9993-FBF6D61DC32E}" destId="{CFE7D985-BCFD-4051-8087-727DDEFDCA4A}" srcOrd="0" destOrd="0" presId="urn:microsoft.com/office/officeart/2005/8/layout/vList3"/>
    <dgm:cxn modelId="{E3365CEA-8B39-4125-A8D0-911E4938D725}" type="presParOf" srcId="{474C9FE1-7A62-4084-9993-FBF6D61DC32E}" destId="{245DEB44-08FD-4D46-9FF5-10CAA7A8400D}" srcOrd="1" destOrd="0" presId="urn:microsoft.com/office/officeart/2005/8/layout/vList3"/>
    <dgm:cxn modelId="{CE38DF5F-31A0-4DBD-9666-8919EBD41C12}" type="presParOf" srcId="{4F465432-FBBA-4493-858A-1CBA37B39858}" destId="{8E975EB8-A1CF-4152-86E4-439CCFB4C17A}" srcOrd="1" destOrd="0" presId="urn:microsoft.com/office/officeart/2005/8/layout/vList3"/>
    <dgm:cxn modelId="{2A964E9A-D2ED-4BD1-A0BB-69F3B20C6A05}" type="presParOf" srcId="{4F465432-FBBA-4493-858A-1CBA37B39858}" destId="{AABF99CC-5F47-4D5B-A75E-53F99BBF1C4B}" srcOrd="2" destOrd="0" presId="urn:microsoft.com/office/officeart/2005/8/layout/vList3"/>
    <dgm:cxn modelId="{AF44BDDF-3B0F-43E6-9F1E-7DE3484305AC}" type="presParOf" srcId="{AABF99CC-5F47-4D5B-A75E-53F99BBF1C4B}" destId="{0D21DD9D-37D6-437F-BDBE-3832D66C2754}" srcOrd="0" destOrd="0" presId="urn:microsoft.com/office/officeart/2005/8/layout/vList3"/>
    <dgm:cxn modelId="{4BDAFE2E-E3D7-4553-A48B-830AFE55EA46}" type="presParOf" srcId="{AABF99CC-5F47-4D5B-A75E-53F99BBF1C4B}" destId="{5EDD304C-31D6-4847-B991-97F00B3D99FB}" srcOrd="1" destOrd="0" presId="urn:microsoft.com/office/officeart/2005/8/layout/vList3"/>
    <dgm:cxn modelId="{6BEAD23F-A9F4-4CD2-A6A3-B323BE24C923}" type="presParOf" srcId="{4F465432-FBBA-4493-858A-1CBA37B39858}" destId="{77371E52-D2FB-4D1C-804A-C1BC7C4B4C39}" srcOrd="3" destOrd="0" presId="urn:microsoft.com/office/officeart/2005/8/layout/vList3"/>
    <dgm:cxn modelId="{0DD0B85F-ADD6-4B3C-A7A4-F9433FD08725}" type="presParOf" srcId="{4F465432-FBBA-4493-858A-1CBA37B39858}" destId="{F40B1C2A-595F-4204-92F9-6B8065D74617}" srcOrd="4" destOrd="0" presId="urn:microsoft.com/office/officeart/2005/8/layout/vList3"/>
    <dgm:cxn modelId="{FD44D313-2AC4-4B69-9812-20EA89B303FD}" type="presParOf" srcId="{F40B1C2A-595F-4204-92F9-6B8065D74617}" destId="{05B4375D-4ABA-4B48-BB72-3CEEEF8FD943}" srcOrd="0" destOrd="0" presId="urn:microsoft.com/office/officeart/2005/8/layout/vList3"/>
    <dgm:cxn modelId="{AC91B1EF-7903-435D-8082-25FA3F387104}" type="presParOf" srcId="{F40B1C2A-595F-4204-92F9-6B8065D74617}" destId="{68257A2C-45B2-4961-9827-979AD6108918}" srcOrd="1" destOrd="0" presId="urn:microsoft.com/office/officeart/2005/8/layout/vList3"/>
    <dgm:cxn modelId="{D51E3245-1C03-4F85-B50A-1A4C3FCD6C19}" type="presParOf" srcId="{4F465432-FBBA-4493-858A-1CBA37B39858}" destId="{8FF2023B-DCC6-43B6-9B98-88559FCD36A8}" srcOrd="5" destOrd="0" presId="urn:microsoft.com/office/officeart/2005/8/layout/vList3"/>
    <dgm:cxn modelId="{61F12A63-E8A2-448E-A54E-04D859074B07}" type="presParOf" srcId="{4F465432-FBBA-4493-858A-1CBA37B39858}" destId="{6C639338-3B55-4611-BEF2-BDF08231E139}" srcOrd="6" destOrd="0" presId="urn:microsoft.com/office/officeart/2005/8/layout/vList3"/>
    <dgm:cxn modelId="{0A2024A6-A75D-4049-A480-DFC9B75A4B48}" type="presParOf" srcId="{6C639338-3B55-4611-BEF2-BDF08231E139}" destId="{B6C712DD-3B68-41C3-9EA2-00E36B892F93}" srcOrd="0" destOrd="0" presId="urn:microsoft.com/office/officeart/2005/8/layout/vList3"/>
    <dgm:cxn modelId="{0ABABD39-8029-4B06-83FD-CECB5A8CCCD4}" type="presParOf" srcId="{6C639338-3B55-4611-BEF2-BDF08231E139}" destId="{A425F1F2-C28D-4C24-BB19-536324A5FA4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540D8990-7F56-4EBF-8CA5-5660F99067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82B6D6F-2511-4365-9F82-EA3B08013C01}">
      <dgm:prSet/>
      <dgm:spPr/>
      <dgm:t>
        <a:bodyPr/>
        <a:lstStyle/>
        <a:p>
          <a:r>
            <a:rPr lang="uk-UA" b="0" i="0"/>
            <a:t>створення Холодноярської республіки</a:t>
          </a:r>
          <a:endParaRPr lang="uk-UA"/>
        </a:p>
      </dgm:t>
    </dgm:pt>
    <dgm:pt modelId="{8CDAB686-56BC-4EF6-9F5B-423B0D34C60F}" type="parTrans" cxnId="{1C9A08AF-096E-45E5-8375-4428BC5B0918}">
      <dgm:prSet/>
      <dgm:spPr/>
      <dgm:t>
        <a:bodyPr/>
        <a:lstStyle/>
        <a:p>
          <a:endParaRPr lang="uk-UA"/>
        </a:p>
      </dgm:t>
    </dgm:pt>
    <dgm:pt modelId="{18273DC3-F543-4D4F-85ED-A096A3571781}" type="sibTrans" cxnId="{1C9A08AF-096E-45E5-8375-4428BC5B0918}">
      <dgm:prSet/>
      <dgm:spPr/>
      <dgm:t>
        <a:bodyPr/>
        <a:lstStyle/>
        <a:p>
          <a:endParaRPr lang="uk-UA"/>
        </a:p>
      </dgm:t>
    </dgm:pt>
    <dgm:pt modelId="{17DE5901-23B0-49DF-B185-1A5AA28B5D41}">
      <dgm:prSet/>
      <dgm:spPr/>
      <dgm:t>
        <a:bodyPr/>
        <a:lstStyle/>
        <a:p>
          <a:r>
            <a:rPr lang="uk-UA" b="0" i="0"/>
            <a:t>розгром армії генерала П. Врангеля в Криму</a:t>
          </a:r>
          <a:endParaRPr lang="uk-UA"/>
        </a:p>
      </dgm:t>
    </dgm:pt>
    <dgm:pt modelId="{8C7D81D6-E85B-436B-BD6C-7628A0FA655D}" type="parTrans" cxnId="{0D06A224-1CA1-4BCA-BCE3-33C2E666A004}">
      <dgm:prSet/>
      <dgm:spPr/>
      <dgm:t>
        <a:bodyPr/>
        <a:lstStyle/>
        <a:p>
          <a:endParaRPr lang="uk-UA"/>
        </a:p>
      </dgm:t>
    </dgm:pt>
    <dgm:pt modelId="{B556BCCC-F4EA-4FB4-A1E9-339542A969B3}" type="sibTrans" cxnId="{0D06A224-1CA1-4BCA-BCE3-33C2E666A004}">
      <dgm:prSet/>
      <dgm:spPr/>
      <dgm:t>
        <a:bodyPr/>
        <a:lstStyle/>
        <a:p>
          <a:endParaRPr lang="uk-UA"/>
        </a:p>
      </dgm:t>
    </dgm:pt>
    <dgm:pt modelId="{BA8C562A-91CF-479A-82B9-61DF79975CC8}">
      <dgm:prSet/>
      <dgm:spPr/>
      <dgm:t>
        <a:bodyPr/>
        <a:lstStyle/>
        <a:p>
          <a:r>
            <a:rPr lang="uk-UA" b="0" i="0"/>
            <a:t>формування Української галицької армії (УГА)</a:t>
          </a:r>
          <a:endParaRPr lang="uk-UA"/>
        </a:p>
      </dgm:t>
    </dgm:pt>
    <dgm:pt modelId="{874EE957-1080-45F2-AB0E-52F5FAB7EFAA}" type="parTrans" cxnId="{27E645A8-D4CF-4E50-B98F-B60B7BA77E65}">
      <dgm:prSet/>
      <dgm:spPr/>
      <dgm:t>
        <a:bodyPr/>
        <a:lstStyle/>
        <a:p>
          <a:endParaRPr lang="uk-UA"/>
        </a:p>
      </dgm:t>
    </dgm:pt>
    <dgm:pt modelId="{1ABF8781-93AE-43E6-9089-F2E5F1C62E66}" type="sibTrans" cxnId="{27E645A8-D4CF-4E50-B98F-B60B7BA77E65}">
      <dgm:prSet/>
      <dgm:spPr/>
      <dgm:t>
        <a:bodyPr/>
        <a:lstStyle/>
        <a:p>
          <a:endParaRPr lang="uk-UA"/>
        </a:p>
      </dgm:t>
    </dgm:pt>
    <dgm:pt modelId="{C643C78F-9A7C-475F-A6CC-23DBAF6C2737}">
      <dgm:prSet/>
      <dgm:spPr/>
      <dgm:t>
        <a:bodyPr/>
        <a:lstStyle/>
        <a:p>
          <a:r>
            <a:rPr lang="uk-UA" b="0" i="0"/>
            <a:t>гетьманський переворот</a:t>
          </a:r>
          <a:endParaRPr lang="uk-UA"/>
        </a:p>
      </dgm:t>
    </dgm:pt>
    <dgm:pt modelId="{372C028A-5042-4015-AF16-2E458B9F800F}" type="parTrans" cxnId="{4A9808D3-E94C-4C40-862C-78D14B5A797C}">
      <dgm:prSet/>
      <dgm:spPr/>
      <dgm:t>
        <a:bodyPr/>
        <a:lstStyle/>
        <a:p>
          <a:endParaRPr lang="uk-UA"/>
        </a:p>
      </dgm:t>
    </dgm:pt>
    <dgm:pt modelId="{05AC6339-3FA6-47F5-A7B7-7B3C1BDFAE8A}" type="sibTrans" cxnId="{4A9808D3-E94C-4C40-862C-78D14B5A797C}">
      <dgm:prSet/>
      <dgm:spPr/>
      <dgm:t>
        <a:bodyPr/>
        <a:lstStyle/>
        <a:p>
          <a:endParaRPr lang="uk-UA"/>
        </a:p>
      </dgm:t>
    </dgm:pt>
    <dgm:pt modelId="{FC0464FE-D4E1-436E-849E-AEFE2CC21589}">
      <dgm:prSet/>
      <dgm:spPr/>
      <dgm:t>
        <a:bodyPr/>
        <a:lstStyle/>
        <a:p>
          <a:r>
            <a:rPr lang="uk-UA" b="0" i="0"/>
            <a:t>укладання Варшавської угоди</a:t>
          </a:r>
          <a:endParaRPr lang="uk-UA"/>
        </a:p>
      </dgm:t>
    </dgm:pt>
    <dgm:pt modelId="{0AB7A743-F8E9-48D8-B346-5C2EA76E3197}" type="parTrans" cxnId="{1DAD7E0D-A192-48B1-A96A-7AC9594EC655}">
      <dgm:prSet/>
      <dgm:spPr/>
      <dgm:t>
        <a:bodyPr/>
        <a:lstStyle/>
        <a:p>
          <a:endParaRPr lang="uk-UA"/>
        </a:p>
      </dgm:t>
    </dgm:pt>
    <dgm:pt modelId="{A41A04F8-D1A0-4F3B-AB16-5CEB201B844C}" type="sibTrans" cxnId="{1DAD7E0D-A192-48B1-A96A-7AC9594EC655}">
      <dgm:prSet/>
      <dgm:spPr/>
      <dgm:t>
        <a:bodyPr/>
        <a:lstStyle/>
        <a:p>
          <a:endParaRPr lang="uk-UA"/>
        </a:p>
      </dgm:t>
    </dgm:pt>
    <dgm:pt modelId="{7CDA2067-ED6B-4481-823F-5986342BC397}" type="pres">
      <dgm:prSet presAssocID="{540D8990-7F56-4EBF-8CA5-5660F990675F}" presName="linear" presStyleCnt="0">
        <dgm:presLayoutVars>
          <dgm:animLvl val="lvl"/>
          <dgm:resizeHandles val="exact"/>
        </dgm:presLayoutVars>
      </dgm:prSet>
      <dgm:spPr/>
    </dgm:pt>
    <dgm:pt modelId="{ECFEEF45-2AFB-4996-949F-E29BDBF50300}" type="pres">
      <dgm:prSet presAssocID="{882B6D6F-2511-4365-9F82-EA3B08013C01}" presName="parentText" presStyleLbl="node1" presStyleIdx="0" presStyleCnt="5">
        <dgm:presLayoutVars>
          <dgm:chMax val="0"/>
          <dgm:bulletEnabled val="1"/>
        </dgm:presLayoutVars>
      </dgm:prSet>
      <dgm:spPr/>
    </dgm:pt>
    <dgm:pt modelId="{1BDC7F41-9FCB-4CB7-BFA5-7D62427DFA77}" type="pres">
      <dgm:prSet presAssocID="{18273DC3-F543-4D4F-85ED-A096A3571781}" presName="spacer" presStyleCnt="0"/>
      <dgm:spPr/>
    </dgm:pt>
    <dgm:pt modelId="{102EC462-F255-4257-AB05-13781ADC5D67}" type="pres">
      <dgm:prSet presAssocID="{17DE5901-23B0-49DF-B185-1A5AA28B5D41}" presName="parentText" presStyleLbl="node1" presStyleIdx="1" presStyleCnt="5">
        <dgm:presLayoutVars>
          <dgm:chMax val="0"/>
          <dgm:bulletEnabled val="1"/>
        </dgm:presLayoutVars>
      </dgm:prSet>
      <dgm:spPr/>
    </dgm:pt>
    <dgm:pt modelId="{4AB5E601-4802-4684-84E5-E69DAC7B40AA}" type="pres">
      <dgm:prSet presAssocID="{B556BCCC-F4EA-4FB4-A1E9-339542A969B3}" presName="spacer" presStyleCnt="0"/>
      <dgm:spPr/>
    </dgm:pt>
    <dgm:pt modelId="{5F9F7684-D30A-407F-B7FE-6084F3FAAF2F}" type="pres">
      <dgm:prSet presAssocID="{BA8C562A-91CF-479A-82B9-61DF79975CC8}" presName="parentText" presStyleLbl="node1" presStyleIdx="2" presStyleCnt="5">
        <dgm:presLayoutVars>
          <dgm:chMax val="0"/>
          <dgm:bulletEnabled val="1"/>
        </dgm:presLayoutVars>
      </dgm:prSet>
      <dgm:spPr/>
    </dgm:pt>
    <dgm:pt modelId="{92C256FB-00E0-4B3B-BD3D-7D4FC9C2465D}" type="pres">
      <dgm:prSet presAssocID="{1ABF8781-93AE-43E6-9089-F2E5F1C62E66}" presName="spacer" presStyleCnt="0"/>
      <dgm:spPr/>
    </dgm:pt>
    <dgm:pt modelId="{E4CC99BD-6115-452E-95FC-F63BDE258A34}" type="pres">
      <dgm:prSet presAssocID="{C643C78F-9A7C-475F-A6CC-23DBAF6C2737}" presName="parentText" presStyleLbl="node1" presStyleIdx="3" presStyleCnt="5">
        <dgm:presLayoutVars>
          <dgm:chMax val="0"/>
          <dgm:bulletEnabled val="1"/>
        </dgm:presLayoutVars>
      </dgm:prSet>
      <dgm:spPr/>
    </dgm:pt>
    <dgm:pt modelId="{2FE49583-1313-4106-9FA7-B5B59822A63F}" type="pres">
      <dgm:prSet presAssocID="{05AC6339-3FA6-47F5-A7B7-7B3C1BDFAE8A}" presName="spacer" presStyleCnt="0"/>
      <dgm:spPr/>
    </dgm:pt>
    <dgm:pt modelId="{B9A8A2E4-C833-488A-B130-4DA74C5A4ECA}" type="pres">
      <dgm:prSet presAssocID="{FC0464FE-D4E1-436E-849E-AEFE2CC21589}" presName="parentText" presStyleLbl="node1" presStyleIdx="4" presStyleCnt="5">
        <dgm:presLayoutVars>
          <dgm:chMax val="0"/>
          <dgm:bulletEnabled val="1"/>
        </dgm:presLayoutVars>
      </dgm:prSet>
      <dgm:spPr/>
    </dgm:pt>
  </dgm:ptLst>
  <dgm:cxnLst>
    <dgm:cxn modelId="{F927160A-E70B-413D-B0CB-105B62556E9F}" type="presOf" srcId="{FC0464FE-D4E1-436E-849E-AEFE2CC21589}" destId="{B9A8A2E4-C833-488A-B130-4DA74C5A4ECA}" srcOrd="0" destOrd="0" presId="urn:microsoft.com/office/officeart/2005/8/layout/vList2"/>
    <dgm:cxn modelId="{1DAD7E0D-A192-48B1-A96A-7AC9594EC655}" srcId="{540D8990-7F56-4EBF-8CA5-5660F990675F}" destId="{FC0464FE-D4E1-436E-849E-AEFE2CC21589}" srcOrd="4" destOrd="0" parTransId="{0AB7A743-F8E9-48D8-B346-5C2EA76E3197}" sibTransId="{A41A04F8-D1A0-4F3B-AB16-5CEB201B844C}"/>
    <dgm:cxn modelId="{0D06A224-1CA1-4BCA-BCE3-33C2E666A004}" srcId="{540D8990-7F56-4EBF-8CA5-5660F990675F}" destId="{17DE5901-23B0-49DF-B185-1A5AA28B5D41}" srcOrd="1" destOrd="0" parTransId="{8C7D81D6-E85B-436B-BD6C-7628A0FA655D}" sibTransId="{B556BCCC-F4EA-4FB4-A1E9-339542A969B3}"/>
    <dgm:cxn modelId="{162E313D-3179-4CC6-8462-073A0BCAD173}" type="presOf" srcId="{882B6D6F-2511-4365-9F82-EA3B08013C01}" destId="{ECFEEF45-2AFB-4996-949F-E29BDBF50300}" srcOrd="0" destOrd="0" presId="urn:microsoft.com/office/officeart/2005/8/layout/vList2"/>
    <dgm:cxn modelId="{8D4CD83D-A61C-4B25-AB6A-F44F29B53F27}" type="presOf" srcId="{17DE5901-23B0-49DF-B185-1A5AA28B5D41}" destId="{102EC462-F255-4257-AB05-13781ADC5D67}" srcOrd="0" destOrd="0" presId="urn:microsoft.com/office/officeart/2005/8/layout/vList2"/>
    <dgm:cxn modelId="{CC96C84B-8F79-4D69-8EA6-DBF212A87C68}" type="presOf" srcId="{540D8990-7F56-4EBF-8CA5-5660F990675F}" destId="{7CDA2067-ED6B-4481-823F-5986342BC397}" srcOrd="0" destOrd="0" presId="urn:microsoft.com/office/officeart/2005/8/layout/vList2"/>
    <dgm:cxn modelId="{2F9B2B87-0050-464C-97AD-2A3608B416EE}" type="presOf" srcId="{BA8C562A-91CF-479A-82B9-61DF79975CC8}" destId="{5F9F7684-D30A-407F-B7FE-6084F3FAAF2F}" srcOrd="0" destOrd="0" presId="urn:microsoft.com/office/officeart/2005/8/layout/vList2"/>
    <dgm:cxn modelId="{27E645A8-D4CF-4E50-B98F-B60B7BA77E65}" srcId="{540D8990-7F56-4EBF-8CA5-5660F990675F}" destId="{BA8C562A-91CF-479A-82B9-61DF79975CC8}" srcOrd="2" destOrd="0" parTransId="{874EE957-1080-45F2-AB0E-52F5FAB7EFAA}" sibTransId="{1ABF8781-93AE-43E6-9089-F2E5F1C62E66}"/>
    <dgm:cxn modelId="{1C9A08AF-096E-45E5-8375-4428BC5B0918}" srcId="{540D8990-7F56-4EBF-8CA5-5660F990675F}" destId="{882B6D6F-2511-4365-9F82-EA3B08013C01}" srcOrd="0" destOrd="0" parTransId="{8CDAB686-56BC-4EF6-9F5B-423B0D34C60F}" sibTransId="{18273DC3-F543-4D4F-85ED-A096A3571781}"/>
    <dgm:cxn modelId="{AEEBD4CF-4619-4D49-B6AB-C827174D3854}" type="presOf" srcId="{C643C78F-9A7C-475F-A6CC-23DBAF6C2737}" destId="{E4CC99BD-6115-452E-95FC-F63BDE258A34}" srcOrd="0" destOrd="0" presId="urn:microsoft.com/office/officeart/2005/8/layout/vList2"/>
    <dgm:cxn modelId="{4A9808D3-E94C-4C40-862C-78D14B5A797C}" srcId="{540D8990-7F56-4EBF-8CA5-5660F990675F}" destId="{C643C78F-9A7C-475F-A6CC-23DBAF6C2737}" srcOrd="3" destOrd="0" parTransId="{372C028A-5042-4015-AF16-2E458B9F800F}" sibTransId="{05AC6339-3FA6-47F5-A7B7-7B3C1BDFAE8A}"/>
    <dgm:cxn modelId="{F66014F2-974C-4E8E-8D35-BA08303DB925}" type="presParOf" srcId="{7CDA2067-ED6B-4481-823F-5986342BC397}" destId="{ECFEEF45-2AFB-4996-949F-E29BDBF50300}" srcOrd="0" destOrd="0" presId="urn:microsoft.com/office/officeart/2005/8/layout/vList2"/>
    <dgm:cxn modelId="{2148AF5F-6F30-475D-9AAB-5F82D7FE90CF}" type="presParOf" srcId="{7CDA2067-ED6B-4481-823F-5986342BC397}" destId="{1BDC7F41-9FCB-4CB7-BFA5-7D62427DFA77}" srcOrd="1" destOrd="0" presId="urn:microsoft.com/office/officeart/2005/8/layout/vList2"/>
    <dgm:cxn modelId="{259CE0C0-978E-4197-917D-D82E78A72F42}" type="presParOf" srcId="{7CDA2067-ED6B-4481-823F-5986342BC397}" destId="{102EC462-F255-4257-AB05-13781ADC5D67}" srcOrd="2" destOrd="0" presId="urn:microsoft.com/office/officeart/2005/8/layout/vList2"/>
    <dgm:cxn modelId="{5A5276FA-3076-44D2-91D7-B2F3D256314C}" type="presParOf" srcId="{7CDA2067-ED6B-4481-823F-5986342BC397}" destId="{4AB5E601-4802-4684-84E5-E69DAC7B40AA}" srcOrd="3" destOrd="0" presId="urn:microsoft.com/office/officeart/2005/8/layout/vList2"/>
    <dgm:cxn modelId="{EE86E0CD-0FE4-42A2-8C67-355DA24EDD8D}" type="presParOf" srcId="{7CDA2067-ED6B-4481-823F-5986342BC397}" destId="{5F9F7684-D30A-407F-B7FE-6084F3FAAF2F}" srcOrd="4" destOrd="0" presId="urn:microsoft.com/office/officeart/2005/8/layout/vList2"/>
    <dgm:cxn modelId="{F75FB8A8-A904-4E86-BB07-9DFB4DFDCDED}" type="presParOf" srcId="{7CDA2067-ED6B-4481-823F-5986342BC397}" destId="{92C256FB-00E0-4B3B-BD3D-7D4FC9C2465D}" srcOrd="5" destOrd="0" presId="urn:microsoft.com/office/officeart/2005/8/layout/vList2"/>
    <dgm:cxn modelId="{F97728AC-2326-4212-BF6E-C92C4669CFF8}" type="presParOf" srcId="{7CDA2067-ED6B-4481-823F-5986342BC397}" destId="{E4CC99BD-6115-452E-95FC-F63BDE258A34}" srcOrd="6" destOrd="0" presId="urn:microsoft.com/office/officeart/2005/8/layout/vList2"/>
    <dgm:cxn modelId="{1CC73459-3B6A-4C72-9CDE-0C367C8E53E7}" type="presParOf" srcId="{7CDA2067-ED6B-4481-823F-5986342BC397}" destId="{2FE49583-1313-4106-9FA7-B5B59822A63F}" srcOrd="7" destOrd="0" presId="urn:microsoft.com/office/officeart/2005/8/layout/vList2"/>
    <dgm:cxn modelId="{7E6B135C-0CBA-40AB-9AE8-715C63106E63}" type="presParOf" srcId="{7CDA2067-ED6B-4481-823F-5986342BC397}" destId="{B9A8A2E4-C833-488A-B130-4DA74C5A4ECA}"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CE9DB004-429B-46C2-BB68-D1CC2884C9F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6E39B40A-C1DC-4615-9EFD-9115015A859D}">
      <dgm:prSet/>
      <dgm:spPr/>
      <dgm:t>
        <a:bodyPr/>
        <a:lstStyle/>
        <a:p>
          <a:r>
            <a:rPr lang="ru-RU" b="0" i="0"/>
            <a:t>проведення Всеукраїнського з’їзду хліборобів-власників (Всеукраїнського хліборобського конгресу)</a:t>
          </a:r>
          <a:endParaRPr lang="uk-UA"/>
        </a:p>
      </dgm:t>
    </dgm:pt>
    <dgm:pt modelId="{636ABF4F-AC2C-43E2-992E-E70E85F60149}" type="parTrans" cxnId="{DF8BE196-A034-4D64-87A9-BCBB874B14F9}">
      <dgm:prSet/>
      <dgm:spPr/>
      <dgm:t>
        <a:bodyPr/>
        <a:lstStyle/>
        <a:p>
          <a:endParaRPr lang="uk-UA"/>
        </a:p>
      </dgm:t>
    </dgm:pt>
    <dgm:pt modelId="{4953CEC0-FFBA-47CE-B8C8-146F5877B56D}" type="sibTrans" cxnId="{DF8BE196-A034-4D64-87A9-BCBB874B14F9}">
      <dgm:prSet/>
      <dgm:spPr/>
      <dgm:t>
        <a:bodyPr/>
        <a:lstStyle/>
        <a:p>
          <a:endParaRPr lang="uk-UA"/>
        </a:p>
      </dgm:t>
    </dgm:pt>
    <dgm:pt modelId="{739B2719-F869-47DB-9613-ECB3CA96300F}">
      <dgm:prSet/>
      <dgm:spPr/>
      <dgm:t>
        <a:bodyPr/>
        <a:lstStyle/>
        <a:p>
          <a:r>
            <a:rPr lang="ru-RU" b="0" i="0"/>
            <a:t>«Листопадовий зрив»</a:t>
          </a:r>
          <a:endParaRPr lang="uk-UA"/>
        </a:p>
      </dgm:t>
    </dgm:pt>
    <dgm:pt modelId="{23CF6CA0-FA8C-4D90-B06E-A9C0F11FAFA4}" type="parTrans" cxnId="{029565ED-A956-44D1-B0DE-FBCFDA2A5B99}">
      <dgm:prSet/>
      <dgm:spPr/>
      <dgm:t>
        <a:bodyPr/>
        <a:lstStyle/>
        <a:p>
          <a:endParaRPr lang="uk-UA"/>
        </a:p>
      </dgm:t>
    </dgm:pt>
    <dgm:pt modelId="{D6522B37-7556-450F-B3E1-9D8470D0CFFB}" type="sibTrans" cxnId="{029565ED-A956-44D1-B0DE-FBCFDA2A5B99}">
      <dgm:prSet/>
      <dgm:spPr/>
      <dgm:t>
        <a:bodyPr/>
        <a:lstStyle/>
        <a:p>
          <a:endParaRPr lang="uk-UA"/>
        </a:p>
      </dgm:t>
    </dgm:pt>
    <dgm:pt modelId="{E798271C-8EC9-4261-B71A-C1614085B885}">
      <dgm:prSet/>
      <dgm:spPr/>
      <dgm:t>
        <a:bodyPr/>
        <a:lstStyle/>
        <a:p>
          <a:r>
            <a:rPr lang="ru-RU" b="0" i="0"/>
            <a:t>підписання Берестейського (Брестського) миру</a:t>
          </a:r>
          <a:endParaRPr lang="uk-UA"/>
        </a:p>
      </dgm:t>
    </dgm:pt>
    <dgm:pt modelId="{71632817-63D9-4FF1-8454-0EB94DF3D8FE}" type="parTrans" cxnId="{B62CC59D-9A0D-4BD6-BFAA-AC30D09AA61B}">
      <dgm:prSet/>
      <dgm:spPr/>
      <dgm:t>
        <a:bodyPr/>
        <a:lstStyle/>
        <a:p>
          <a:endParaRPr lang="uk-UA"/>
        </a:p>
      </dgm:t>
    </dgm:pt>
    <dgm:pt modelId="{6EED3199-24AB-4DBF-AD05-3133F27394D3}" type="sibTrans" cxnId="{B62CC59D-9A0D-4BD6-BFAA-AC30D09AA61B}">
      <dgm:prSet/>
      <dgm:spPr/>
      <dgm:t>
        <a:bodyPr/>
        <a:lstStyle/>
        <a:p>
          <a:endParaRPr lang="uk-UA"/>
        </a:p>
      </dgm:t>
    </dgm:pt>
    <dgm:pt modelId="{6EB66E0E-BE74-47C4-B48A-8ECA4A569728}">
      <dgm:prSet/>
      <dgm:spPr/>
      <dgm:t>
        <a:bodyPr/>
        <a:lstStyle/>
        <a:p>
          <a:r>
            <a:rPr lang="ru-RU" b="0" i="0"/>
            <a:t>скликання Трудового конгресу України</a:t>
          </a:r>
          <a:endParaRPr lang="uk-UA"/>
        </a:p>
      </dgm:t>
    </dgm:pt>
    <dgm:pt modelId="{A0EDF3F7-5314-4DCD-B53D-2831B90135F7}" type="parTrans" cxnId="{02E478C5-316B-434B-9A4E-3572CF2D7B81}">
      <dgm:prSet/>
      <dgm:spPr/>
      <dgm:t>
        <a:bodyPr/>
        <a:lstStyle/>
        <a:p>
          <a:endParaRPr lang="uk-UA"/>
        </a:p>
      </dgm:t>
    </dgm:pt>
    <dgm:pt modelId="{A0689505-8484-40F4-B40C-5CC7C5FD58A3}" type="sibTrans" cxnId="{02E478C5-316B-434B-9A4E-3572CF2D7B81}">
      <dgm:prSet/>
      <dgm:spPr/>
      <dgm:t>
        <a:bodyPr/>
        <a:lstStyle/>
        <a:p>
          <a:endParaRPr lang="uk-UA"/>
        </a:p>
      </dgm:t>
    </dgm:pt>
    <dgm:pt modelId="{84668D34-70D0-42F3-885A-E0091F1530CB}" type="pres">
      <dgm:prSet presAssocID="{CE9DB004-429B-46C2-BB68-D1CC2884C9FF}" presName="vert0" presStyleCnt="0">
        <dgm:presLayoutVars>
          <dgm:dir/>
          <dgm:animOne val="branch"/>
          <dgm:animLvl val="lvl"/>
        </dgm:presLayoutVars>
      </dgm:prSet>
      <dgm:spPr/>
    </dgm:pt>
    <dgm:pt modelId="{25968139-F735-4986-9D02-A8162E42C528}" type="pres">
      <dgm:prSet presAssocID="{6E39B40A-C1DC-4615-9EFD-9115015A859D}" presName="thickLine" presStyleLbl="alignNode1" presStyleIdx="0" presStyleCnt="4"/>
      <dgm:spPr/>
    </dgm:pt>
    <dgm:pt modelId="{6517C65B-B6F1-4B59-BD4B-3349DDAB4D76}" type="pres">
      <dgm:prSet presAssocID="{6E39B40A-C1DC-4615-9EFD-9115015A859D}" presName="horz1" presStyleCnt="0"/>
      <dgm:spPr/>
    </dgm:pt>
    <dgm:pt modelId="{F6C0C86A-2A0A-4A4E-B26B-3129ABDBDC1D}" type="pres">
      <dgm:prSet presAssocID="{6E39B40A-C1DC-4615-9EFD-9115015A859D}" presName="tx1" presStyleLbl="revTx" presStyleIdx="0" presStyleCnt="4"/>
      <dgm:spPr/>
    </dgm:pt>
    <dgm:pt modelId="{342D7F63-2C4D-4E7E-A4B5-34F81E648712}" type="pres">
      <dgm:prSet presAssocID="{6E39B40A-C1DC-4615-9EFD-9115015A859D}" presName="vert1" presStyleCnt="0"/>
      <dgm:spPr/>
    </dgm:pt>
    <dgm:pt modelId="{37CD3DA5-07C9-49CA-A372-64077C24561D}" type="pres">
      <dgm:prSet presAssocID="{739B2719-F869-47DB-9613-ECB3CA96300F}" presName="thickLine" presStyleLbl="alignNode1" presStyleIdx="1" presStyleCnt="4"/>
      <dgm:spPr/>
    </dgm:pt>
    <dgm:pt modelId="{F65D6FBF-ED9D-4BC3-8FA5-CB4F7D92B22E}" type="pres">
      <dgm:prSet presAssocID="{739B2719-F869-47DB-9613-ECB3CA96300F}" presName="horz1" presStyleCnt="0"/>
      <dgm:spPr/>
    </dgm:pt>
    <dgm:pt modelId="{ECEFE265-70B5-4347-853A-EB3BAA7F2069}" type="pres">
      <dgm:prSet presAssocID="{739B2719-F869-47DB-9613-ECB3CA96300F}" presName="tx1" presStyleLbl="revTx" presStyleIdx="1" presStyleCnt="4"/>
      <dgm:spPr/>
    </dgm:pt>
    <dgm:pt modelId="{CC56D84C-0FE7-4598-AAD9-532553C0B816}" type="pres">
      <dgm:prSet presAssocID="{739B2719-F869-47DB-9613-ECB3CA96300F}" presName="vert1" presStyleCnt="0"/>
      <dgm:spPr/>
    </dgm:pt>
    <dgm:pt modelId="{F5E1F7C0-D193-40D4-9B68-1C3908467438}" type="pres">
      <dgm:prSet presAssocID="{E798271C-8EC9-4261-B71A-C1614085B885}" presName="thickLine" presStyleLbl="alignNode1" presStyleIdx="2" presStyleCnt="4"/>
      <dgm:spPr/>
    </dgm:pt>
    <dgm:pt modelId="{9BF5819F-E2A5-4DC8-AE3C-CF661F9A4519}" type="pres">
      <dgm:prSet presAssocID="{E798271C-8EC9-4261-B71A-C1614085B885}" presName="horz1" presStyleCnt="0"/>
      <dgm:spPr/>
    </dgm:pt>
    <dgm:pt modelId="{06D2CEF4-7DCB-4D17-9F89-1E0FA08C0D81}" type="pres">
      <dgm:prSet presAssocID="{E798271C-8EC9-4261-B71A-C1614085B885}" presName="tx1" presStyleLbl="revTx" presStyleIdx="2" presStyleCnt="4"/>
      <dgm:spPr/>
    </dgm:pt>
    <dgm:pt modelId="{49978841-D463-408F-BC8D-8F085C51BD8A}" type="pres">
      <dgm:prSet presAssocID="{E798271C-8EC9-4261-B71A-C1614085B885}" presName="vert1" presStyleCnt="0"/>
      <dgm:spPr/>
    </dgm:pt>
    <dgm:pt modelId="{CA635F9B-1016-438F-9499-73174483B121}" type="pres">
      <dgm:prSet presAssocID="{6EB66E0E-BE74-47C4-B48A-8ECA4A569728}" presName="thickLine" presStyleLbl="alignNode1" presStyleIdx="3" presStyleCnt="4"/>
      <dgm:spPr/>
    </dgm:pt>
    <dgm:pt modelId="{374E3CA2-85E3-4271-B243-D82BFC3342DE}" type="pres">
      <dgm:prSet presAssocID="{6EB66E0E-BE74-47C4-B48A-8ECA4A569728}" presName="horz1" presStyleCnt="0"/>
      <dgm:spPr/>
    </dgm:pt>
    <dgm:pt modelId="{9D7B307B-FC9E-41F2-B351-B15F731F9282}" type="pres">
      <dgm:prSet presAssocID="{6EB66E0E-BE74-47C4-B48A-8ECA4A569728}" presName="tx1" presStyleLbl="revTx" presStyleIdx="3" presStyleCnt="4"/>
      <dgm:spPr/>
    </dgm:pt>
    <dgm:pt modelId="{7D42DF12-733A-45C0-970C-C813B7C6B53F}" type="pres">
      <dgm:prSet presAssocID="{6EB66E0E-BE74-47C4-B48A-8ECA4A569728}" presName="vert1" presStyleCnt="0"/>
      <dgm:spPr/>
    </dgm:pt>
  </dgm:ptLst>
  <dgm:cxnLst>
    <dgm:cxn modelId="{9B742E27-B3E8-47B8-8A09-9BAE4BEF3143}" type="presOf" srcId="{6E39B40A-C1DC-4615-9EFD-9115015A859D}" destId="{F6C0C86A-2A0A-4A4E-B26B-3129ABDBDC1D}" srcOrd="0" destOrd="0" presId="urn:microsoft.com/office/officeart/2008/layout/LinedList"/>
    <dgm:cxn modelId="{4AD4052A-8997-4634-BAA0-7C961EA6CE77}" type="presOf" srcId="{E798271C-8EC9-4261-B71A-C1614085B885}" destId="{06D2CEF4-7DCB-4D17-9F89-1E0FA08C0D81}" srcOrd="0" destOrd="0" presId="urn:microsoft.com/office/officeart/2008/layout/LinedList"/>
    <dgm:cxn modelId="{703BE835-8574-4CBC-B223-E016D1AF475E}" type="presOf" srcId="{CE9DB004-429B-46C2-BB68-D1CC2884C9FF}" destId="{84668D34-70D0-42F3-885A-E0091F1530CB}" srcOrd="0" destOrd="0" presId="urn:microsoft.com/office/officeart/2008/layout/LinedList"/>
    <dgm:cxn modelId="{D502C03E-1ABB-4CE2-9448-1A2C4504FEF0}" type="presOf" srcId="{6EB66E0E-BE74-47C4-B48A-8ECA4A569728}" destId="{9D7B307B-FC9E-41F2-B351-B15F731F9282}" srcOrd="0" destOrd="0" presId="urn:microsoft.com/office/officeart/2008/layout/LinedList"/>
    <dgm:cxn modelId="{DF8BE196-A034-4D64-87A9-BCBB874B14F9}" srcId="{CE9DB004-429B-46C2-BB68-D1CC2884C9FF}" destId="{6E39B40A-C1DC-4615-9EFD-9115015A859D}" srcOrd="0" destOrd="0" parTransId="{636ABF4F-AC2C-43E2-992E-E70E85F60149}" sibTransId="{4953CEC0-FFBA-47CE-B8C8-146F5877B56D}"/>
    <dgm:cxn modelId="{B9FCEB96-77DF-47E4-B3D0-9F5011F9793C}" type="presOf" srcId="{739B2719-F869-47DB-9613-ECB3CA96300F}" destId="{ECEFE265-70B5-4347-853A-EB3BAA7F2069}" srcOrd="0" destOrd="0" presId="urn:microsoft.com/office/officeart/2008/layout/LinedList"/>
    <dgm:cxn modelId="{B62CC59D-9A0D-4BD6-BFAA-AC30D09AA61B}" srcId="{CE9DB004-429B-46C2-BB68-D1CC2884C9FF}" destId="{E798271C-8EC9-4261-B71A-C1614085B885}" srcOrd="2" destOrd="0" parTransId="{71632817-63D9-4FF1-8454-0EB94DF3D8FE}" sibTransId="{6EED3199-24AB-4DBF-AD05-3133F27394D3}"/>
    <dgm:cxn modelId="{02E478C5-316B-434B-9A4E-3572CF2D7B81}" srcId="{CE9DB004-429B-46C2-BB68-D1CC2884C9FF}" destId="{6EB66E0E-BE74-47C4-B48A-8ECA4A569728}" srcOrd="3" destOrd="0" parTransId="{A0EDF3F7-5314-4DCD-B53D-2831B90135F7}" sibTransId="{A0689505-8484-40F4-B40C-5CC7C5FD58A3}"/>
    <dgm:cxn modelId="{029565ED-A956-44D1-B0DE-FBCFDA2A5B99}" srcId="{CE9DB004-429B-46C2-BB68-D1CC2884C9FF}" destId="{739B2719-F869-47DB-9613-ECB3CA96300F}" srcOrd="1" destOrd="0" parTransId="{23CF6CA0-FA8C-4D90-B06E-A9C0F11FAFA4}" sibTransId="{D6522B37-7556-450F-B3E1-9D8470D0CFFB}"/>
    <dgm:cxn modelId="{E61D517B-A70E-4A97-A8C2-D53093FEBC7D}" type="presParOf" srcId="{84668D34-70D0-42F3-885A-E0091F1530CB}" destId="{25968139-F735-4986-9D02-A8162E42C528}" srcOrd="0" destOrd="0" presId="urn:microsoft.com/office/officeart/2008/layout/LinedList"/>
    <dgm:cxn modelId="{32B7572E-E789-4644-8730-7F4891FAC19E}" type="presParOf" srcId="{84668D34-70D0-42F3-885A-E0091F1530CB}" destId="{6517C65B-B6F1-4B59-BD4B-3349DDAB4D76}" srcOrd="1" destOrd="0" presId="urn:microsoft.com/office/officeart/2008/layout/LinedList"/>
    <dgm:cxn modelId="{2F4B44F3-02CC-47D2-B5C7-120FC24A4346}" type="presParOf" srcId="{6517C65B-B6F1-4B59-BD4B-3349DDAB4D76}" destId="{F6C0C86A-2A0A-4A4E-B26B-3129ABDBDC1D}" srcOrd="0" destOrd="0" presId="urn:microsoft.com/office/officeart/2008/layout/LinedList"/>
    <dgm:cxn modelId="{3A6EDCD5-F92E-4F2D-9C3B-D61CE5EF4249}" type="presParOf" srcId="{6517C65B-B6F1-4B59-BD4B-3349DDAB4D76}" destId="{342D7F63-2C4D-4E7E-A4B5-34F81E648712}" srcOrd="1" destOrd="0" presId="urn:microsoft.com/office/officeart/2008/layout/LinedList"/>
    <dgm:cxn modelId="{430782A5-B767-4C0A-9E2A-F5FA428B87BE}" type="presParOf" srcId="{84668D34-70D0-42F3-885A-E0091F1530CB}" destId="{37CD3DA5-07C9-49CA-A372-64077C24561D}" srcOrd="2" destOrd="0" presId="urn:microsoft.com/office/officeart/2008/layout/LinedList"/>
    <dgm:cxn modelId="{FDEE0423-B98C-45E1-AE68-5750C6729C0A}" type="presParOf" srcId="{84668D34-70D0-42F3-885A-E0091F1530CB}" destId="{F65D6FBF-ED9D-4BC3-8FA5-CB4F7D92B22E}" srcOrd="3" destOrd="0" presId="urn:microsoft.com/office/officeart/2008/layout/LinedList"/>
    <dgm:cxn modelId="{F000AB16-0FFF-4DB4-8801-0A69BFF89593}" type="presParOf" srcId="{F65D6FBF-ED9D-4BC3-8FA5-CB4F7D92B22E}" destId="{ECEFE265-70B5-4347-853A-EB3BAA7F2069}" srcOrd="0" destOrd="0" presId="urn:microsoft.com/office/officeart/2008/layout/LinedList"/>
    <dgm:cxn modelId="{48EA6E52-EF04-4EAB-8E9B-051DA85CB695}" type="presParOf" srcId="{F65D6FBF-ED9D-4BC3-8FA5-CB4F7D92B22E}" destId="{CC56D84C-0FE7-4598-AAD9-532553C0B816}" srcOrd="1" destOrd="0" presId="urn:microsoft.com/office/officeart/2008/layout/LinedList"/>
    <dgm:cxn modelId="{DAE1F84E-201C-45B1-89AF-47001976C756}" type="presParOf" srcId="{84668D34-70D0-42F3-885A-E0091F1530CB}" destId="{F5E1F7C0-D193-40D4-9B68-1C3908467438}" srcOrd="4" destOrd="0" presId="urn:microsoft.com/office/officeart/2008/layout/LinedList"/>
    <dgm:cxn modelId="{F603D7D4-7FE2-414F-8943-4A94BF17C4BC}" type="presParOf" srcId="{84668D34-70D0-42F3-885A-E0091F1530CB}" destId="{9BF5819F-E2A5-4DC8-AE3C-CF661F9A4519}" srcOrd="5" destOrd="0" presId="urn:microsoft.com/office/officeart/2008/layout/LinedList"/>
    <dgm:cxn modelId="{8CB75545-8B31-4317-BC74-8E085F555660}" type="presParOf" srcId="{9BF5819F-E2A5-4DC8-AE3C-CF661F9A4519}" destId="{06D2CEF4-7DCB-4D17-9F89-1E0FA08C0D81}" srcOrd="0" destOrd="0" presId="urn:microsoft.com/office/officeart/2008/layout/LinedList"/>
    <dgm:cxn modelId="{CB4B669B-6B2C-402A-83D3-90FA5770D8F3}" type="presParOf" srcId="{9BF5819F-E2A5-4DC8-AE3C-CF661F9A4519}" destId="{49978841-D463-408F-BC8D-8F085C51BD8A}" srcOrd="1" destOrd="0" presId="urn:microsoft.com/office/officeart/2008/layout/LinedList"/>
    <dgm:cxn modelId="{147CE865-5FD7-4839-B048-0ED6932B2652}" type="presParOf" srcId="{84668D34-70D0-42F3-885A-E0091F1530CB}" destId="{CA635F9B-1016-438F-9499-73174483B121}" srcOrd="6" destOrd="0" presId="urn:microsoft.com/office/officeart/2008/layout/LinedList"/>
    <dgm:cxn modelId="{4263FF7A-CB8F-4FC6-9A2F-DB0ECC3E8D30}" type="presParOf" srcId="{84668D34-70D0-42F3-885A-E0091F1530CB}" destId="{374E3CA2-85E3-4271-B243-D82BFC3342DE}" srcOrd="7" destOrd="0" presId="urn:microsoft.com/office/officeart/2008/layout/LinedList"/>
    <dgm:cxn modelId="{883702AE-1FCB-4036-A554-B1FA1853CBC5}" type="presParOf" srcId="{374E3CA2-85E3-4271-B243-D82BFC3342DE}" destId="{9D7B307B-FC9E-41F2-B351-B15F731F9282}" srcOrd="0" destOrd="0" presId="urn:microsoft.com/office/officeart/2008/layout/LinedList"/>
    <dgm:cxn modelId="{62330857-6C44-484F-91C3-2CBB9BA808DC}" type="presParOf" srcId="{374E3CA2-85E3-4271-B243-D82BFC3342DE}" destId="{7D42DF12-733A-45C0-970C-C813B7C6B53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7D2B2E30-C0E2-4D66-BE9F-A37738AACC5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249B425-FEC1-4BD6-972B-D411021B4035}">
      <dgm:prSet/>
      <dgm:spPr/>
      <dgm:t>
        <a:bodyPr/>
        <a:lstStyle/>
        <a:p>
          <a:r>
            <a:rPr lang="uk-UA" b="0" i="0"/>
            <a:t>визнання Директорії вищою владою в Україні</a:t>
          </a:r>
          <a:endParaRPr lang="uk-UA"/>
        </a:p>
      </dgm:t>
    </dgm:pt>
    <dgm:pt modelId="{CDFAEB5F-64BB-47BE-8D7F-574FCAC7FAAD}" type="parTrans" cxnId="{05513BD5-4FD2-41CB-90BF-FA1BF1E68CEE}">
      <dgm:prSet/>
      <dgm:spPr/>
      <dgm:t>
        <a:bodyPr/>
        <a:lstStyle/>
        <a:p>
          <a:endParaRPr lang="uk-UA"/>
        </a:p>
      </dgm:t>
    </dgm:pt>
    <dgm:pt modelId="{80526E65-CAE3-427F-8DB1-F938F0CBBED9}" type="sibTrans" cxnId="{05513BD5-4FD2-41CB-90BF-FA1BF1E68CEE}">
      <dgm:prSet/>
      <dgm:spPr/>
      <dgm:t>
        <a:bodyPr/>
        <a:lstStyle/>
        <a:p>
          <a:endParaRPr lang="uk-UA"/>
        </a:p>
      </dgm:t>
    </dgm:pt>
    <dgm:pt modelId="{853870E9-AD55-4F0F-9269-D2FCCF202D0A}">
      <dgm:prSet/>
      <dgm:spPr/>
      <dgm:t>
        <a:bodyPr/>
        <a:lstStyle/>
        <a:p>
          <a:r>
            <a:rPr lang="uk-UA" b="0" i="0"/>
            <a:t>утворення Державного секретаріату на чолі з К. Левицьким</a:t>
          </a:r>
          <a:endParaRPr lang="uk-UA"/>
        </a:p>
      </dgm:t>
    </dgm:pt>
    <dgm:pt modelId="{A871332D-C746-4C14-A173-EA26E4CA47B6}" type="parTrans" cxnId="{DF425408-2BDE-4931-93D8-7F6D3B66CB2D}">
      <dgm:prSet/>
      <dgm:spPr/>
      <dgm:t>
        <a:bodyPr/>
        <a:lstStyle/>
        <a:p>
          <a:endParaRPr lang="uk-UA"/>
        </a:p>
      </dgm:t>
    </dgm:pt>
    <dgm:pt modelId="{0C55FC72-D926-4BC2-8FB7-AE512D217A5E}" type="sibTrans" cxnId="{DF425408-2BDE-4931-93D8-7F6D3B66CB2D}">
      <dgm:prSet/>
      <dgm:spPr/>
      <dgm:t>
        <a:bodyPr/>
        <a:lstStyle/>
        <a:p>
          <a:endParaRPr lang="uk-UA"/>
        </a:p>
      </dgm:t>
    </dgm:pt>
    <dgm:pt modelId="{09835C8D-AF1B-4258-8178-034876281466}">
      <dgm:prSet/>
      <dgm:spPr/>
      <dgm:t>
        <a:bodyPr/>
        <a:lstStyle/>
        <a:p>
          <a:r>
            <a:rPr lang="uk-UA" b="0" i="0"/>
            <a:t>початок антигетьманського повстання на чолі з Директорією</a:t>
          </a:r>
          <a:endParaRPr lang="uk-UA"/>
        </a:p>
      </dgm:t>
    </dgm:pt>
    <dgm:pt modelId="{3D3CB137-1FA1-45EE-A4E5-8F2FACEB6F39}" type="parTrans" cxnId="{2FFFC1CB-EF16-47B3-8555-77FC516DA18D}">
      <dgm:prSet/>
      <dgm:spPr/>
      <dgm:t>
        <a:bodyPr/>
        <a:lstStyle/>
        <a:p>
          <a:endParaRPr lang="uk-UA"/>
        </a:p>
      </dgm:t>
    </dgm:pt>
    <dgm:pt modelId="{670CEC3A-F175-411D-83AB-B8D6A843382C}" type="sibTrans" cxnId="{2FFFC1CB-EF16-47B3-8555-77FC516DA18D}">
      <dgm:prSet/>
      <dgm:spPr/>
      <dgm:t>
        <a:bodyPr/>
        <a:lstStyle/>
        <a:p>
          <a:endParaRPr lang="uk-UA"/>
        </a:p>
      </dgm:t>
    </dgm:pt>
    <dgm:pt modelId="{A02B095D-BA39-4A15-B3D3-177C28C04EB8}">
      <dgm:prSet/>
      <dgm:spPr/>
      <dgm:t>
        <a:bodyPr/>
        <a:lstStyle/>
        <a:p>
          <a:r>
            <a:rPr lang="uk-UA" b="0" i="0"/>
            <a:t>проголошення П. Скоропадського гетьманом України</a:t>
          </a:r>
          <a:endParaRPr lang="uk-UA"/>
        </a:p>
      </dgm:t>
    </dgm:pt>
    <dgm:pt modelId="{6A301328-944D-4435-BD77-89307B3C1F32}" type="parTrans" cxnId="{3ECE7D6A-A5F5-4508-BB78-A3F5E4E80026}">
      <dgm:prSet/>
      <dgm:spPr/>
      <dgm:t>
        <a:bodyPr/>
        <a:lstStyle/>
        <a:p>
          <a:endParaRPr lang="uk-UA"/>
        </a:p>
      </dgm:t>
    </dgm:pt>
    <dgm:pt modelId="{0993AE5E-B443-4C00-AC03-B5F56D9A987F}" type="sibTrans" cxnId="{3ECE7D6A-A5F5-4508-BB78-A3F5E4E80026}">
      <dgm:prSet/>
      <dgm:spPr/>
      <dgm:t>
        <a:bodyPr/>
        <a:lstStyle/>
        <a:p>
          <a:endParaRPr lang="uk-UA"/>
        </a:p>
      </dgm:t>
    </dgm:pt>
    <dgm:pt modelId="{A7742503-63C3-4C21-818D-EACD5C59EC85}">
      <dgm:prSet/>
      <dgm:spPr/>
      <dgm:t>
        <a:bodyPr/>
        <a:lstStyle/>
        <a:p>
          <a:r>
            <a:rPr lang="uk-UA" b="0" i="0"/>
            <a:t>відновлення влади Української Центральної Ради</a:t>
          </a:r>
          <a:endParaRPr lang="uk-UA"/>
        </a:p>
      </dgm:t>
    </dgm:pt>
    <dgm:pt modelId="{B3EEA774-1F4A-4408-BB81-F22647F65A1F}" type="parTrans" cxnId="{EDD6AF36-4FA4-4BD7-939C-4C670E0E6CCF}">
      <dgm:prSet/>
      <dgm:spPr/>
      <dgm:t>
        <a:bodyPr/>
        <a:lstStyle/>
        <a:p>
          <a:endParaRPr lang="uk-UA"/>
        </a:p>
      </dgm:t>
    </dgm:pt>
    <dgm:pt modelId="{82FD1292-F05C-4B3F-930D-7734FDEED4CA}" type="sibTrans" cxnId="{EDD6AF36-4FA4-4BD7-939C-4C670E0E6CCF}">
      <dgm:prSet/>
      <dgm:spPr/>
      <dgm:t>
        <a:bodyPr/>
        <a:lstStyle/>
        <a:p>
          <a:endParaRPr lang="uk-UA"/>
        </a:p>
      </dgm:t>
    </dgm:pt>
    <dgm:pt modelId="{27A8EC14-D8B7-43A2-A2C2-E0EF58CCAAD4}" type="pres">
      <dgm:prSet presAssocID="{7D2B2E30-C0E2-4D66-BE9F-A37738AACC59}" presName="linear" presStyleCnt="0">
        <dgm:presLayoutVars>
          <dgm:animLvl val="lvl"/>
          <dgm:resizeHandles val="exact"/>
        </dgm:presLayoutVars>
      </dgm:prSet>
      <dgm:spPr/>
    </dgm:pt>
    <dgm:pt modelId="{7740D73A-D47F-452F-BDC7-3AAE9529C224}" type="pres">
      <dgm:prSet presAssocID="{2249B425-FEC1-4BD6-972B-D411021B4035}" presName="parentText" presStyleLbl="node1" presStyleIdx="0" presStyleCnt="5">
        <dgm:presLayoutVars>
          <dgm:chMax val="0"/>
          <dgm:bulletEnabled val="1"/>
        </dgm:presLayoutVars>
      </dgm:prSet>
      <dgm:spPr/>
    </dgm:pt>
    <dgm:pt modelId="{20B566BC-2440-49C2-AFB7-F6351BC462EA}" type="pres">
      <dgm:prSet presAssocID="{80526E65-CAE3-427F-8DB1-F938F0CBBED9}" presName="spacer" presStyleCnt="0"/>
      <dgm:spPr/>
    </dgm:pt>
    <dgm:pt modelId="{E32DAF8D-0016-4F46-BBDA-FF77590F814B}" type="pres">
      <dgm:prSet presAssocID="{853870E9-AD55-4F0F-9269-D2FCCF202D0A}" presName="parentText" presStyleLbl="node1" presStyleIdx="1" presStyleCnt="5">
        <dgm:presLayoutVars>
          <dgm:chMax val="0"/>
          <dgm:bulletEnabled val="1"/>
        </dgm:presLayoutVars>
      </dgm:prSet>
      <dgm:spPr/>
    </dgm:pt>
    <dgm:pt modelId="{2E203CCB-DD2C-41C1-AACB-0A51625DD088}" type="pres">
      <dgm:prSet presAssocID="{0C55FC72-D926-4BC2-8FB7-AE512D217A5E}" presName="spacer" presStyleCnt="0"/>
      <dgm:spPr/>
    </dgm:pt>
    <dgm:pt modelId="{40149ED1-051C-4B86-865A-36F8DC38D407}" type="pres">
      <dgm:prSet presAssocID="{09835C8D-AF1B-4258-8178-034876281466}" presName="parentText" presStyleLbl="node1" presStyleIdx="2" presStyleCnt="5">
        <dgm:presLayoutVars>
          <dgm:chMax val="0"/>
          <dgm:bulletEnabled val="1"/>
        </dgm:presLayoutVars>
      </dgm:prSet>
      <dgm:spPr/>
    </dgm:pt>
    <dgm:pt modelId="{1B0657C9-BBA0-44F5-A1AD-9CB695153BF7}" type="pres">
      <dgm:prSet presAssocID="{670CEC3A-F175-411D-83AB-B8D6A843382C}" presName="spacer" presStyleCnt="0"/>
      <dgm:spPr/>
    </dgm:pt>
    <dgm:pt modelId="{6F8EDC8C-3F03-4E27-8370-EDA5145AB0FB}" type="pres">
      <dgm:prSet presAssocID="{A02B095D-BA39-4A15-B3D3-177C28C04EB8}" presName="parentText" presStyleLbl="node1" presStyleIdx="3" presStyleCnt="5">
        <dgm:presLayoutVars>
          <dgm:chMax val="0"/>
          <dgm:bulletEnabled val="1"/>
        </dgm:presLayoutVars>
      </dgm:prSet>
      <dgm:spPr/>
    </dgm:pt>
    <dgm:pt modelId="{31082769-7E91-451E-B162-969DE47C98AA}" type="pres">
      <dgm:prSet presAssocID="{0993AE5E-B443-4C00-AC03-B5F56D9A987F}" presName="spacer" presStyleCnt="0"/>
      <dgm:spPr/>
    </dgm:pt>
    <dgm:pt modelId="{CFD29D6D-CEE3-4CD4-ADAE-B56EBE94A0BE}" type="pres">
      <dgm:prSet presAssocID="{A7742503-63C3-4C21-818D-EACD5C59EC85}" presName="parentText" presStyleLbl="node1" presStyleIdx="4" presStyleCnt="5">
        <dgm:presLayoutVars>
          <dgm:chMax val="0"/>
          <dgm:bulletEnabled val="1"/>
        </dgm:presLayoutVars>
      </dgm:prSet>
      <dgm:spPr/>
    </dgm:pt>
  </dgm:ptLst>
  <dgm:cxnLst>
    <dgm:cxn modelId="{DF425408-2BDE-4931-93D8-7F6D3B66CB2D}" srcId="{7D2B2E30-C0E2-4D66-BE9F-A37738AACC59}" destId="{853870E9-AD55-4F0F-9269-D2FCCF202D0A}" srcOrd="1" destOrd="0" parTransId="{A871332D-C746-4C14-A173-EA26E4CA47B6}" sibTransId="{0C55FC72-D926-4BC2-8FB7-AE512D217A5E}"/>
    <dgm:cxn modelId="{33898C2F-A438-47FA-95E5-A8EDCBE14133}" type="presOf" srcId="{A7742503-63C3-4C21-818D-EACD5C59EC85}" destId="{CFD29D6D-CEE3-4CD4-ADAE-B56EBE94A0BE}" srcOrd="0" destOrd="0" presId="urn:microsoft.com/office/officeart/2005/8/layout/vList2"/>
    <dgm:cxn modelId="{EDD6AF36-4FA4-4BD7-939C-4C670E0E6CCF}" srcId="{7D2B2E30-C0E2-4D66-BE9F-A37738AACC59}" destId="{A7742503-63C3-4C21-818D-EACD5C59EC85}" srcOrd="4" destOrd="0" parTransId="{B3EEA774-1F4A-4408-BB81-F22647F65A1F}" sibTransId="{82FD1292-F05C-4B3F-930D-7734FDEED4CA}"/>
    <dgm:cxn modelId="{3ECE7D6A-A5F5-4508-BB78-A3F5E4E80026}" srcId="{7D2B2E30-C0E2-4D66-BE9F-A37738AACC59}" destId="{A02B095D-BA39-4A15-B3D3-177C28C04EB8}" srcOrd="3" destOrd="0" parTransId="{6A301328-944D-4435-BD77-89307B3C1F32}" sibTransId="{0993AE5E-B443-4C00-AC03-B5F56D9A987F}"/>
    <dgm:cxn modelId="{D710E474-EE14-4122-846F-1AB2CAD58482}" type="presOf" srcId="{A02B095D-BA39-4A15-B3D3-177C28C04EB8}" destId="{6F8EDC8C-3F03-4E27-8370-EDA5145AB0FB}" srcOrd="0" destOrd="0" presId="urn:microsoft.com/office/officeart/2005/8/layout/vList2"/>
    <dgm:cxn modelId="{B6058A82-BA79-4842-91CB-2B8D3FF4313C}" type="presOf" srcId="{853870E9-AD55-4F0F-9269-D2FCCF202D0A}" destId="{E32DAF8D-0016-4F46-BBDA-FF77590F814B}" srcOrd="0" destOrd="0" presId="urn:microsoft.com/office/officeart/2005/8/layout/vList2"/>
    <dgm:cxn modelId="{2BC373C1-1486-42DE-A07E-7F7367C66A7F}" type="presOf" srcId="{7D2B2E30-C0E2-4D66-BE9F-A37738AACC59}" destId="{27A8EC14-D8B7-43A2-A2C2-E0EF58CCAAD4}" srcOrd="0" destOrd="0" presId="urn:microsoft.com/office/officeart/2005/8/layout/vList2"/>
    <dgm:cxn modelId="{52F4AEC1-DC1F-4518-B3D8-75FD7CF26BFC}" type="presOf" srcId="{09835C8D-AF1B-4258-8178-034876281466}" destId="{40149ED1-051C-4B86-865A-36F8DC38D407}" srcOrd="0" destOrd="0" presId="urn:microsoft.com/office/officeart/2005/8/layout/vList2"/>
    <dgm:cxn modelId="{30E623C9-6D24-4409-9C11-58637920508F}" type="presOf" srcId="{2249B425-FEC1-4BD6-972B-D411021B4035}" destId="{7740D73A-D47F-452F-BDC7-3AAE9529C224}" srcOrd="0" destOrd="0" presId="urn:microsoft.com/office/officeart/2005/8/layout/vList2"/>
    <dgm:cxn modelId="{2FFFC1CB-EF16-47B3-8555-77FC516DA18D}" srcId="{7D2B2E30-C0E2-4D66-BE9F-A37738AACC59}" destId="{09835C8D-AF1B-4258-8178-034876281466}" srcOrd="2" destOrd="0" parTransId="{3D3CB137-1FA1-45EE-A4E5-8F2FACEB6F39}" sibTransId="{670CEC3A-F175-411D-83AB-B8D6A843382C}"/>
    <dgm:cxn modelId="{05513BD5-4FD2-41CB-90BF-FA1BF1E68CEE}" srcId="{7D2B2E30-C0E2-4D66-BE9F-A37738AACC59}" destId="{2249B425-FEC1-4BD6-972B-D411021B4035}" srcOrd="0" destOrd="0" parTransId="{CDFAEB5F-64BB-47BE-8D7F-574FCAC7FAAD}" sibTransId="{80526E65-CAE3-427F-8DB1-F938F0CBBED9}"/>
    <dgm:cxn modelId="{D551ACF5-4C45-45B2-BAA0-88DF845555AF}" type="presParOf" srcId="{27A8EC14-D8B7-43A2-A2C2-E0EF58CCAAD4}" destId="{7740D73A-D47F-452F-BDC7-3AAE9529C224}" srcOrd="0" destOrd="0" presId="urn:microsoft.com/office/officeart/2005/8/layout/vList2"/>
    <dgm:cxn modelId="{F68B1108-BA47-4108-942E-8EADA938771F}" type="presParOf" srcId="{27A8EC14-D8B7-43A2-A2C2-E0EF58CCAAD4}" destId="{20B566BC-2440-49C2-AFB7-F6351BC462EA}" srcOrd="1" destOrd="0" presId="urn:microsoft.com/office/officeart/2005/8/layout/vList2"/>
    <dgm:cxn modelId="{60DD495E-CDCA-4FCC-ACA5-A3EB2A6299FA}" type="presParOf" srcId="{27A8EC14-D8B7-43A2-A2C2-E0EF58CCAAD4}" destId="{E32DAF8D-0016-4F46-BBDA-FF77590F814B}" srcOrd="2" destOrd="0" presId="urn:microsoft.com/office/officeart/2005/8/layout/vList2"/>
    <dgm:cxn modelId="{314D52E3-2A5B-4F1D-8563-0ABB45A9CF5C}" type="presParOf" srcId="{27A8EC14-D8B7-43A2-A2C2-E0EF58CCAAD4}" destId="{2E203CCB-DD2C-41C1-AACB-0A51625DD088}" srcOrd="3" destOrd="0" presId="urn:microsoft.com/office/officeart/2005/8/layout/vList2"/>
    <dgm:cxn modelId="{90646343-1B40-41CA-8557-3AD1BFD1D0F6}" type="presParOf" srcId="{27A8EC14-D8B7-43A2-A2C2-E0EF58CCAAD4}" destId="{40149ED1-051C-4B86-865A-36F8DC38D407}" srcOrd="4" destOrd="0" presId="urn:microsoft.com/office/officeart/2005/8/layout/vList2"/>
    <dgm:cxn modelId="{6A623A05-29D7-4A92-947C-41C76E8C426F}" type="presParOf" srcId="{27A8EC14-D8B7-43A2-A2C2-E0EF58CCAAD4}" destId="{1B0657C9-BBA0-44F5-A1AD-9CB695153BF7}" srcOrd="5" destOrd="0" presId="urn:microsoft.com/office/officeart/2005/8/layout/vList2"/>
    <dgm:cxn modelId="{505B179F-8CBC-4496-B100-45353CB90ED6}" type="presParOf" srcId="{27A8EC14-D8B7-43A2-A2C2-E0EF58CCAAD4}" destId="{6F8EDC8C-3F03-4E27-8370-EDA5145AB0FB}" srcOrd="6" destOrd="0" presId="urn:microsoft.com/office/officeart/2005/8/layout/vList2"/>
    <dgm:cxn modelId="{0AEC6C71-72C3-4598-9265-7CEDF75FAD2E}" type="presParOf" srcId="{27A8EC14-D8B7-43A2-A2C2-E0EF58CCAAD4}" destId="{31082769-7E91-451E-B162-969DE47C98AA}" srcOrd="7" destOrd="0" presId="urn:microsoft.com/office/officeart/2005/8/layout/vList2"/>
    <dgm:cxn modelId="{B6C2BDA8-7BCC-4555-9FBE-A49A605469DA}" type="presParOf" srcId="{27A8EC14-D8B7-43A2-A2C2-E0EF58CCAAD4}" destId="{CFD29D6D-CEE3-4CD4-ADAE-B56EBE94A0BE}"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1891C4C7-A551-4FFC-BDD5-7815A10405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6E41353-9FAD-4AE7-BD15-51D5E5000ADE}">
      <dgm:prSet/>
      <dgm:spPr/>
      <dgm:t>
        <a:bodyPr/>
        <a:lstStyle/>
        <a:p>
          <a:r>
            <a:rPr lang="uk-UA" b="0" i="0"/>
            <a:t>Перший «Зимовий похід» Армії УНР</a:t>
          </a:r>
          <a:endParaRPr lang="uk-UA"/>
        </a:p>
      </dgm:t>
    </dgm:pt>
    <dgm:pt modelId="{0754BBD2-A343-431A-9114-E2BBFE31E713}" type="parTrans" cxnId="{4613C6E0-B309-4E3B-8D0F-88CAD5B69E23}">
      <dgm:prSet/>
      <dgm:spPr/>
      <dgm:t>
        <a:bodyPr/>
        <a:lstStyle/>
        <a:p>
          <a:endParaRPr lang="uk-UA"/>
        </a:p>
      </dgm:t>
    </dgm:pt>
    <dgm:pt modelId="{6EF3AF1C-7969-4800-8B08-31970F908C35}" type="sibTrans" cxnId="{4613C6E0-B309-4E3B-8D0F-88CAD5B69E23}">
      <dgm:prSet/>
      <dgm:spPr/>
      <dgm:t>
        <a:bodyPr/>
        <a:lstStyle/>
        <a:p>
          <a:endParaRPr lang="uk-UA"/>
        </a:p>
      </dgm:t>
    </dgm:pt>
    <dgm:pt modelId="{077F9549-F0E2-4EE3-A304-B9B656524971}">
      <dgm:prSet/>
      <dgm:spPr/>
      <dgm:t>
        <a:bodyPr/>
        <a:lstStyle/>
        <a:p>
          <a:r>
            <a:rPr lang="uk-UA" b="0" i="0"/>
            <a:t>«Київська катастрофа»</a:t>
          </a:r>
          <a:endParaRPr lang="uk-UA"/>
        </a:p>
      </dgm:t>
    </dgm:pt>
    <dgm:pt modelId="{CFC3A589-860B-47AA-A129-309C0E771FD3}" type="parTrans" cxnId="{AB2F3E14-2601-4151-951F-CBD0824ABC25}">
      <dgm:prSet/>
      <dgm:spPr/>
      <dgm:t>
        <a:bodyPr/>
        <a:lstStyle/>
        <a:p>
          <a:endParaRPr lang="uk-UA"/>
        </a:p>
      </dgm:t>
    </dgm:pt>
    <dgm:pt modelId="{0FF47001-FA2B-4468-A582-F2FCBEE8FD86}" type="sibTrans" cxnId="{AB2F3E14-2601-4151-951F-CBD0824ABC25}">
      <dgm:prSet/>
      <dgm:spPr/>
      <dgm:t>
        <a:bodyPr/>
        <a:lstStyle/>
        <a:p>
          <a:endParaRPr lang="uk-UA"/>
        </a:p>
      </dgm:t>
    </dgm:pt>
    <dgm:pt modelId="{0B572BE3-F2A5-44AD-8AC6-4C70CF057EA8}">
      <dgm:prSet/>
      <dgm:spPr/>
      <dgm:t>
        <a:bodyPr/>
        <a:lstStyle/>
        <a:p>
          <a:r>
            <a:rPr lang="uk-UA" b="0" i="0" dirty="0"/>
            <a:t>трагедія під містом Базар</a:t>
          </a:r>
          <a:endParaRPr lang="uk-UA" dirty="0"/>
        </a:p>
      </dgm:t>
    </dgm:pt>
    <dgm:pt modelId="{43D4453D-FD36-4345-B946-7F4FCEC8E8B9}" type="parTrans" cxnId="{B0ACF21D-60EA-44BF-B049-28F2BE31A0CD}">
      <dgm:prSet/>
      <dgm:spPr/>
      <dgm:t>
        <a:bodyPr/>
        <a:lstStyle/>
        <a:p>
          <a:endParaRPr lang="uk-UA"/>
        </a:p>
      </dgm:t>
    </dgm:pt>
    <dgm:pt modelId="{83C68A73-559B-43C9-86BB-54696837B736}" type="sibTrans" cxnId="{B0ACF21D-60EA-44BF-B049-28F2BE31A0CD}">
      <dgm:prSet/>
      <dgm:spPr/>
      <dgm:t>
        <a:bodyPr/>
        <a:lstStyle/>
        <a:p>
          <a:endParaRPr lang="uk-UA"/>
        </a:p>
      </dgm:t>
    </dgm:pt>
    <dgm:pt modelId="{5234C193-3EC9-45A5-BB9C-AB1C3762E5BE}">
      <dgm:prSet/>
      <dgm:spPr/>
      <dgm:t>
        <a:bodyPr/>
        <a:lstStyle/>
        <a:p>
          <a:r>
            <a:rPr lang="uk-UA" b="0" i="0"/>
            <a:t>«Чортківська офензива»</a:t>
          </a:r>
          <a:endParaRPr lang="uk-UA"/>
        </a:p>
      </dgm:t>
    </dgm:pt>
    <dgm:pt modelId="{03F67C7C-F4DD-4E8C-9DA6-33DF2CF413D2}" type="parTrans" cxnId="{27487740-7C30-4979-B7DD-8454ED1A634C}">
      <dgm:prSet/>
      <dgm:spPr/>
      <dgm:t>
        <a:bodyPr/>
        <a:lstStyle/>
        <a:p>
          <a:endParaRPr lang="uk-UA"/>
        </a:p>
      </dgm:t>
    </dgm:pt>
    <dgm:pt modelId="{D59A76A6-0747-4C71-8878-67E048F956E5}" type="sibTrans" cxnId="{27487740-7C30-4979-B7DD-8454ED1A634C}">
      <dgm:prSet/>
      <dgm:spPr/>
      <dgm:t>
        <a:bodyPr/>
        <a:lstStyle/>
        <a:p>
          <a:endParaRPr lang="uk-UA"/>
        </a:p>
      </dgm:t>
    </dgm:pt>
    <dgm:pt modelId="{0651431F-E9A1-4D8F-AC87-051093301CDF}" type="pres">
      <dgm:prSet presAssocID="{1891C4C7-A551-4FFC-BDD5-7815A1040514}" presName="linear" presStyleCnt="0">
        <dgm:presLayoutVars>
          <dgm:animLvl val="lvl"/>
          <dgm:resizeHandles val="exact"/>
        </dgm:presLayoutVars>
      </dgm:prSet>
      <dgm:spPr/>
    </dgm:pt>
    <dgm:pt modelId="{C460F2B8-ECE0-41E7-A668-6F905E77FECB}" type="pres">
      <dgm:prSet presAssocID="{B6E41353-9FAD-4AE7-BD15-51D5E5000ADE}" presName="parentText" presStyleLbl="node1" presStyleIdx="0" presStyleCnt="4">
        <dgm:presLayoutVars>
          <dgm:chMax val="0"/>
          <dgm:bulletEnabled val="1"/>
        </dgm:presLayoutVars>
      </dgm:prSet>
      <dgm:spPr/>
    </dgm:pt>
    <dgm:pt modelId="{1593E02F-79A8-4810-9F36-D5F900AF9F6B}" type="pres">
      <dgm:prSet presAssocID="{6EF3AF1C-7969-4800-8B08-31970F908C35}" presName="spacer" presStyleCnt="0"/>
      <dgm:spPr/>
    </dgm:pt>
    <dgm:pt modelId="{ABDA69F2-55DB-4841-B7B2-AEB3857E0409}" type="pres">
      <dgm:prSet presAssocID="{077F9549-F0E2-4EE3-A304-B9B656524971}" presName="parentText" presStyleLbl="node1" presStyleIdx="1" presStyleCnt="4">
        <dgm:presLayoutVars>
          <dgm:chMax val="0"/>
          <dgm:bulletEnabled val="1"/>
        </dgm:presLayoutVars>
      </dgm:prSet>
      <dgm:spPr/>
    </dgm:pt>
    <dgm:pt modelId="{0A9505F5-E4ED-4D50-8E5E-DE0EC39FF537}" type="pres">
      <dgm:prSet presAssocID="{0FF47001-FA2B-4468-A582-F2FCBEE8FD86}" presName="spacer" presStyleCnt="0"/>
      <dgm:spPr/>
    </dgm:pt>
    <dgm:pt modelId="{15B9613D-0482-4697-890E-0939245C4DFE}" type="pres">
      <dgm:prSet presAssocID="{0B572BE3-F2A5-44AD-8AC6-4C70CF057EA8}" presName="parentText" presStyleLbl="node1" presStyleIdx="2" presStyleCnt="4">
        <dgm:presLayoutVars>
          <dgm:chMax val="0"/>
          <dgm:bulletEnabled val="1"/>
        </dgm:presLayoutVars>
      </dgm:prSet>
      <dgm:spPr/>
    </dgm:pt>
    <dgm:pt modelId="{A203298D-31A7-4E27-9A63-0BFCE40376C8}" type="pres">
      <dgm:prSet presAssocID="{83C68A73-559B-43C9-86BB-54696837B736}" presName="spacer" presStyleCnt="0"/>
      <dgm:spPr/>
    </dgm:pt>
    <dgm:pt modelId="{B61C2048-CF99-4C83-82EE-5834392A2D35}" type="pres">
      <dgm:prSet presAssocID="{5234C193-3EC9-45A5-BB9C-AB1C3762E5BE}" presName="parentText" presStyleLbl="node1" presStyleIdx="3" presStyleCnt="4">
        <dgm:presLayoutVars>
          <dgm:chMax val="0"/>
          <dgm:bulletEnabled val="1"/>
        </dgm:presLayoutVars>
      </dgm:prSet>
      <dgm:spPr/>
    </dgm:pt>
  </dgm:ptLst>
  <dgm:cxnLst>
    <dgm:cxn modelId="{AB2F3E14-2601-4151-951F-CBD0824ABC25}" srcId="{1891C4C7-A551-4FFC-BDD5-7815A1040514}" destId="{077F9549-F0E2-4EE3-A304-B9B656524971}" srcOrd="1" destOrd="0" parTransId="{CFC3A589-860B-47AA-A129-309C0E771FD3}" sibTransId="{0FF47001-FA2B-4468-A582-F2FCBEE8FD86}"/>
    <dgm:cxn modelId="{70F94219-E893-43BD-8B7F-A870C62002D5}" type="presOf" srcId="{1891C4C7-A551-4FFC-BDD5-7815A1040514}" destId="{0651431F-E9A1-4D8F-AC87-051093301CDF}" srcOrd="0" destOrd="0" presId="urn:microsoft.com/office/officeart/2005/8/layout/vList2"/>
    <dgm:cxn modelId="{B0ACF21D-60EA-44BF-B049-28F2BE31A0CD}" srcId="{1891C4C7-A551-4FFC-BDD5-7815A1040514}" destId="{0B572BE3-F2A5-44AD-8AC6-4C70CF057EA8}" srcOrd="2" destOrd="0" parTransId="{43D4453D-FD36-4345-B946-7F4FCEC8E8B9}" sibTransId="{83C68A73-559B-43C9-86BB-54696837B736}"/>
    <dgm:cxn modelId="{7A2D7720-5F32-4387-8E8D-21D9645365B2}" type="presOf" srcId="{0B572BE3-F2A5-44AD-8AC6-4C70CF057EA8}" destId="{15B9613D-0482-4697-890E-0939245C4DFE}" srcOrd="0" destOrd="0" presId="urn:microsoft.com/office/officeart/2005/8/layout/vList2"/>
    <dgm:cxn modelId="{27487740-7C30-4979-B7DD-8454ED1A634C}" srcId="{1891C4C7-A551-4FFC-BDD5-7815A1040514}" destId="{5234C193-3EC9-45A5-BB9C-AB1C3762E5BE}" srcOrd="3" destOrd="0" parTransId="{03F67C7C-F4DD-4E8C-9DA6-33DF2CF413D2}" sibTransId="{D59A76A6-0747-4C71-8878-67E048F956E5}"/>
    <dgm:cxn modelId="{27565E61-3198-4271-9591-5712799AF90E}" type="presOf" srcId="{B6E41353-9FAD-4AE7-BD15-51D5E5000ADE}" destId="{C460F2B8-ECE0-41E7-A668-6F905E77FECB}" srcOrd="0" destOrd="0" presId="urn:microsoft.com/office/officeart/2005/8/layout/vList2"/>
    <dgm:cxn modelId="{1480A756-9B02-4F00-B6D2-ABA4FACD34F3}" type="presOf" srcId="{077F9549-F0E2-4EE3-A304-B9B656524971}" destId="{ABDA69F2-55DB-4841-B7B2-AEB3857E0409}" srcOrd="0" destOrd="0" presId="urn:microsoft.com/office/officeart/2005/8/layout/vList2"/>
    <dgm:cxn modelId="{DBAF3680-3084-410C-BE90-D51DC70E041F}" type="presOf" srcId="{5234C193-3EC9-45A5-BB9C-AB1C3762E5BE}" destId="{B61C2048-CF99-4C83-82EE-5834392A2D35}" srcOrd="0" destOrd="0" presId="urn:microsoft.com/office/officeart/2005/8/layout/vList2"/>
    <dgm:cxn modelId="{4613C6E0-B309-4E3B-8D0F-88CAD5B69E23}" srcId="{1891C4C7-A551-4FFC-BDD5-7815A1040514}" destId="{B6E41353-9FAD-4AE7-BD15-51D5E5000ADE}" srcOrd="0" destOrd="0" parTransId="{0754BBD2-A343-431A-9114-E2BBFE31E713}" sibTransId="{6EF3AF1C-7969-4800-8B08-31970F908C35}"/>
    <dgm:cxn modelId="{04993422-A2E2-466C-8ACD-C93C71643686}" type="presParOf" srcId="{0651431F-E9A1-4D8F-AC87-051093301CDF}" destId="{C460F2B8-ECE0-41E7-A668-6F905E77FECB}" srcOrd="0" destOrd="0" presId="urn:microsoft.com/office/officeart/2005/8/layout/vList2"/>
    <dgm:cxn modelId="{E108ED0C-ADC9-403D-8D44-34D3814F15B8}" type="presParOf" srcId="{0651431F-E9A1-4D8F-AC87-051093301CDF}" destId="{1593E02F-79A8-4810-9F36-D5F900AF9F6B}" srcOrd="1" destOrd="0" presId="urn:microsoft.com/office/officeart/2005/8/layout/vList2"/>
    <dgm:cxn modelId="{EB1094D3-DF87-4B4F-8C3B-180F4F2CCA2E}" type="presParOf" srcId="{0651431F-E9A1-4D8F-AC87-051093301CDF}" destId="{ABDA69F2-55DB-4841-B7B2-AEB3857E0409}" srcOrd="2" destOrd="0" presId="urn:microsoft.com/office/officeart/2005/8/layout/vList2"/>
    <dgm:cxn modelId="{70169E64-1282-4E30-937F-CE11352DA992}" type="presParOf" srcId="{0651431F-E9A1-4D8F-AC87-051093301CDF}" destId="{0A9505F5-E4ED-4D50-8E5E-DE0EC39FF537}" srcOrd="3" destOrd="0" presId="urn:microsoft.com/office/officeart/2005/8/layout/vList2"/>
    <dgm:cxn modelId="{9EC9E91C-6DF5-4F94-84AF-29896E35980F}" type="presParOf" srcId="{0651431F-E9A1-4D8F-AC87-051093301CDF}" destId="{15B9613D-0482-4697-890E-0939245C4DFE}" srcOrd="4" destOrd="0" presId="urn:microsoft.com/office/officeart/2005/8/layout/vList2"/>
    <dgm:cxn modelId="{9AC1EADC-FA18-4682-BB4D-B0D63AE3337D}" type="presParOf" srcId="{0651431F-E9A1-4D8F-AC87-051093301CDF}" destId="{A203298D-31A7-4E27-9A63-0BFCE40376C8}" srcOrd="5" destOrd="0" presId="urn:microsoft.com/office/officeart/2005/8/layout/vList2"/>
    <dgm:cxn modelId="{B75D67F8-2AC1-41A4-9C1E-05184C95F8C7}" type="presParOf" srcId="{0651431F-E9A1-4D8F-AC87-051093301CDF}" destId="{B61C2048-CF99-4C83-82EE-5834392A2D3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6F88A38A-7AEF-4EDB-9C31-9CBDD86C2BD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7954660-40AC-452E-B28B-7223139109A5}">
      <dgm:prSet/>
      <dgm:spPr/>
      <dgm:t>
        <a:bodyPr/>
        <a:lstStyle/>
        <a:p>
          <a:r>
            <a:rPr lang="uk-UA" b="0" i="0"/>
            <a:t>допомогти Українській Галицькій армії в боротьбі з польською агресією.</a:t>
          </a:r>
          <a:endParaRPr lang="uk-UA"/>
        </a:p>
      </dgm:t>
    </dgm:pt>
    <dgm:pt modelId="{D745BB77-37F3-460C-A7D2-DB6107C835EB}" type="parTrans" cxnId="{B6A226C6-9CE8-489D-A140-3A842E3A102C}">
      <dgm:prSet/>
      <dgm:spPr/>
      <dgm:t>
        <a:bodyPr/>
        <a:lstStyle/>
        <a:p>
          <a:endParaRPr lang="uk-UA"/>
        </a:p>
      </dgm:t>
    </dgm:pt>
    <dgm:pt modelId="{B5E89AAA-2891-420E-926F-74DFC5041C8C}" type="sibTrans" cxnId="{B6A226C6-9CE8-489D-A140-3A842E3A102C}">
      <dgm:prSet/>
      <dgm:spPr/>
      <dgm:t>
        <a:bodyPr/>
        <a:lstStyle/>
        <a:p>
          <a:endParaRPr lang="uk-UA"/>
        </a:p>
      </dgm:t>
    </dgm:pt>
    <dgm:pt modelId="{3F215A01-3FBA-46D5-BD53-8018EC719F7B}">
      <dgm:prSet/>
      <dgm:spPr/>
      <dgm:t>
        <a:bodyPr/>
        <a:lstStyle/>
        <a:p>
          <a:r>
            <a:rPr lang="uk-UA" b="0" i="0"/>
            <a:t>підтримати дії Революційно-повстанської армії Н. Махна.</a:t>
          </a:r>
          <a:endParaRPr lang="uk-UA"/>
        </a:p>
      </dgm:t>
    </dgm:pt>
    <dgm:pt modelId="{4AB79279-22DD-4680-9BF7-9F433A07FBD4}" type="parTrans" cxnId="{8A905DCF-11D5-40CB-B72F-1AA78829ACA0}">
      <dgm:prSet/>
      <dgm:spPr/>
      <dgm:t>
        <a:bodyPr/>
        <a:lstStyle/>
        <a:p>
          <a:endParaRPr lang="uk-UA"/>
        </a:p>
      </dgm:t>
    </dgm:pt>
    <dgm:pt modelId="{FBC5B712-1117-43F8-A7E2-94A682B012A7}" type="sibTrans" cxnId="{8A905DCF-11D5-40CB-B72F-1AA78829ACA0}">
      <dgm:prSet/>
      <dgm:spPr/>
      <dgm:t>
        <a:bodyPr/>
        <a:lstStyle/>
        <a:p>
          <a:endParaRPr lang="uk-UA"/>
        </a:p>
      </dgm:t>
    </dgm:pt>
    <dgm:pt modelId="{0C4977F0-12D3-4A1A-AA37-C4F1880D5EB7}">
      <dgm:prSet/>
      <dgm:spPr/>
      <dgm:t>
        <a:bodyPr/>
        <a:lstStyle/>
        <a:p>
          <a:r>
            <a:rPr lang="uk-UA" b="0" i="0"/>
            <a:t>підняти народне збройне повстання проти більшовицької влади.</a:t>
          </a:r>
          <a:endParaRPr lang="uk-UA"/>
        </a:p>
      </dgm:t>
    </dgm:pt>
    <dgm:pt modelId="{BA3D5370-728C-4B30-BEA7-B71D9E9E4D7F}" type="parTrans" cxnId="{F25D6540-E966-4BA0-9DD4-7CB35763999E}">
      <dgm:prSet/>
      <dgm:spPr/>
      <dgm:t>
        <a:bodyPr/>
        <a:lstStyle/>
        <a:p>
          <a:endParaRPr lang="uk-UA"/>
        </a:p>
      </dgm:t>
    </dgm:pt>
    <dgm:pt modelId="{8E6C5460-20CC-4144-AA25-710AC2F4E788}" type="sibTrans" cxnId="{F25D6540-E966-4BA0-9DD4-7CB35763999E}">
      <dgm:prSet/>
      <dgm:spPr/>
      <dgm:t>
        <a:bodyPr/>
        <a:lstStyle/>
        <a:p>
          <a:endParaRPr lang="uk-UA"/>
        </a:p>
      </dgm:t>
    </dgm:pt>
    <dgm:pt modelId="{DB12A237-E234-45B9-A1C8-D8108E6A2EDB}">
      <dgm:prSet/>
      <dgm:spPr/>
      <dgm:t>
        <a:bodyPr/>
        <a:lstStyle/>
        <a:p>
          <a:r>
            <a:rPr lang="uk-UA" b="0" i="0"/>
            <a:t>дезорганізувати тил білогвардійських військ генерала П. Врангеля.</a:t>
          </a:r>
          <a:endParaRPr lang="uk-UA"/>
        </a:p>
      </dgm:t>
    </dgm:pt>
    <dgm:pt modelId="{188500B9-4110-48DD-A92C-7127BFAFA11F}" type="parTrans" cxnId="{8E92F92F-135E-4802-A895-C51F289571D5}">
      <dgm:prSet/>
      <dgm:spPr/>
      <dgm:t>
        <a:bodyPr/>
        <a:lstStyle/>
        <a:p>
          <a:endParaRPr lang="uk-UA"/>
        </a:p>
      </dgm:t>
    </dgm:pt>
    <dgm:pt modelId="{19AAC658-F5D8-4BA9-A5FA-75C9EC1A9434}" type="sibTrans" cxnId="{8E92F92F-135E-4802-A895-C51F289571D5}">
      <dgm:prSet/>
      <dgm:spPr/>
      <dgm:t>
        <a:bodyPr/>
        <a:lstStyle/>
        <a:p>
          <a:endParaRPr lang="uk-UA"/>
        </a:p>
      </dgm:t>
    </dgm:pt>
    <dgm:pt modelId="{12A160AE-FEDD-4AB8-93AE-4556D69236E3}" type="pres">
      <dgm:prSet presAssocID="{6F88A38A-7AEF-4EDB-9C31-9CBDD86C2BD2}" presName="linear" presStyleCnt="0">
        <dgm:presLayoutVars>
          <dgm:animLvl val="lvl"/>
          <dgm:resizeHandles val="exact"/>
        </dgm:presLayoutVars>
      </dgm:prSet>
      <dgm:spPr/>
    </dgm:pt>
    <dgm:pt modelId="{E3E74D86-610A-48FE-AE7B-BD8FF2F691C9}" type="pres">
      <dgm:prSet presAssocID="{37954660-40AC-452E-B28B-7223139109A5}" presName="parentText" presStyleLbl="node1" presStyleIdx="0" presStyleCnt="4">
        <dgm:presLayoutVars>
          <dgm:chMax val="0"/>
          <dgm:bulletEnabled val="1"/>
        </dgm:presLayoutVars>
      </dgm:prSet>
      <dgm:spPr/>
    </dgm:pt>
    <dgm:pt modelId="{00FDA178-15E7-4FC0-9D04-843F2945B9F1}" type="pres">
      <dgm:prSet presAssocID="{B5E89AAA-2891-420E-926F-74DFC5041C8C}" presName="spacer" presStyleCnt="0"/>
      <dgm:spPr/>
    </dgm:pt>
    <dgm:pt modelId="{53390054-9198-4A55-AB0D-E4145B8EEB41}" type="pres">
      <dgm:prSet presAssocID="{3F215A01-3FBA-46D5-BD53-8018EC719F7B}" presName="parentText" presStyleLbl="node1" presStyleIdx="1" presStyleCnt="4">
        <dgm:presLayoutVars>
          <dgm:chMax val="0"/>
          <dgm:bulletEnabled val="1"/>
        </dgm:presLayoutVars>
      </dgm:prSet>
      <dgm:spPr/>
    </dgm:pt>
    <dgm:pt modelId="{04D91806-0098-40A0-B1B0-BB4BBF9667D3}" type="pres">
      <dgm:prSet presAssocID="{FBC5B712-1117-43F8-A7E2-94A682B012A7}" presName="spacer" presStyleCnt="0"/>
      <dgm:spPr/>
    </dgm:pt>
    <dgm:pt modelId="{F791FEB2-19E4-42F3-9EB2-404AAC197E8F}" type="pres">
      <dgm:prSet presAssocID="{0C4977F0-12D3-4A1A-AA37-C4F1880D5EB7}" presName="parentText" presStyleLbl="node1" presStyleIdx="2" presStyleCnt="4">
        <dgm:presLayoutVars>
          <dgm:chMax val="0"/>
          <dgm:bulletEnabled val="1"/>
        </dgm:presLayoutVars>
      </dgm:prSet>
      <dgm:spPr/>
    </dgm:pt>
    <dgm:pt modelId="{048520DA-A087-47FC-86B6-1E09D854D1FF}" type="pres">
      <dgm:prSet presAssocID="{8E6C5460-20CC-4144-AA25-710AC2F4E788}" presName="spacer" presStyleCnt="0"/>
      <dgm:spPr/>
    </dgm:pt>
    <dgm:pt modelId="{E9459331-65CB-4AA5-9531-46DF15FCCD85}" type="pres">
      <dgm:prSet presAssocID="{DB12A237-E234-45B9-A1C8-D8108E6A2EDB}" presName="parentText" presStyleLbl="node1" presStyleIdx="3" presStyleCnt="4">
        <dgm:presLayoutVars>
          <dgm:chMax val="0"/>
          <dgm:bulletEnabled val="1"/>
        </dgm:presLayoutVars>
      </dgm:prSet>
      <dgm:spPr/>
    </dgm:pt>
  </dgm:ptLst>
  <dgm:cxnLst>
    <dgm:cxn modelId="{E42F7027-CD36-4087-943F-E5F3E158C9D4}" type="presOf" srcId="{37954660-40AC-452E-B28B-7223139109A5}" destId="{E3E74D86-610A-48FE-AE7B-BD8FF2F691C9}" srcOrd="0" destOrd="0" presId="urn:microsoft.com/office/officeart/2005/8/layout/vList2"/>
    <dgm:cxn modelId="{85E9232F-011C-4C1F-9610-E9C823E78490}" type="presOf" srcId="{DB12A237-E234-45B9-A1C8-D8108E6A2EDB}" destId="{E9459331-65CB-4AA5-9531-46DF15FCCD85}" srcOrd="0" destOrd="0" presId="urn:microsoft.com/office/officeart/2005/8/layout/vList2"/>
    <dgm:cxn modelId="{8E92F92F-135E-4802-A895-C51F289571D5}" srcId="{6F88A38A-7AEF-4EDB-9C31-9CBDD86C2BD2}" destId="{DB12A237-E234-45B9-A1C8-D8108E6A2EDB}" srcOrd="3" destOrd="0" parTransId="{188500B9-4110-48DD-A92C-7127BFAFA11F}" sibTransId="{19AAC658-F5D8-4BA9-A5FA-75C9EC1A9434}"/>
    <dgm:cxn modelId="{F25D6540-E966-4BA0-9DD4-7CB35763999E}" srcId="{6F88A38A-7AEF-4EDB-9C31-9CBDD86C2BD2}" destId="{0C4977F0-12D3-4A1A-AA37-C4F1880D5EB7}" srcOrd="2" destOrd="0" parTransId="{BA3D5370-728C-4B30-BEA7-B71D9E9E4D7F}" sibTransId="{8E6C5460-20CC-4144-AA25-710AC2F4E788}"/>
    <dgm:cxn modelId="{52C9F38D-F843-4178-AC86-32D43260EA23}" type="presOf" srcId="{3F215A01-3FBA-46D5-BD53-8018EC719F7B}" destId="{53390054-9198-4A55-AB0D-E4145B8EEB41}" srcOrd="0" destOrd="0" presId="urn:microsoft.com/office/officeart/2005/8/layout/vList2"/>
    <dgm:cxn modelId="{C678DB9C-03C9-4202-B077-9AC68CF6656B}" type="presOf" srcId="{6F88A38A-7AEF-4EDB-9C31-9CBDD86C2BD2}" destId="{12A160AE-FEDD-4AB8-93AE-4556D69236E3}" srcOrd="0" destOrd="0" presId="urn:microsoft.com/office/officeart/2005/8/layout/vList2"/>
    <dgm:cxn modelId="{B6A226C6-9CE8-489D-A140-3A842E3A102C}" srcId="{6F88A38A-7AEF-4EDB-9C31-9CBDD86C2BD2}" destId="{37954660-40AC-452E-B28B-7223139109A5}" srcOrd="0" destOrd="0" parTransId="{D745BB77-37F3-460C-A7D2-DB6107C835EB}" sibTransId="{B5E89AAA-2891-420E-926F-74DFC5041C8C}"/>
    <dgm:cxn modelId="{8A905DCF-11D5-40CB-B72F-1AA78829ACA0}" srcId="{6F88A38A-7AEF-4EDB-9C31-9CBDD86C2BD2}" destId="{3F215A01-3FBA-46D5-BD53-8018EC719F7B}" srcOrd="1" destOrd="0" parTransId="{4AB79279-22DD-4680-9BF7-9F433A07FBD4}" sibTransId="{FBC5B712-1117-43F8-A7E2-94A682B012A7}"/>
    <dgm:cxn modelId="{D3B0D0E8-0DCA-4F5A-A2AA-53DD1D027861}" type="presOf" srcId="{0C4977F0-12D3-4A1A-AA37-C4F1880D5EB7}" destId="{F791FEB2-19E4-42F3-9EB2-404AAC197E8F}" srcOrd="0" destOrd="0" presId="urn:microsoft.com/office/officeart/2005/8/layout/vList2"/>
    <dgm:cxn modelId="{60443B5C-49ED-41E7-8C38-F5F826C76415}" type="presParOf" srcId="{12A160AE-FEDD-4AB8-93AE-4556D69236E3}" destId="{E3E74D86-610A-48FE-AE7B-BD8FF2F691C9}" srcOrd="0" destOrd="0" presId="urn:microsoft.com/office/officeart/2005/8/layout/vList2"/>
    <dgm:cxn modelId="{5E050534-D53C-429E-927E-1B3CB42281E7}" type="presParOf" srcId="{12A160AE-FEDD-4AB8-93AE-4556D69236E3}" destId="{00FDA178-15E7-4FC0-9D04-843F2945B9F1}" srcOrd="1" destOrd="0" presId="urn:microsoft.com/office/officeart/2005/8/layout/vList2"/>
    <dgm:cxn modelId="{7F05BB0E-C4C9-46FC-B00D-E46226200990}" type="presParOf" srcId="{12A160AE-FEDD-4AB8-93AE-4556D69236E3}" destId="{53390054-9198-4A55-AB0D-E4145B8EEB41}" srcOrd="2" destOrd="0" presId="urn:microsoft.com/office/officeart/2005/8/layout/vList2"/>
    <dgm:cxn modelId="{E0B59C06-A88B-489D-97C4-664EF39830E6}" type="presParOf" srcId="{12A160AE-FEDD-4AB8-93AE-4556D69236E3}" destId="{04D91806-0098-40A0-B1B0-BB4BBF9667D3}" srcOrd="3" destOrd="0" presId="urn:microsoft.com/office/officeart/2005/8/layout/vList2"/>
    <dgm:cxn modelId="{3F4F97FF-4179-424D-A1FA-4538E125952D}" type="presParOf" srcId="{12A160AE-FEDD-4AB8-93AE-4556D69236E3}" destId="{F791FEB2-19E4-42F3-9EB2-404AAC197E8F}" srcOrd="4" destOrd="0" presId="urn:microsoft.com/office/officeart/2005/8/layout/vList2"/>
    <dgm:cxn modelId="{3BBE9E71-FEA8-45AA-8642-4E1716147B74}" type="presParOf" srcId="{12A160AE-FEDD-4AB8-93AE-4556D69236E3}" destId="{048520DA-A087-47FC-86B6-1E09D854D1FF}" srcOrd="5" destOrd="0" presId="urn:microsoft.com/office/officeart/2005/8/layout/vList2"/>
    <dgm:cxn modelId="{A56BA449-83C9-4E80-8C04-AE22237FB09F}" type="presParOf" srcId="{12A160AE-FEDD-4AB8-93AE-4556D69236E3}" destId="{E9459331-65CB-4AA5-9531-46DF15FCCD8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DE0AF416-DD84-4A41-AF93-00477671B09E}"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05D21948-E045-4BBC-9A60-C5339C20C38B}">
      <dgm:prSet/>
      <dgm:spPr/>
      <dgm:t>
        <a:bodyPr/>
        <a:lstStyle/>
        <a:p>
          <a:r>
            <a:rPr lang="ru-RU" b="0" i="0"/>
            <a:t>боєм під Крутами.</a:t>
          </a:r>
          <a:endParaRPr lang="uk-UA"/>
        </a:p>
      </dgm:t>
    </dgm:pt>
    <dgm:pt modelId="{3B3C8BAE-281A-4914-A5E9-78A8F96A6F4B}" type="parTrans" cxnId="{8B8A67CD-521E-4578-AFA3-03ACA988C55C}">
      <dgm:prSet/>
      <dgm:spPr/>
      <dgm:t>
        <a:bodyPr/>
        <a:lstStyle/>
        <a:p>
          <a:endParaRPr lang="uk-UA"/>
        </a:p>
      </dgm:t>
    </dgm:pt>
    <dgm:pt modelId="{195A1DC1-DD71-491A-94B6-CCDB27C0381A}" type="sibTrans" cxnId="{8B8A67CD-521E-4578-AFA3-03ACA988C55C}">
      <dgm:prSet/>
      <dgm:spPr/>
      <dgm:t>
        <a:bodyPr/>
        <a:lstStyle/>
        <a:p>
          <a:endParaRPr lang="uk-UA"/>
        </a:p>
      </dgm:t>
    </dgm:pt>
    <dgm:pt modelId="{46BF7FAF-262B-443B-9333-E205E38BEF91}">
      <dgm:prSet/>
      <dgm:spPr/>
      <dgm:t>
        <a:bodyPr/>
        <a:lstStyle/>
        <a:p>
          <a:r>
            <a:rPr lang="ru-RU" b="0" i="0"/>
            <a:t>«Чортківською офензивою».</a:t>
          </a:r>
          <a:endParaRPr lang="uk-UA"/>
        </a:p>
      </dgm:t>
    </dgm:pt>
    <dgm:pt modelId="{5B348DA4-6CC3-4D67-A6A2-AE1FCD11A5EF}" type="parTrans" cxnId="{7B73D696-DA69-4AAA-9244-07F240268C8A}">
      <dgm:prSet/>
      <dgm:spPr/>
      <dgm:t>
        <a:bodyPr/>
        <a:lstStyle/>
        <a:p>
          <a:endParaRPr lang="uk-UA"/>
        </a:p>
      </dgm:t>
    </dgm:pt>
    <dgm:pt modelId="{0CAEEFED-1AFD-4EB5-AE27-6610B27981E8}" type="sibTrans" cxnId="{7B73D696-DA69-4AAA-9244-07F240268C8A}">
      <dgm:prSet/>
      <dgm:spPr/>
      <dgm:t>
        <a:bodyPr/>
        <a:lstStyle/>
        <a:p>
          <a:endParaRPr lang="uk-UA"/>
        </a:p>
      </dgm:t>
    </dgm:pt>
    <dgm:pt modelId="{A53C18B9-96BC-49B0-A9ED-F7D6EB5C2C34}">
      <dgm:prSet/>
      <dgm:spPr/>
      <dgm:t>
        <a:bodyPr/>
        <a:lstStyle/>
        <a:p>
          <a:r>
            <a:rPr lang="ru-RU" b="0" i="0"/>
            <a:t>«Київською катастрофою».</a:t>
          </a:r>
          <a:endParaRPr lang="uk-UA"/>
        </a:p>
      </dgm:t>
    </dgm:pt>
    <dgm:pt modelId="{65922F95-327D-4B81-944A-FBBFE967FE5D}" type="parTrans" cxnId="{79395ACF-6098-429D-8749-F9BC287CB3CA}">
      <dgm:prSet/>
      <dgm:spPr/>
      <dgm:t>
        <a:bodyPr/>
        <a:lstStyle/>
        <a:p>
          <a:endParaRPr lang="uk-UA"/>
        </a:p>
      </dgm:t>
    </dgm:pt>
    <dgm:pt modelId="{50FE73C2-7729-4F44-A05B-64C8D5EF6CDD}" type="sibTrans" cxnId="{79395ACF-6098-429D-8749-F9BC287CB3CA}">
      <dgm:prSet/>
      <dgm:spPr/>
      <dgm:t>
        <a:bodyPr/>
        <a:lstStyle/>
        <a:p>
          <a:endParaRPr lang="uk-UA"/>
        </a:p>
      </dgm:t>
    </dgm:pt>
    <dgm:pt modelId="{725418F7-5DC1-45F1-ABA6-6D5CFDB2B0F8}">
      <dgm:prSet/>
      <dgm:spPr/>
      <dgm:t>
        <a:bodyPr/>
        <a:lstStyle/>
        <a:p>
          <a:r>
            <a:rPr lang="ru-RU" b="0" i="0"/>
            <a:t>Другим «Зимовим походом».</a:t>
          </a:r>
          <a:endParaRPr lang="uk-UA"/>
        </a:p>
      </dgm:t>
    </dgm:pt>
    <dgm:pt modelId="{E6E93F74-D0DA-4776-AA49-B60481031270}" type="parTrans" cxnId="{B3D90E69-9DCE-4ECC-AB99-C37F92C30C13}">
      <dgm:prSet/>
      <dgm:spPr/>
      <dgm:t>
        <a:bodyPr/>
        <a:lstStyle/>
        <a:p>
          <a:endParaRPr lang="uk-UA"/>
        </a:p>
      </dgm:t>
    </dgm:pt>
    <dgm:pt modelId="{9A4309EF-BF8F-4A69-984B-94B46805F418}" type="sibTrans" cxnId="{B3D90E69-9DCE-4ECC-AB99-C37F92C30C13}">
      <dgm:prSet/>
      <dgm:spPr/>
      <dgm:t>
        <a:bodyPr/>
        <a:lstStyle/>
        <a:p>
          <a:endParaRPr lang="uk-UA"/>
        </a:p>
      </dgm:t>
    </dgm:pt>
    <dgm:pt modelId="{D7683B6B-409B-4C5D-A114-FCC084182D2F}" type="pres">
      <dgm:prSet presAssocID="{DE0AF416-DD84-4A41-AF93-00477671B09E}" presName="linearFlow" presStyleCnt="0">
        <dgm:presLayoutVars>
          <dgm:dir/>
          <dgm:resizeHandles val="exact"/>
        </dgm:presLayoutVars>
      </dgm:prSet>
      <dgm:spPr/>
    </dgm:pt>
    <dgm:pt modelId="{8C592A9E-38B5-44D7-9138-215BF99AF185}" type="pres">
      <dgm:prSet presAssocID="{05D21948-E045-4BBC-9A60-C5339C20C38B}" presName="composite" presStyleCnt="0"/>
      <dgm:spPr/>
    </dgm:pt>
    <dgm:pt modelId="{BADD6D27-2C56-4236-880E-E69B84C3F6AC}" type="pres">
      <dgm:prSet presAssocID="{05D21948-E045-4BBC-9A60-C5339C20C38B}" presName="imgShp" presStyleLbl="fgImgPlace1" presStyleIdx="0" presStyleCnt="4"/>
      <dgm:spPr/>
    </dgm:pt>
    <dgm:pt modelId="{D3208115-649B-407F-9D80-1B3DE62ECDA6}" type="pres">
      <dgm:prSet presAssocID="{05D21948-E045-4BBC-9A60-C5339C20C38B}" presName="txShp" presStyleLbl="node1" presStyleIdx="0" presStyleCnt="4">
        <dgm:presLayoutVars>
          <dgm:bulletEnabled val="1"/>
        </dgm:presLayoutVars>
      </dgm:prSet>
      <dgm:spPr/>
    </dgm:pt>
    <dgm:pt modelId="{53D65F6A-01CF-4B13-BCBE-70CF20AEAACE}" type="pres">
      <dgm:prSet presAssocID="{195A1DC1-DD71-491A-94B6-CCDB27C0381A}" presName="spacing" presStyleCnt="0"/>
      <dgm:spPr/>
    </dgm:pt>
    <dgm:pt modelId="{06EC928D-050B-451F-A0E2-E668D58DC986}" type="pres">
      <dgm:prSet presAssocID="{46BF7FAF-262B-443B-9333-E205E38BEF91}" presName="composite" presStyleCnt="0"/>
      <dgm:spPr/>
    </dgm:pt>
    <dgm:pt modelId="{A3F7D8EC-E53E-429B-827A-5D2D5266347D}" type="pres">
      <dgm:prSet presAssocID="{46BF7FAF-262B-443B-9333-E205E38BEF91}" presName="imgShp" presStyleLbl="fgImgPlace1" presStyleIdx="1" presStyleCnt="4"/>
      <dgm:spPr/>
    </dgm:pt>
    <dgm:pt modelId="{A3EA4B0D-7D60-4342-8168-BDDADE48FD80}" type="pres">
      <dgm:prSet presAssocID="{46BF7FAF-262B-443B-9333-E205E38BEF91}" presName="txShp" presStyleLbl="node1" presStyleIdx="1" presStyleCnt="4">
        <dgm:presLayoutVars>
          <dgm:bulletEnabled val="1"/>
        </dgm:presLayoutVars>
      </dgm:prSet>
      <dgm:spPr/>
    </dgm:pt>
    <dgm:pt modelId="{45195913-B9CA-4375-A34E-A68D351A684C}" type="pres">
      <dgm:prSet presAssocID="{0CAEEFED-1AFD-4EB5-AE27-6610B27981E8}" presName="spacing" presStyleCnt="0"/>
      <dgm:spPr/>
    </dgm:pt>
    <dgm:pt modelId="{D54CA8CF-683D-4525-972B-FE1947315873}" type="pres">
      <dgm:prSet presAssocID="{A53C18B9-96BC-49B0-A9ED-F7D6EB5C2C34}" presName="composite" presStyleCnt="0"/>
      <dgm:spPr/>
    </dgm:pt>
    <dgm:pt modelId="{089FA6A3-C29C-4188-9698-F61558B877C6}" type="pres">
      <dgm:prSet presAssocID="{A53C18B9-96BC-49B0-A9ED-F7D6EB5C2C34}" presName="imgShp" presStyleLbl="fgImgPlace1" presStyleIdx="2" presStyleCnt="4"/>
      <dgm:spPr/>
    </dgm:pt>
    <dgm:pt modelId="{2B5C0B37-A9F3-41E3-9AAE-2644B26169A2}" type="pres">
      <dgm:prSet presAssocID="{A53C18B9-96BC-49B0-A9ED-F7D6EB5C2C34}" presName="txShp" presStyleLbl="node1" presStyleIdx="2" presStyleCnt="4">
        <dgm:presLayoutVars>
          <dgm:bulletEnabled val="1"/>
        </dgm:presLayoutVars>
      </dgm:prSet>
      <dgm:spPr/>
    </dgm:pt>
    <dgm:pt modelId="{E9ECAAA0-ADBE-4B83-8233-F3C14492DFD1}" type="pres">
      <dgm:prSet presAssocID="{50FE73C2-7729-4F44-A05B-64C8D5EF6CDD}" presName="spacing" presStyleCnt="0"/>
      <dgm:spPr/>
    </dgm:pt>
    <dgm:pt modelId="{FC185FEF-E6EB-4879-83EA-8E186EB2F36C}" type="pres">
      <dgm:prSet presAssocID="{725418F7-5DC1-45F1-ABA6-6D5CFDB2B0F8}" presName="composite" presStyleCnt="0"/>
      <dgm:spPr/>
    </dgm:pt>
    <dgm:pt modelId="{C2879F35-9D99-4856-B58C-DBBBF6325875}" type="pres">
      <dgm:prSet presAssocID="{725418F7-5DC1-45F1-ABA6-6D5CFDB2B0F8}" presName="imgShp" presStyleLbl="fgImgPlace1" presStyleIdx="3" presStyleCnt="4"/>
      <dgm:spPr/>
    </dgm:pt>
    <dgm:pt modelId="{2224408A-9A9F-43C0-8A11-F6E151508E1F}" type="pres">
      <dgm:prSet presAssocID="{725418F7-5DC1-45F1-ABA6-6D5CFDB2B0F8}" presName="txShp" presStyleLbl="node1" presStyleIdx="3" presStyleCnt="4">
        <dgm:presLayoutVars>
          <dgm:bulletEnabled val="1"/>
        </dgm:presLayoutVars>
      </dgm:prSet>
      <dgm:spPr/>
    </dgm:pt>
  </dgm:ptLst>
  <dgm:cxnLst>
    <dgm:cxn modelId="{37FE9A0C-CF63-4376-9BAF-D5BCE3277920}" type="presOf" srcId="{05D21948-E045-4BBC-9A60-C5339C20C38B}" destId="{D3208115-649B-407F-9D80-1B3DE62ECDA6}" srcOrd="0" destOrd="0" presId="urn:microsoft.com/office/officeart/2005/8/layout/vList3"/>
    <dgm:cxn modelId="{F5906113-777C-4D00-A762-B019610E16CC}" type="presOf" srcId="{725418F7-5DC1-45F1-ABA6-6D5CFDB2B0F8}" destId="{2224408A-9A9F-43C0-8A11-F6E151508E1F}" srcOrd="0" destOrd="0" presId="urn:microsoft.com/office/officeart/2005/8/layout/vList3"/>
    <dgm:cxn modelId="{11C55863-93F2-4B53-B743-A68FE8EBDB4D}" type="presOf" srcId="{A53C18B9-96BC-49B0-A9ED-F7D6EB5C2C34}" destId="{2B5C0B37-A9F3-41E3-9AAE-2644B26169A2}" srcOrd="0" destOrd="0" presId="urn:microsoft.com/office/officeart/2005/8/layout/vList3"/>
    <dgm:cxn modelId="{B3D90E69-9DCE-4ECC-AB99-C37F92C30C13}" srcId="{DE0AF416-DD84-4A41-AF93-00477671B09E}" destId="{725418F7-5DC1-45F1-ABA6-6D5CFDB2B0F8}" srcOrd="3" destOrd="0" parTransId="{E6E93F74-D0DA-4776-AA49-B60481031270}" sibTransId="{9A4309EF-BF8F-4A69-984B-94B46805F418}"/>
    <dgm:cxn modelId="{7B73D696-DA69-4AAA-9244-07F240268C8A}" srcId="{DE0AF416-DD84-4A41-AF93-00477671B09E}" destId="{46BF7FAF-262B-443B-9333-E205E38BEF91}" srcOrd="1" destOrd="0" parTransId="{5B348DA4-6CC3-4D67-A6A2-AE1FCD11A5EF}" sibTransId="{0CAEEFED-1AFD-4EB5-AE27-6610B27981E8}"/>
    <dgm:cxn modelId="{5E2EA4AF-DAF3-4F1E-9F7E-C408E4F18578}" type="presOf" srcId="{46BF7FAF-262B-443B-9333-E205E38BEF91}" destId="{A3EA4B0D-7D60-4342-8168-BDDADE48FD80}" srcOrd="0" destOrd="0" presId="urn:microsoft.com/office/officeart/2005/8/layout/vList3"/>
    <dgm:cxn modelId="{8B8A67CD-521E-4578-AFA3-03ACA988C55C}" srcId="{DE0AF416-DD84-4A41-AF93-00477671B09E}" destId="{05D21948-E045-4BBC-9A60-C5339C20C38B}" srcOrd="0" destOrd="0" parTransId="{3B3C8BAE-281A-4914-A5E9-78A8F96A6F4B}" sibTransId="{195A1DC1-DD71-491A-94B6-CCDB27C0381A}"/>
    <dgm:cxn modelId="{79395ACF-6098-429D-8749-F9BC287CB3CA}" srcId="{DE0AF416-DD84-4A41-AF93-00477671B09E}" destId="{A53C18B9-96BC-49B0-A9ED-F7D6EB5C2C34}" srcOrd="2" destOrd="0" parTransId="{65922F95-327D-4B81-944A-FBBFE967FE5D}" sibTransId="{50FE73C2-7729-4F44-A05B-64C8D5EF6CDD}"/>
    <dgm:cxn modelId="{94662BF1-D1C4-4E46-A979-52B6ADA5BF68}" type="presOf" srcId="{DE0AF416-DD84-4A41-AF93-00477671B09E}" destId="{D7683B6B-409B-4C5D-A114-FCC084182D2F}" srcOrd="0" destOrd="0" presId="urn:microsoft.com/office/officeart/2005/8/layout/vList3"/>
    <dgm:cxn modelId="{59B80410-759D-4A2E-A339-80E4215AE624}" type="presParOf" srcId="{D7683B6B-409B-4C5D-A114-FCC084182D2F}" destId="{8C592A9E-38B5-44D7-9138-215BF99AF185}" srcOrd="0" destOrd="0" presId="urn:microsoft.com/office/officeart/2005/8/layout/vList3"/>
    <dgm:cxn modelId="{8BCD1DDD-D351-4297-9B82-A519A743BF35}" type="presParOf" srcId="{8C592A9E-38B5-44D7-9138-215BF99AF185}" destId="{BADD6D27-2C56-4236-880E-E69B84C3F6AC}" srcOrd="0" destOrd="0" presId="urn:microsoft.com/office/officeart/2005/8/layout/vList3"/>
    <dgm:cxn modelId="{3B4EC609-6910-47CD-A365-A3F8945FD413}" type="presParOf" srcId="{8C592A9E-38B5-44D7-9138-215BF99AF185}" destId="{D3208115-649B-407F-9D80-1B3DE62ECDA6}" srcOrd="1" destOrd="0" presId="urn:microsoft.com/office/officeart/2005/8/layout/vList3"/>
    <dgm:cxn modelId="{35926D44-7B9D-441A-9F88-5C6119399C8C}" type="presParOf" srcId="{D7683B6B-409B-4C5D-A114-FCC084182D2F}" destId="{53D65F6A-01CF-4B13-BCBE-70CF20AEAACE}" srcOrd="1" destOrd="0" presId="urn:microsoft.com/office/officeart/2005/8/layout/vList3"/>
    <dgm:cxn modelId="{CEAD4BEF-F870-43A6-9685-4E87E347E257}" type="presParOf" srcId="{D7683B6B-409B-4C5D-A114-FCC084182D2F}" destId="{06EC928D-050B-451F-A0E2-E668D58DC986}" srcOrd="2" destOrd="0" presId="urn:microsoft.com/office/officeart/2005/8/layout/vList3"/>
    <dgm:cxn modelId="{7F18951B-E3BB-465B-AC87-BAB7C57C131D}" type="presParOf" srcId="{06EC928D-050B-451F-A0E2-E668D58DC986}" destId="{A3F7D8EC-E53E-429B-827A-5D2D5266347D}" srcOrd="0" destOrd="0" presId="urn:microsoft.com/office/officeart/2005/8/layout/vList3"/>
    <dgm:cxn modelId="{F6EA657C-2208-45A2-94A3-9F4ACC789D1E}" type="presParOf" srcId="{06EC928D-050B-451F-A0E2-E668D58DC986}" destId="{A3EA4B0D-7D60-4342-8168-BDDADE48FD80}" srcOrd="1" destOrd="0" presId="urn:microsoft.com/office/officeart/2005/8/layout/vList3"/>
    <dgm:cxn modelId="{29CF0673-B3C0-4C1C-B12A-004CF7C47CCE}" type="presParOf" srcId="{D7683B6B-409B-4C5D-A114-FCC084182D2F}" destId="{45195913-B9CA-4375-A34E-A68D351A684C}" srcOrd="3" destOrd="0" presId="urn:microsoft.com/office/officeart/2005/8/layout/vList3"/>
    <dgm:cxn modelId="{7AD0BEF0-F8DE-4C9A-918A-A88AB8E2B3D0}" type="presParOf" srcId="{D7683B6B-409B-4C5D-A114-FCC084182D2F}" destId="{D54CA8CF-683D-4525-972B-FE1947315873}" srcOrd="4" destOrd="0" presId="urn:microsoft.com/office/officeart/2005/8/layout/vList3"/>
    <dgm:cxn modelId="{752AB225-A295-4425-BB20-5389D75E0068}" type="presParOf" srcId="{D54CA8CF-683D-4525-972B-FE1947315873}" destId="{089FA6A3-C29C-4188-9698-F61558B877C6}" srcOrd="0" destOrd="0" presId="urn:microsoft.com/office/officeart/2005/8/layout/vList3"/>
    <dgm:cxn modelId="{F7DDBD77-68C1-4A3F-BEEC-0D8AA9C891E6}" type="presParOf" srcId="{D54CA8CF-683D-4525-972B-FE1947315873}" destId="{2B5C0B37-A9F3-41E3-9AAE-2644B26169A2}" srcOrd="1" destOrd="0" presId="urn:microsoft.com/office/officeart/2005/8/layout/vList3"/>
    <dgm:cxn modelId="{4D873AB1-E77A-402C-9B85-D02EECA3A869}" type="presParOf" srcId="{D7683B6B-409B-4C5D-A114-FCC084182D2F}" destId="{E9ECAAA0-ADBE-4B83-8233-F3C14492DFD1}" srcOrd="5" destOrd="0" presId="urn:microsoft.com/office/officeart/2005/8/layout/vList3"/>
    <dgm:cxn modelId="{A19ADE3F-1CF7-46B7-A260-C8EE32680BCE}" type="presParOf" srcId="{D7683B6B-409B-4C5D-A114-FCC084182D2F}" destId="{FC185FEF-E6EB-4879-83EA-8E186EB2F36C}" srcOrd="6" destOrd="0" presId="urn:microsoft.com/office/officeart/2005/8/layout/vList3"/>
    <dgm:cxn modelId="{C5F1C3E2-9628-4BAB-A081-2F0A46188C60}" type="presParOf" srcId="{FC185FEF-E6EB-4879-83EA-8E186EB2F36C}" destId="{C2879F35-9D99-4856-B58C-DBBBF6325875}" srcOrd="0" destOrd="0" presId="urn:microsoft.com/office/officeart/2005/8/layout/vList3"/>
    <dgm:cxn modelId="{984AA580-5475-4EA1-A910-553F43A8E087}" type="presParOf" srcId="{FC185FEF-E6EB-4879-83EA-8E186EB2F36C}" destId="{2224408A-9A9F-43C0-8A11-F6E151508E1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2DAA388A-352B-4B81-BDAA-097FC60DE00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E3F7C73-BE1A-461F-A906-90A7A9217D99}">
      <dgm:prSet/>
      <dgm:spPr/>
      <dgm:t>
        <a:bodyPr/>
        <a:lstStyle/>
        <a:p>
          <a:r>
            <a:rPr lang="ru-RU" b="0" i="0"/>
            <a:t>повстання Н. Григор’єва.</a:t>
          </a:r>
          <a:endParaRPr lang="uk-UA"/>
        </a:p>
      </dgm:t>
    </dgm:pt>
    <dgm:pt modelId="{54C5A1B3-6583-4C27-9A79-8E4667ACD4E9}" type="parTrans" cxnId="{1E9B9F7D-5EA8-4BDA-8A34-A759BFB48628}">
      <dgm:prSet/>
      <dgm:spPr/>
      <dgm:t>
        <a:bodyPr/>
        <a:lstStyle/>
        <a:p>
          <a:endParaRPr lang="uk-UA"/>
        </a:p>
      </dgm:t>
    </dgm:pt>
    <dgm:pt modelId="{46E82DF5-715A-4323-A46A-81A1832ABC1C}" type="sibTrans" cxnId="{1E9B9F7D-5EA8-4BDA-8A34-A759BFB48628}">
      <dgm:prSet/>
      <dgm:spPr/>
      <dgm:t>
        <a:bodyPr/>
        <a:lstStyle/>
        <a:p>
          <a:endParaRPr lang="uk-UA"/>
        </a:p>
      </dgm:t>
    </dgm:pt>
    <dgm:pt modelId="{BF3A3108-9833-4B3A-B057-C22EDFBFE2E6}">
      <dgm:prSet/>
      <dgm:spPr/>
      <dgm:t>
        <a:bodyPr/>
        <a:lstStyle/>
        <a:p>
          <a:r>
            <a:rPr lang="ru-RU" b="0" i="0"/>
            <a:t>радянсько-польської війни.</a:t>
          </a:r>
          <a:endParaRPr lang="uk-UA"/>
        </a:p>
      </dgm:t>
    </dgm:pt>
    <dgm:pt modelId="{3F0B036D-E4EE-4381-8B89-A70A4792FBB3}" type="parTrans" cxnId="{C2A74B7E-20E8-46CA-8590-645B8652470B}">
      <dgm:prSet/>
      <dgm:spPr/>
      <dgm:t>
        <a:bodyPr/>
        <a:lstStyle/>
        <a:p>
          <a:endParaRPr lang="uk-UA"/>
        </a:p>
      </dgm:t>
    </dgm:pt>
    <dgm:pt modelId="{83091667-EA2A-4D49-95A8-33AD6DF6F218}" type="sibTrans" cxnId="{C2A74B7E-20E8-46CA-8590-645B8652470B}">
      <dgm:prSet/>
      <dgm:spPr/>
      <dgm:t>
        <a:bodyPr/>
        <a:lstStyle/>
        <a:p>
          <a:endParaRPr lang="uk-UA"/>
        </a:p>
      </dgm:t>
    </dgm:pt>
    <dgm:pt modelId="{18F13003-C5EA-4531-BBC7-D4E0521961EE}">
      <dgm:prSet/>
      <dgm:spPr/>
      <dgm:t>
        <a:bodyPr/>
        <a:lstStyle/>
        <a:p>
          <a:r>
            <a:rPr lang="ru-RU" b="0" i="0"/>
            <a:t>Другого Зимового походу Армії УНР.</a:t>
          </a:r>
          <a:endParaRPr lang="uk-UA"/>
        </a:p>
      </dgm:t>
    </dgm:pt>
    <dgm:pt modelId="{FE0F75DD-ACDC-40DE-8565-162F971CAEB4}" type="parTrans" cxnId="{0C2DC917-A210-48EF-83AF-A742A613BC6A}">
      <dgm:prSet/>
      <dgm:spPr/>
      <dgm:t>
        <a:bodyPr/>
        <a:lstStyle/>
        <a:p>
          <a:endParaRPr lang="uk-UA"/>
        </a:p>
      </dgm:t>
    </dgm:pt>
    <dgm:pt modelId="{84E6C5E1-F2AB-4CB9-BF3A-77B3252603BB}" type="sibTrans" cxnId="{0C2DC917-A210-48EF-83AF-A742A613BC6A}">
      <dgm:prSet/>
      <dgm:spPr/>
      <dgm:t>
        <a:bodyPr/>
        <a:lstStyle/>
        <a:p>
          <a:endParaRPr lang="uk-UA"/>
        </a:p>
      </dgm:t>
    </dgm:pt>
    <dgm:pt modelId="{80CC4A7F-520E-4354-8CA0-2CB462862989}">
      <dgm:prSet/>
      <dgm:spPr/>
      <dgm:t>
        <a:bodyPr/>
        <a:lstStyle/>
        <a:p>
          <a:r>
            <a:rPr lang="ru-RU" b="0" i="0"/>
            <a:t>антигетьманського повстання Директорії.</a:t>
          </a:r>
          <a:endParaRPr lang="uk-UA"/>
        </a:p>
      </dgm:t>
    </dgm:pt>
    <dgm:pt modelId="{DEC9355D-9FF0-4A04-BF78-E2785906A33E}" type="parTrans" cxnId="{581F7FC8-122B-494B-80F2-B9ECD00D8330}">
      <dgm:prSet/>
      <dgm:spPr/>
      <dgm:t>
        <a:bodyPr/>
        <a:lstStyle/>
        <a:p>
          <a:endParaRPr lang="uk-UA"/>
        </a:p>
      </dgm:t>
    </dgm:pt>
    <dgm:pt modelId="{F75C650D-2C9E-431F-A909-E143150EFAC5}" type="sibTrans" cxnId="{581F7FC8-122B-494B-80F2-B9ECD00D8330}">
      <dgm:prSet/>
      <dgm:spPr/>
      <dgm:t>
        <a:bodyPr/>
        <a:lstStyle/>
        <a:p>
          <a:endParaRPr lang="uk-UA"/>
        </a:p>
      </dgm:t>
    </dgm:pt>
    <dgm:pt modelId="{846D01C8-8C61-4134-883E-EF852F4F1D4A}" type="pres">
      <dgm:prSet presAssocID="{2DAA388A-352B-4B81-BDAA-097FC60DE00C}" presName="linear" presStyleCnt="0">
        <dgm:presLayoutVars>
          <dgm:animLvl val="lvl"/>
          <dgm:resizeHandles val="exact"/>
        </dgm:presLayoutVars>
      </dgm:prSet>
      <dgm:spPr/>
    </dgm:pt>
    <dgm:pt modelId="{94AB91CA-0722-42DD-8522-DADCF22BBB07}" type="pres">
      <dgm:prSet presAssocID="{3E3F7C73-BE1A-461F-A906-90A7A9217D99}" presName="parentText" presStyleLbl="node1" presStyleIdx="0" presStyleCnt="4">
        <dgm:presLayoutVars>
          <dgm:chMax val="0"/>
          <dgm:bulletEnabled val="1"/>
        </dgm:presLayoutVars>
      </dgm:prSet>
      <dgm:spPr/>
    </dgm:pt>
    <dgm:pt modelId="{98D04AEB-72BF-423A-AABF-4811D30EE965}" type="pres">
      <dgm:prSet presAssocID="{46E82DF5-715A-4323-A46A-81A1832ABC1C}" presName="spacer" presStyleCnt="0"/>
      <dgm:spPr/>
    </dgm:pt>
    <dgm:pt modelId="{7D9A66DD-43C1-4B7E-8B59-C912E59D8407}" type="pres">
      <dgm:prSet presAssocID="{BF3A3108-9833-4B3A-B057-C22EDFBFE2E6}" presName="parentText" presStyleLbl="node1" presStyleIdx="1" presStyleCnt="4">
        <dgm:presLayoutVars>
          <dgm:chMax val="0"/>
          <dgm:bulletEnabled val="1"/>
        </dgm:presLayoutVars>
      </dgm:prSet>
      <dgm:spPr/>
    </dgm:pt>
    <dgm:pt modelId="{F89BBC85-0E8D-43D4-870A-A2A65CD607B3}" type="pres">
      <dgm:prSet presAssocID="{83091667-EA2A-4D49-95A8-33AD6DF6F218}" presName="spacer" presStyleCnt="0"/>
      <dgm:spPr/>
    </dgm:pt>
    <dgm:pt modelId="{9016C7A4-50C8-4215-B8A2-9DF680B908D6}" type="pres">
      <dgm:prSet presAssocID="{18F13003-C5EA-4531-BBC7-D4E0521961EE}" presName="parentText" presStyleLbl="node1" presStyleIdx="2" presStyleCnt="4">
        <dgm:presLayoutVars>
          <dgm:chMax val="0"/>
          <dgm:bulletEnabled val="1"/>
        </dgm:presLayoutVars>
      </dgm:prSet>
      <dgm:spPr/>
    </dgm:pt>
    <dgm:pt modelId="{A88B52CD-D891-4414-AD81-104A773B4558}" type="pres">
      <dgm:prSet presAssocID="{84E6C5E1-F2AB-4CB9-BF3A-77B3252603BB}" presName="spacer" presStyleCnt="0"/>
      <dgm:spPr/>
    </dgm:pt>
    <dgm:pt modelId="{534A6819-186C-4C33-A2A1-8C653B6D34A2}" type="pres">
      <dgm:prSet presAssocID="{80CC4A7F-520E-4354-8CA0-2CB462862989}" presName="parentText" presStyleLbl="node1" presStyleIdx="3" presStyleCnt="4">
        <dgm:presLayoutVars>
          <dgm:chMax val="0"/>
          <dgm:bulletEnabled val="1"/>
        </dgm:presLayoutVars>
      </dgm:prSet>
      <dgm:spPr/>
    </dgm:pt>
  </dgm:ptLst>
  <dgm:cxnLst>
    <dgm:cxn modelId="{0C2DC917-A210-48EF-83AF-A742A613BC6A}" srcId="{2DAA388A-352B-4B81-BDAA-097FC60DE00C}" destId="{18F13003-C5EA-4531-BBC7-D4E0521961EE}" srcOrd="2" destOrd="0" parTransId="{FE0F75DD-ACDC-40DE-8565-162F971CAEB4}" sibTransId="{84E6C5E1-F2AB-4CB9-BF3A-77B3252603BB}"/>
    <dgm:cxn modelId="{97808C23-4DA1-4C14-8570-68352DAB1EC6}" type="presOf" srcId="{2DAA388A-352B-4B81-BDAA-097FC60DE00C}" destId="{846D01C8-8C61-4134-883E-EF852F4F1D4A}" srcOrd="0" destOrd="0" presId="urn:microsoft.com/office/officeart/2005/8/layout/vList2"/>
    <dgm:cxn modelId="{8C80C74A-C045-4AAB-B7E2-E67D45F6D783}" type="presOf" srcId="{80CC4A7F-520E-4354-8CA0-2CB462862989}" destId="{534A6819-186C-4C33-A2A1-8C653B6D34A2}" srcOrd="0" destOrd="0" presId="urn:microsoft.com/office/officeart/2005/8/layout/vList2"/>
    <dgm:cxn modelId="{9E126F6E-340A-4786-BDA0-E80C53B12FC2}" type="presOf" srcId="{3E3F7C73-BE1A-461F-A906-90A7A9217D99}" destId="{94AB91CA-0722-42DD-8522-DADCF22BBB07}" srcOrd="0" destOrd="0" presId="urn:microsoft.com/office/officeart/2005/8/layout/vList2"/>
    <dgm:cxn modelId="{8E68F975-95E3-4133-869B-634E0F1DEECC}" type="presOf" srcId="{BF3A3108-9833-4B3A-B057-C22EDFBFE2E6}" destId="{7D9A66DD-43C1-4B7E-8B59-C912E59D8407}" srcOrd="0" destOrd="0" presId="urn:microsoft.com/office/officeart/2005/8/layout/vList2"/>
    <dgm:cxn modelId="{1E9B9F7D-5EA8-4BDA-8A34-A759BFB48628}" srcId="{2DAA388A-352B-4B81-BDAA-097FC60DE00C}" destId="{3E3F7C73-BE1A-461F-A906-90A7A9217D99}" srcOrd="0" destOrd="0" parTransId="{54C5A1B3-6583-4C27-9A79-8E4667ACD4E9}" sibTransId="{46E82DF5-715A-4323-A46A-81A1832ABC1C}"/>
    <dgm:cxn modelId="{C2A74B7E-20E8-46CA-8590-645B8652470B}" srcId="{2DAA388A-352B-4B81-BDAA-097FC60DE00C}" destId="{BF3A3108-9833-4B3A-B057-C22EDFBFE2E6}" srcOrd="1" destOrd="0" parTransId="{3F0B036D-E4EE-4381-8B89-A70A4792FBB3}" sibTransId="{83091667-EA2A-4D49-95A8-33AD6DF6F218}"/>
    <dgm:cxn modelId="{E8E8107F-2938-4CF0-B0BF-BD2F4F9E2915}" type="presOf" srcId="{18F13003-C5EA-4531-BBC7-D4E0521961EE}" destId="{9016C7A4-50C8-4215-B8A2-9DF680B908D6}" srcOrd="0" destOrd="0" presId="urn:microsoft.com/office/officeart/2005/8/layout/vList2"/>
    <dgm:cxn modelId="{581F7FC8-122B-494B-80F2-B9ECD00D8330}" srcId="{2DAA388A-352B-4B81-BDAA-097FC60DE00C}" destId="{80CC4A7F-520E-4354-8CA0-2CB462862989}" srcOrd="3" destOrd="0" parTransId="{DEC9355D-9FF0-4A04-BF78-E2785906A33E}" sibTransId="{F75C650D-2C9E-431F-A909-E143150EFAC5}"/>
    <dgm:cxn modelId="{6BB58E4C-66AD-4B02-AEA4-1D7A15EF2BAF}" type="presParOf" srcId="{846D01C8-8C61-4134-883E-EF852F4F1D4A}" destId="{94AB91CA-0722-42DD-8522-DADCF22BBB07}" srcOrd="0" destOrd="0" presId="urn:microsoft.com/office/officeart/2005/8/layout/vList2"/>
    <dgm:cxn modelId="{C033CBE3-E36E-4E47-9E6B-C8414A4F1686}" type="presParOf" srcId="{846D01C8-8C61-4134-883E-EF852F4F1D4A}" destId="{98D04AEB-72BF-423A-AABF-4811D30EE965}" srcOrd="1" destOrd="0" presId="urn:microsoft.com/office/officeart/2005/8/layout/vList2"/>
    <dgm:cxn modelId="{3B04F9F6-A473-4AFB-B2C0-123CA5A12392}" type="presParOf" srcId="{846D01C8-8C61-4134-883E-EF852F4F1D4A}" destId="{7D9A66DD-43C1-4B7E-8B59-C912E59D8407}" srcOrd="2" destOrd="0" presId="urn:microsoft.com/office/officeart/2005/8/layout/vList2"/>
    <dgm:cxn modelId="{25785DAA-1DA7-437D-857E-FC23360814DA}" type="presParOf" srcId="{846D01C8-8C61-4134-883E-EF852F4F1D4A}" destId="{F89BBC85-0E8D-43D4-870A-A2A65CD607B3}" srcOrd="3" destOrd="0" presId="urn:microsoft.com/office/officeart/2005/8/layout/vList2"/>
    <dgm:cxn modelId="{FFC1471C-318D-43AC-A527-E875FCA63972}" type="presParOf" srcId="{846D01C8-8C61-4134-883E-EF852F4F1D4A}" destId="{9016C7A4-50C8-4215-B8A2-9DF680B908D6}" srcOrd="4" destOrd="0" presId="urn:microsoft.com/office/officeart/2005/8/layout/vList2"/>
    <dgm:cxn modelId="{E743B776-83E0-470C-BE2B-1D6B702A701B}" type="presParOf" srcId="{846D01C8-8C61-4134-883E-EF852F4F1D4A}" destId="{A88B52CD-D891-4414-AD81-104A773B4558}" srcOrd="5" destOrd="0" presId="urn:microsoft.com/office/officeart/2005/8/layout/vList2"/>
    <dgm:cxn modelId="{195455FD-9543-4868-A0D7-DC455AB0FECD}" type="presParOf" srcId="{846D01C8-8C61-4134-883E-EF852F4F1D4A}" destId="{534A6819-186C-4C33-A2A1-8C653B6D34A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B7245131-E2D6-482F-B663-B52EA99683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AC91778-57BB-43CD-A738-360AEBBDD2D0}">
      <dgm:prSet/>
      <dgm:spPr/>
      <dgm:t>
        <a:bodyPr/>
        <a:lstStyle/>
        <a:p>
          <a:r>
            <a:rPr lang="ru-RU" b="0" i="0"/>
            <a:t>«Перший Зимовий похід».</a:t>
          </a:r>
          <a:endParaRPr lang="uk-UA"/>
        </a:p>
      </dgm:t>
    </dgm:pt>
    <dgm:pt modelId="{EC49FCB6-5DBF-4E4E-9E34-0399DD9C9D1D}" type="parTrans" cxnId="{FF55F26A-5C27-45C4-B157-B809202CCBB3}">
      <dgm:prSet/>
      <dgm:spPr/>
      <dgm:t>
        <a:bodyPr/>
        <a:lstStyle/>
        <a:p>
          <a:endParaRPr lang="uk-UA"/>
        </a:p>
      </dgm:t>
    </dgm:pt>
    <dgm:pt modelId="{D9AE0A8A-5E51-4190-B055-6DAE20F44736}" type="sibTrans" cxnId="{FF55F26A-5C27-45C4-B157-B809202CCBB3}">
      <dgm:prSet/>
      <dgm:spPr/>
      <dgm:t>
        <a:bodyPr/>
        <a:lstStyle/>
        <a:p>
          <a:endParaRPr lang="uk-UA"/>
        </a:p>
      </dgm:t>
    </dgm:pt>
    <dgm:pt modelId="{62969223-DC73-4272-A6FE-0793493694FB}">
      <dgm:prSet/>
      <dgm:spPr/>
      <dgm:t>
        <a:bodyPr/>
        <a:lstStyle/>
        <a:p>
          <a:r>
            <a:rPr lang="ru-RU" b="0" i="0"/>
            <a:t>«Київська катастрофа».</a:t>
          </a:r>
          <a:endParaRPr lang="uk-UA"/>
        </a:p>
      </dgm:t>
    </dgm:pt>
    <dgm:pt modelId="{7EF2B845-6E6E-468D-B578-E5D0AFC28BAD}" type="parTrans" cxnId="{8CEC8F6E-BC00-4386-AD8B-441C8D8103CB}">
      <dgm:prSet/>
      <dgm:spPr/>
      <dgm:t>
        <a:bodyPr/>
        <a:lstStyle/>
        <a:p>
          <a:endParaRPr lang="uk-UA"/>
        </a:p>
      </dgm:t>
    </dgm:pt>
    <dgm:pt modelId="{98F37251-F8A7-42C3-9724-6376C3AE9B44}" type="sibTrans" cxnId="{8CEC8F6E-BC00-4386-AD8B-441C8D8103CB}">
      <dgm:prSet/>
      <dgm:spPr/>
      <dgm:t>
        <a:bodyPr/>
        <a:lstStyle/>
        <a:p>
          <a:endParaRPr lang="uk-UA"/>
        </a:p>
      </dgm:t>
    </dgm:pt>
    <dgm:pt modelId="{EDDB099D-F30A-40E7-9D0C-5373BE49970D}">
      <dgm:prSet/>
      <dgm:spPr/>
      <dgm:t>
        <a:bodyPr/>
        <a:lstStyle/>
        <a:p>
          <a:r>
            <a:rPr lang="ru-RU" b="0" i="0"/>
            <a:t>«Чортківська офензива».</a:t>
          </a:r>
          <a:endParaRPr lang="uk-UA"/>
        </a:p>
      </dgm:t>
    </dgm:pt>
    <dgm:pt modelId="{F4802E9E-8510-44E0-B7A0-29A61A96BDA9}" type="parTrans" cxnId="{E4533F4A-B33B-4A51-ACDB-5B0A63D45130}">
      <dgm:prSet/>
      <dgm:spPr/>
      <dgm:t>
        <a:bodyPr/>
        <a:lstStyle/>
        <a:p>
          <a:endParaRPr lang="uk-UA"/>
        </a:p>
      </dgm:t>
    </dgm:pt>
    <dgm:pt modelId="{2ED6DFDE-265A-451F-BC68-602A41B59905}" type="sibTrans" cxnId="{E4533F4A-B33B-4A51-ACDB-5B0A63D45130}">
      <dgm:prSet/>
      <dgm:spPr/>
      <dgm:t>
        <a:bodyPr/>
        <a:lstStyle/>
        <a:p>
          <a:endParaRPr lang="uk-UA"/>
        </a:p>
      </dgm:t>
    </dgm:pt>
    <dgm:pt modelId="{402A78A8-6322-4EFD-8C7D-56A3F2B3E5D3}">
      <dgm:prSet/>
      <dgm:spPr/>
      <dgm:t>
        <a:bodyPr/>
        <a:lstStyle/>
        <a:p>
          <a:r>
            <a:rPr lang="ru-RU" b="0" i="0"/>
            <a:t>«Брусиловський прорив».</a:t>
          </a:r>
          <a:endParaRPr lang="uk-UA"/>
        </a:p>
      </dgm:t>
    </dgm:pt>
    <dgm:pt modelId="{B18CD6A5-8512-472D-B367-9EDD0EF15B81}" type="parTrans" cxnId="{21C590D6-40DC-46CF-9EA5-3A116E8E7B17}">
      <dgm:prSet/>
      <dgm:spPr/>
      <dgm:t>
        <a:bodyPr/>
        <a:lstStyle/>
        <a:p>
          <a:endParaRPr lang="uk-UA"/>
        </a:p>
      </dgm:t>
    </dgm:pt>
    <dgm:pt modelId="{A3DBFE54-B1F2-49E0-B9E7-8597F07DC250}" type="sibTrans" cxnId="{21C590D6-40DC-46CF-9EA5-3A116E8E7B17}">
      <dgm:prSet/>
      <dgm:spPr/>
      <dgm:t>
        <a:bodyPr/>
        <a:lstStyle/>
        <a:p>
          <a:endParaRPr lang="uk-UA"/>
        </a:p>
      </dgm:t>
    </dgm:pt>
    <dgm:pt modelId="{ECDC76BB-B747-46A2-8C13-96786CF24C59}" type="pres">
      <dgm:prSet presAssocID="{B7245131-E2D6-482F-B663-B52EA996835F}" presName="linear" presStyleCnt="0">
        <dgm:presLayoutVars>
          <dgm:animLvl val="lvl"/>
          <dgm:resizeHandles val="exact"/>
        </dgm:presLayoutVars>
      </dgm:prSet>
      <dgm:spPr/>
    </dgm:pt>
    <dgm:pt modelId="{1A2893CA-8218-4A85-A102-D82C2EACAE19}" type="pres">
      <dgm:prSet presAssocID="{1AC91778-57BB-43CD-A738-360AEBBDD2D0}" presName="parentText" presStyleLbl="node1" presStyleIdx="0" presStyleCnt="4">
        <dgm:presLayoutVars>
          <dgm:chMax val="0"/>
          <dgm:bulletEnabled val="1"/>
        </dgm:presLayoutVars>
      </dgm:prSet>
      <dgm:spPr/>
    </dgm:pt>
    <dgm:pt modelId="{BF44D523-3EAA-4470-B857-82B8FB6C314E}" type="pres">
      <dgm:prSet presAssocID="{D9AE0A8A-5E51-4190-B055-6DAE20F44736}" presName="spacer" presStyleCnt="0"/>
      <dgm:spPr/>
    </dgm:pt>
    <dgm:pt modelId="{51EF0F06-8661-45DE-872E-AE10EC7EE333}" type="pres">
      <dgm:prSet presAssocID="{62969223-DC73-4272-A6FE-0793493694FB}" presName="parentText" presStyleLbl="node1" presStyleIdx="1" presStyleCnt="4">
        <dgm:presLayoutVars>
          <dgm:chMax val="0"/>
          <dgm:bulletEnabled val="1"/>
        </dgm:presLayoutVars>
      </dgm:prSet>
      <dgm:spPr/>
    </dgm:pt>
    <dgm:pt modelId="{2280B79C-4C36-4527-AF37-51DA45471503}" type="pres">
      <dgm:prSet presAssocID="{98F37251-F8A7-42C3-9724-6376C3AE9B44}" presName="spacer" presStyleCnt="0"/>
      <dgm:spPr/>
    </dgm:pt>
    <dgm:pt modelId="{8A0BBB7D-4727-421A-8011-CA9D16D1826E}" type="pres">
      <dgm:prSet presAssocID="{EDDB099D-F30A-40E7-9D0C-5373BE49970D}" presName="parentText" presStyleLbl="node1" presStyleIdx="2" presStyleCnt="4">
        <dgm:presLayoutVars>
          <dgm:chMax val="0"/>
          <dgm:bulletEnabled val="1"/>
        </dgm:presLayoutVars>
      </dgm:prSet>
      <dgm:spPr/>
    </dgm:pt>
    <dgm:pt modelId="{0FF6BFC1-AAE5-44C6-B33C-DE31DEA645BE}" type="pres">
      <dgm:prSet presAssocID="{2ED6DFDE-265A-451F-BC68-602A41B59905}" presName="spacer" presStyleCnt="0"/>
      <dgm:spPr/>
    </dgm:pt>
    <dgm:pt modelId="{A197447C-6696-44DC-BE7F-D3EDD56D4199}" type="pres">
      <dgm:prSet presAssocID="{402A78A8-6322-4EFD-8C7D-56A3F2B3E5D3}" presName="parentText" presStyleLbl="node1" presStyleIdx="3" presStyleCnt="4">
        <dgm:presLayoutVars>
          <dgm:chMax val="0"/>
          <dgm:bulletEnabled val="1"/>
        </dgm:presLayoutVars>
      </dgm:prSet>
      <dgm:spPr/>
    </dgm:pt>
  </dgm:ptLst>
  <dgm:cxnLst>
    <dgm:cxn modelId="{E4533F4A-B33B-4A51-ACDB-5B0A63D45130}" srcId="{B7245131-E2D6-482F-B663-B52EA996835F}" destId="{EDDB099D-F30A-40E7-9D0C-5373BE49970D}" srcOrd="2" destOrd="0" parTransId="{F4802E9E-8510-44E0-B7A0-29A61A96BDA9}" sibTransId="{2ED6DFDE-265A-451F-BC68-602A41B59905}"/>
    <dgm:cxn modelId="{FF55F26A-5C27-45C4-B157-B809202CCBB3}" srcId="{B7245131-E2D6-482F-B663-B52EA996835F}" destId="{1AC91778-57BB-43CD-A738-360AEBBDD2D0}" srcOrd="0" destOrd="0" parTransId="{EC49FCB6-5DBF-4E4E-9E34-0399DD9C9D1D}" sibTransId="{D9AE0A8A-5E51-4190-B055-6DAE20F44736}"/>
    <dgm:cxn modelId="{8CEC8F6E-BC00-4386-AD8B-441C8D8103CB}" srcId="{B7245131-E2D6-482F-B663-B52EA996835F}" destId="{62969223-DC73-4272-A6FE-0793493694FB}" srcOrd="1" destOrd="0" parTransId="{7EF2B845-6E6E-468D-B578-E5D0AFC28BAD}" sibTransId="{98F37251-F8A7-42C3-9724-6376C3AE9B44}"/>
    <dgm:cxn modelId="{9023EA90-DA48-4481-A294-C4F3629DCEA5}" type="presOf" srcId="{62969223-DC73-4272-A6FE-0793493694FB}" destId="{51EF0F06-8661-45DE-872E-AE10EC7EE333}" srcOrd="0" destOrd="0" presId="urn:microsoft.com/office/officeart/2005/8/layout/vList2"/>
    <dgm:cxn modelId="{2CF66C9D-4E33-42F8-B8E7-57FD2AE328F6}" type="presOf" srcId="{B7245131-E2D6-482F-B663-B52EA996835F}" destId="{ECDC76BB-B747-46A2-8C13-96786CF24C59}" srcOrd="0" destOrd="0" presId="urn:microsoft.com/office/officeart/2005/8/layout/vList2"/>
    <dgm:cxn modelId="{647164B9-F4F3-485A-B131-D7FC6F6FF9F5}" type="presOf" srcId="{402A78A8-6322-4EFD-8C7D-56A3F2B3E5D3}" destId="{A197447C-6696-44DC-BE7F-D3EDD56D4199}" srcOrd="0" destOrd="0" presId="urn:microsoft.com/office/officeart/2005/8/layout/vList2"/>
    <dgm:cxn modelId="{CDDE05CF-45F8-41C4-9D1A-739EE486785A}" type="presOf" srcId="{EDDB099D-F30A-40E7-9D0C-5373BE49970D}" destId="{8A0BBB7D-4727-421A-8011-CA9D16D1826E}" srcOrd="0" destOrd="0" presId="urn:microsoft.com/office/officeart/2005/8/layout/vList2"/>
    <dgm:cxn modelId="{D1EAF5D3-1944-4CF1-96B9-0B61183CCA7D}" type="presOf" srcId="{1AC91778-57BB-43CD-A738-360AEBBDD2D0}" destId="{1A2893CA-8218-4A85-A102-D82C2EACAE19}" srcOrd="0" destOrd="0" presId="urn:microsoft.com/office/officeart/2005/8/layout/vList2"/>
    <dgm:cxn modelId="{21C590D6-40DC-46CF-9EA5-3A116E8E7B17}" srcId="{B7245131-E2D6-482F-B663-B52EA996835F}" destId="{402A78A8-6322-4EFD-8C7D-56A3F2B3E5D3}" srcOrd="3" destOrd="0" parTransId="{B18CD6A5-8512-472D-B367-9EDD0EF15B81}" sibTransId="{A3DBFE54-B1F2-49E0-B9E7-8597F07DC250}"/>
    <dgm:cxn modelId="{BCD83BD6-3B8D-4ADE-BF48-2694B2E9EB5D}" type="presParOf" srcId="{ECDC76BB-B747-46A2-8C13-96786CF24C59}" destId="{1A2893CA-8218-4A85-A102-D82C2EACAE19}" srcOrd="0" destOrd="0" presId="urn:microsoft.com/office/officeart/2005/8/layout/vList2"/>
    <dgm:cxn modelId="{6AC8356C-B21E-427D-A9DD-D45C5DB89EB7}" type="presParOf" srcId="{ECDC76BB-B747-46A2-8C13-96786CF24C59}" destId="{BF44D523-3EAA-4470-B857-82B8FB6C314E}" srcOrd="1" destOrd="0" presId="urn:microsoft.com/office/officeart/2005/8/layout/vList2"/>
    <dgm:cxn modelId="{F74D80D6-10C4-4B33-9C3B-AE69B3AAAC6A}" type="presParOf" srcId="{ECDC76BB-B747-46A2-8C13-96786CF24C59}" destId="{51EF0F06-8661-45DE-872E-AE10EC7EE333}" srcOrd="2" destOrd="0" presId="urn:microsoft.com/office/officeart/2005/8/layout/vList2"/>
    <dgm:cxn modelId="{3C5B7563-E332-4E4E-807F-562125D27E5F}" type="presParOf" srcId="{ECDC76BB-B747-46A2-8C13-96786CF24C59}" destId="{2280B79C-4C36-4527-AF37-51DA45471503}" srcOrd="3" destOrd="0" presId="urn:microsoft.com/office/officeart/2005/8/layout/vList2"/>
    <dgm:cxn modelId="{4DB5D2F3-B6A2-4FFF-B05C-0E36EDD7B931}" type="presParOf" srcId="{ECDC76BB-B747-46A2-8C13-96786CF24C59}" destId="{8A0BBB7D-4727-421A-8011-CA9D16D1826E}" srcOrd="4" destOrd="0" presId="urn:microsoft.com/office/officeart/2005/8/layout/vList2"/>
    <dgm:cxn modelId="{AE9F437C-7FF8-4E19-904C-C8AD8E8F277F}" type="presParOf" srcId="{ECDC76BB-B747-46A2-8C13-96786CF24C59}" destId="{0FF6BFC1-AAE5-44C6-B33C-DE31DEA645BE}" srcOrd="5" destOrd="0" presId="urn:microsoft.com/office/officeart/2005/8/layout/vList2"/>
    <dgm:cxn modelId="{B61AE942-94DB-49E7-B7FD-CD31026CCEC4}" type="presParOf" srcId="{ECDC76BB-B747-46A2-8C13-96786CF24C59}" destId="{A197447C-6696-44DC-BE7F-D3EDD56D41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1EB32E70-2C19-4A03-BA8D-7FE561E841A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C869673-9034-431F-A4D5-BC2FD2DE4061}">
      <dgm:prSet/>
      <dgm:spPr/>
      <dgm:t>
        <a:bodyPr/>
        <a:lstStyle/>
        <a:p>
          <a:r>
            <a:rPr lang="ru-RU" b="0" i="0"/>
            <a:t>грудня 1917 р. – березня 1918 р.</a:t>
          </a:r>
          <a:endParaRPr lang="uk-UA"/>
        </a:p>
      </dgm:t>
    </dgm:pt>
    <dgm:pt modelId="{FA708F51-9A8D-4394-A040-82E8EE626BD3}" type="parTrans" cxnId="{5B03E7A6-F9B2-4B2F-A766-60D8C549FFD8}">
      <dgm:prSet/>
      <dgm:spPr/>
      <dgm:t>
        <a:bodyPr/>
        <a:lstStyle/>
        <a:p>
          <a:endParaRPr lang="uk-UA"/>
        </a:p>
      </dgm:t>
    </dgm:pt>
    <dgm:pt modelId="{D24D491D-9976-4A0F-ACEF-8BF1E774CC8C}" type="sibTrans" cxnId="{5B03E7A6-F9B2-4B2F-A766-60D8C549FFD8}">
      <dgm:prSet/>
      <dgm:spPr/>
      <dgm:t>
        <a:bodyPr/>
        <a:lstStyle/>
        <a:p>
          <a:endParaRPr lang="uk-UA"/>
        </a:p>
      </dgm:t>
    </dgm:pt>
    <dgm:pt modelId="{7101353D-F38E-4BF4-B4A4-7E4B346E41C1}">
      <dgm:prSet/>
      <dgm:spPr/>
      <dgm:t>
        <a:bodyPr/>
        <a:lstStyle/>
        <a:p>
          <a:r>
            <a:rPr lang="ru-RU" b="0" i="0"/>
            <a:t>листопада – грудня 1918 р.</a:t>
          </a:r>
          <a:endParaRPr lang="uk-UA"/>
        </a:p>
      </dgm:t>
    </dgm:pt>
    <dgm:pt modelId="{5B0622FD-F44E-409D-83AA-F82E97AFA59E}" type="parTrans" cxnId="{2AB4245D-91A5-43D9-9D48-244AB76BC7F1}">
      <dgm:prSet/>
      <dgm:spPr/>
      <dgm:t>
        <a:bodyPr/>
        <a:lstStyle/>
        <a:p>
          <a:endParaRPr lang="uk-UA"/>
        </a:p>
      </dgm:t>
    </dgm:pt>
    <dgm:pt modelId="{200FA497-D826-4BBA-91F9-50B2BCA32068}" type="sibTrans" cxnId="{2AB4245D-91A5-43D9-9D48-244AB76BC7F1}">
      <dgm:prSet/>
      <dgm:spPr/>
      <dgm:t>
        <a:bodyPr/>
        <a:lstStyle/>
        <a:p>
          <a:endParaRPr lang="uk-UA"/>
        </a:p>
      </dgm:t>
    </dgm:pt>
    <dgm:pt modelId="{2244F495-CBC0-4C61-ADA4-A76982264B34}">
      <dgm:prSet/>
      <dgm:spPr/>
      <dgm:t>
        <a:bodyPr/>
        <a:lstStyle/>
        <a:p>
          <a:r>
            <a:rPr lang="ru-RU" b="0" i="0" dirty="0" err="1"/>
            <a:t>квітня</a:t>
          </a:r>
          <a:r>
            <a:rPr lang="ru-RU" b="0" i="0" dirty="0"/>
            <a:t> – червня 1920 р.</a:t>
          </a:r>
          <a:endParaRPr lang="uk-UA" dirty="0"/>
        </a:p>
      </dgm:t>
    </dgm:pt>
    <dgm:pt modelId="{B7917B25-1D71-4BA2-B08E-ACDB54BBF9CF}" type="parTrans" cxnId="{1AAC9E98-5660-4192-8B40-FB2746650B5B}">
      <dgm:prSet/>
      <dgm:spPr/>
      <dgm:t>
        <a:bodyPr/>
        <a:lstStyle/>
        <a:p>
          <a:endParaRPr lang="uk-UA"/>
        </a:p>
      </dgm:t>
    </dgm:pt>
    <dgm:pt modelId="{A44B2916-FFDD-4365-ACA4-615BC48FAC58}" type="sibTrans" cxnId="{1AAC9E98-5660-4192-8B40-FB2746650B5B}">
      <dgm:prSet/>
      <dgm:spPr/>
      <dgm:t>
        <a:bodyPr/>
        <a:lstStyle/>
        <a:p>
          <a:endParaRPr lang="uk-UA"/>
        </a:p>
      </dgm:t>
    </dgm:pt>
    <dgm:pt modelId="{BCCD45DB-57EA-405A-A469-79590049B763}">
      <dgm:prSet/>
      <dgm:spPr/>
      <dgm:t>
        <a:bodyPr/>
        <a:lstStyle/>
        <a:p>
          <a:r>
            <a:rPr lang="ru-RU" b="0" i="0"/>
            <a:t>жовтня – листопада 1921 р.</a:t>
          </a:r>
          <a:endParaRPr lang="uk-UA"/>
        </a:p>
      </dgm:t>
    </dgm:pt>
    <dgm:pt modelId="{2EB5C490-421F-428D-A51C-6D7EE2DB373A}" type="parTrans" cxnId="{930A4ED7-A49D-438D-9E6A-3A9F20ABC495}">
      <dgm:prSet/>
      <dgm:spPr/>
      <dgm:t>
        <a:bodyPr/>
        <a:lstStyle/>
        <a:p>
          <a:endParaRPr lang="uk-UA"/>
        </a:p>
      </dgm:t>
    </dgm:pt>
    <dgm:pt modelId="{E57E9651-E608-40C8-A457-BEB0F251126A}" type="sibTrans" cxnId="{930A4ED7-A49D-438D-9E6A-3A9F20ABC495}">
      <dgm:prSet/>
      <dgm:spPr/>
      <dgm:t>
        <a:bodyPr/>
        <a:lstStyle/>
        <a:p>
          <a:endParaRPr lang="uk-UA"/>
        </a:p>
      </dgm:t>
    </dgm:pt>
    <dgm:pt modelId="{0C5CACC7-104E-4D37-8578-09CE5E101C85}" type="pres">
      <dgm:prSet presAssocID="{1EB32E70-2C19-4A03-BA8D-7FE561E841A9}" presName="linear" presStyleCnt="0">
        <dgm:presLayoutVars>
          <dgm:animLvl val="lvl"/>
          <dgm:resizeHandles val="exact"/>
        </dgm:presLayoutVars>
      </dgm:prSet>
      <dgm:spPr/>
    </dgm:pt>
    <dgm:pt modelId="{2885498D-168E-4B6B-8183-D8B058C979EE}" type="pres">
      <dgm:prSet presAssocID="{0C869673-9034-431F-A4D5-BC2FD2DE4061}" presName="parentText" presStyleLbl="node1" presStyleIdx="0" presStyleCnt="4">
        <dgm:presLayoutVars>
          <dgm:chMax val="0"/>
          <dgm:bulletEnabled val="1"/>
        </dgm:presLayoutVars>
      </dgm:prSet>
      <dgm:spPr/>
    </dgm:pt>
    <dgm:pt modelId="{B4AF9460-2B50-4E59-A3CA-06DB94357DA6}" type="pres">
      <dgm:prSet presAssocID="{D24D491D-9976-4A0F-ACEF-8BF1E774CC8C}" presName="spacer" presStyleCnt="0"/>
      <dgm:spPr/>
    </dgm:pt>
    <dgm:pt modelId="{8FBC30D0-64BE-4231-BA9C-C4705AFBFFFD}" type="pres">
      <dgm:prSet presAssocID="{7101353D-F38E-4BF4-B4A4-7E4B346E41C1}" presName="parentText" presStyleLbl="node1" presStyleIdx="1" presStyleCnt="4">
        <dgm:presLayoutVars>
          <dgm:chMax val="0"/>
          <dgm:bulletEnabled val="1"/>
        </dgm:presLayoutVars>
      </dgm:prSet>
      <dgm:spPr/>
    </dgm:pt>
    <dgm:pt modelId="{7E42D097-7390-4F07-9EFA-50B2535ED06E}" type="pres">
      <dgm:prSet presAssocID="{200FA497-D826-4BBA-91F9-50B2BCA32068}" presName="spacer" presStyleCnt="0"/>
      <dgm:spPr/>
    </dgm:pt>
    <dgm:pt modelId="{42B2CF04-7E25-4E80-9141-2A4F6BC35D55}" type="pres">
      <dgm:prSet presAssocID="{2244F495-CBC0-4C61-ADA4-A76982264B34}" presName="parentText" presStyleLbl="node1" presStyleIdx="2" presStyleCnt="4">
        <dgm:presLayoutVars>
          <dgm:chMax val="0"/>
          <dgm:bulletEnabled val="1"/>
        </dgm:presLayoutVars>
      </dgm:prSet>
      <dgm:spPr/>
    </dgm:pt>
    <dgm:pt modelId="{5E84DDAB-2ADE-4BEC-A8AA-9BB35678F424}" type="pres">
      <dgm:prSet presAssocID="{A44B2916-FFDD-4365-ACA4-615BC48FAC58}" presName="spacer" presStyleCnt="0"/>
      <dgm:spPr/>
    </dgm:pt>
    <dgm:pt modelId="{546D5B5A-39FA-42B4-A5E6-89C58B515FEC}" type="pres">
      <dgm:prSet presAssocID="{BCCD45DB-57EA-405A-A469-79590049B763}" presName="parentText" presStyleLbl="node1" presStyleIdx="3" presStyleCnt="4">
        <dgm:presLayoutVars>
          <dgm:chMax val="0"/>
          <dgm:bulletEnabled val="1"/>
        </dgm:presLayoutVars>
      </dgm:prSet>
      <dgm:spPr/>
    </dgm:pt>
  </dgm:ptLst>
  <dgm:cxnLst>
    <dgm:cxn modelId="{2AB4245D-91A5-43D9-9D48-244AB76BC7F1}" srcId="{1EB32E70-2C19-4A03-BA8D-7FE561E841A9}" destId="{7101353D-F38E-4BF4-B4A4-7E4B346E41C1}" srcOrd="1" destOrd="0" parTransId="{5B0622FD-F44E-409D-83AA-F82E97AFA59E}" sibTransId="{200FA497-D826-4BBA-91F9-50B2BCA32068}"/>
    <dgm:cxn modelId="{9FAD6864-4A84-4C35-A8A2-2E94B2895F77}" type="presOf" srcId="{7101353D-F38E-4BF4-B4A4-7E4B346E41C1}" destId="{8FBC30D0-64BE-4231-BA9C-C4705AFBFFFD}" srcOrd="0" destOrd="0" presId="urn:microsoft.com/office/officeart/2005/8/layout/vList2"/>
    <dgm:cxn modelId="{E7A2C087-58F8-4F29-A911-321DA3601EBD}" type="presOf" srcId="{2244F495-CBC0-4C61-ADA4-A76982264B34}" destId="{42B2CF04-7E25-4E80-9141-2A4F6BC35D55}" srcOrd="0" destOrd="0" presId="urn:microsoft.com/office/officeart/2005/8/layout/vList2"/>
    <dgm:cxn modelId="{8EB02C95-04FC-4B7F-A4C4-F9908A89F760}" type="presOf" srcId="{1EB32E70-2C19-4A03-BA8D-7FE561E841A9}" destId="{0C5CACC7-104E-4D37-8578-09CE5E101C85}" srcOrd="0" destOrd="0" presId="urn:microsoft.com/office/officeart/2005/8/layout/vList2"/>
    <dgm:cxn modelId="{1AAC9E98-5660-4192-8B40-FB2746650B5B}" srcId="{1EB32E70-2C19-4A03-BA8D-7FE561E841A9}" destId="{2244F495-CBC0-4C61-ADA4-A76982264B34}" srcOrd="2" destOrd="0" parTransId="{B7917B25-1D71-4BA2-B08E-ACDB54BBF9CF}" sibTransId="{A44B2916-FFDD-4365-ACA4-615BC48FAC58}"/>
    <dgm:cxn modelId="{313BCD9E-D220-4782-A519-8DEFA10552ED}" type="presOf" srcId="{BCCD45DB-57EA-405A-A469-79590049B763}" destId="{546D5B5A-39FA-42B4-A5E6-89C58B515FEC}" srcOrd="0" destOrd="0" presId="urn:microsoft.com/office/officeart/2005/8/layout/vList2"/>
    <dgm:cxn modelId="{5B03E7A6-F9B2-4B2F-A766-60D8C549FFD8}" srcId="{1EB32E70-2C19-4A03-BA8D-7FE561E841A9}" destId="{0C869673-9034-431F-A4D5-BC2FD2DE4061}" srcOrd="0" destOrd="0" parTransId="{FA708F51-9A8D-4394-A040-82E8EE626BD3}" sibTransId="{D24D491D-9976-4A0F-ACEF-8BF1E774CC8C}"/>
    <dgm:cxn modelId="{E9EDCCCD-9BA3-4966-8675-E183B3980662}" type="presOf" srcId="{0C869673-9034-431F-A4D5-BC2FD2DE4061}" destId="{2885498D-168E-4B6B-8183-D8B058C979EE}" srcOrd="0" destOrd="0" presId="urn:microsoft.com/office/officeart/2005/8/layout/vList2"/>
    <dgm:cxn modelId="{930A4ED7-A49D-438D-9E6A-3A9F20ABC495}" srcId="{1EB32E70-2C19-4A03-BA8D-7FE561E841A9}" destId="{BCCD45DB-57EA-405A-A469-79590049B763}" srcOrd="3" destOrd="0" parTransId="{2EB5C490-421F-428D-A51C-6D7EE2DB373A}" sibTransId="{E57E9651-E608-40C8-A457-BEB0F251126A}"/>
    <dgm:cxn modelId="{2384FBAC-5ADA-4A09-817A-6B175C4DE238}" type="presParOf" srcId="{0C5CACC7-104E-4D37-8578-09CE5E101C85}" destId="{2885498D-168E-4B6B-8183-D8B058C979EE}" srcOrd="0" destOrd="0" presId="urn:microsoft.com/office/officeart/2005/8/layout/vList2"/>
    <dgm:cxn modelId="{FAD053E7-4B6D-4A29-9720-AF03933F678B}" type="presParOf" srcId="{0C5CACC7-104E-4D37-8578-09CE5E101C85}" destId="{B4AF9460-2B50-4E59-A3CA-06DB94357DA6}" srcOrd="1" destOrd="0" presId="urn:microsoft.com/office/officeart/2005/8/layout/vList2"/>
    <dgm:cxn modelId="{65B5DC6B-5620-4DBE-9B2E-9EEC0FB6FFCA}" type="presParOf" srcId="{0C5CACC7-104E-4D37-8578-09CE5E101C85}" destId="{8FBC30D0-64BE-4231-BA9C-C4705AFBFFFD}" srcOrd="2" destOrd="0" presId="urn:microsoft.com/office/officeart/2005/8/layout/vList2"/>
    <dgm:cxn modelId="{E901C80A-3854-4E34-8543-396F3B1F6887}" type="presParOf" srcId="{0C5CACC7-104E-4D37-8578-09CE5E101C85}" destId="{7E42D097-7390-4F07-9EFA-50B2535ED06E}" srcOrd="3" destOrd="0" presId="urn:microsoft.com/office/officeart/2005/8/layout/vList2"/>
    <dgm:cxn modelId="{BE8D3588-34FF-4871-9167-94C4CC436BA4}" type="presParOf" srcId="{0C5CACC7-104E-4D37-8578-09CE5E101C85}" destId="{42B2CF04-7E25-4E80-9141-2A4F6BC35D55}" srcOrd="4" destOrd="0" presId="urn:microsoft.com/office/officeart/2005/8/layout/vList2"/>
    <dgm:cxn modelId="{437EE306-1264-4183-AE30-4FC885D0001E}" type="presParOf" srcId="{0C5CACC7-104E-4D37-8578-09CE5E101C85}" destId="{5E84DDAB-2ADE-4BEC-A8AA-9BB35678F424}" srcOrd="5" destOrd="0" presId="urn:microsoft.com/office/officeart/2005/8/layout/vList2"/>
    <dgm:cxn modelId="{025BC3C4-5E77-40AE-A4E4-283B04908930}" type="presParOf" srcId="{0C5CACC7-104E-4D37-8578-09CE5E101C85}" destId="{546D5B5A-39FA-42B4-A5E6-89C58B515FE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DCEF919C-99A4-448D-9506-DBC08ED549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DC563FCC-CB93-4774-8AB2-F2479979EB0E}">
      <dgm:prSet/>
      <dgm:spPr/>
      <dgm:t>
        <a:bodyPr/>
        <a:lstStyle/>
        <a:p>
          <a:r>
            <a:rPr lang="uk-UA" b="0" i="0"/>
            <a:t>«Кіннота Будьоного серпом урізалася в польський фронт… Київ відрізано, фронт польської армії розколовся надвоє й покотився на захід…»</a:t>
          </a:r>
          <a:endParaRPr lang="uk-UA"/>
        </a:p>
      </dgm:t>
    </dgm:pt>
    <dgm:pt modelId="{8292C336-F86F-40D6-AB47-EA4C943A4DBA}" type="parTrans" cxnId="{7CA9A619-5706-4823-B7FA-579E77AFE8EE}">
      <dgm:prSet/>
      <dgm:spPr/>
      <dgm:t>
        <a:bodyPr/>
        <a:lstStyle/>
        <a:p>
          <a:endParaRPr lang="uk-UA"/>
        </a:p>
      </dgm:t>
    </dgm:pt>
    <dgm:pt modelId="{77106DBB-AC97-4F2C-8C95-31E2F00371FE}" type="sibTrans" cxnId="{7CA9A619-5706-4823-B7FA-579E77AFE8EE}">
      <dgm:prSet/>
      <dgm:spPr/>
      <dgm:t>
        <a:bodyPr/>
        <a:lstStyle/>
        <a:p>
          <a:endParaRPr lang="uk-UA"/>
        </a:p>
      </dgm:t>
    </dgm:pt>
    <dgm:pt modelId="{BB6FAB0D-A247-44B1-8BD1-8442DE620CA8}">
      <dgm:prSet/>
      <dgm:spPr/>
      <dgm:t>
        <a:bodyPr/>
        <a:lstStyle/>
        <a:p>
          <a:r>
            <a:rPr lang="uk-UA" b="0" i="0"/>
            <a:t>«...група генерала Кравса ранком 31 серпня рушила колоною через Київ... Одночасно зі сходу в Київ почали входити денікінські війська під командуванням генерала Бредова... Коли голова колони українських військ вийшла на Хрещатик, то денікінські частини, увійшовши на цю вулицю з протилежного боку, відкрили кулеметний вогонь...»</a:t>
          </a:r>
          <a:endParaRPr lang="uk-UA"/>
        </a:p>
      </dgm:t>
    </dgm:pt>
    <dgm:pt modelId="{0F5B2166-8DFE-47C4-8768-F1A6A6C493E2}" type="parTrans" cxnId="{2836D8AA-646C-42FE-81FD-B1EC9D9E954F}">
      <dgm:prSet/>
      <dgm:spPr/>
      <dgm:t>
        <a:bodyPr/>
        <a:lstStyle/>
        <a:p>
          <a:endParaRPr lang="uk-UA"/>
        </a:p>
      </dgm:t>
    </dgm:pt>
    <dgm:pt modelId="{00FA34C2-83F5-48AF-95F4-05575B2BA71A}" type="sibTrans" cxnId="{2836D8AA-646C-42FE-81FD-B1EC9D9E954F}">
      <dgm:prSet/>
      <dgm:spPr/>
      <dgm:t>
        <a:bodyPr/>
        <a:lstStyle/>
        <a:p>
          <a:endParaRPr lang="uk-UA"/>
        </a:p>
      </dgm:t>
    </dgm:pt>
    <dgm:pt modelId="{3A135923-E30C-4EAD-A582-8354330B8799}" type="pres">
      <dgm:prSet presAssocID="{DCEF919C-99A4-448D-9506-DBC08ED54994}" presName="linear" presStyleCnt="0">
        <dgm:presLayoutVars>
          <dgm:animLvl val="lvl"/>
          <dgm:resizeHandles val="exact"/>
        </dgm:presLayoutVars>
      </dgm:prSet>
      <dgm:spPr/>
    </dgm:pt>
    <dgm:pt modelId="{29B32C36-E3A2-4614-BF21-1FC5F3DB6ACE}" type="pres">
      <dgm:prSet presAssocID="{DC563FCC-CB93-4774-8AB2-F2479979EB0E}" presName="parentText" presStyleLbl="node1" presStyleIdx="0" presStyleCnt="2">
        <dgm:presLayoutVars>
          <dgm:chMax val="0"/>
          <dgm:bulletEnabled val="1"/>
        </dgm:presLayoutVars>
      </dgm:prSet>
      <dgm:spPr/>
    </dgm:pt>
    <dgm:pt modelId="{4D113E8B-D14D-4851-98CE-6B94597CC66D}" type="pres">
      <dgm:prSet presAssocID="{77106DBB-AC97-4F2C-8C95-31E2F00371FE}" presName="spacer" presStyleCnt="0"/>
      <dgm:spPr/>
    </dgm:pt>
    <dgm:pt modelId="{BB530395-8D4B-4424-BF13-05D4660774D0}" type="pres">
      <dgm:prSet presAssocID="{BB6FAB0D-A247-44B1-8BD1-8442DE620CA8}" presName="parentText" presStyleLbl="node1" presStyleIdx="1" presStyleCnt="2">
        <dgm:presLayoutVars>
          <dgm:chMax val="0"/>
          <dgm:bulletEnabled val="1"/>
        </dgm:presLayoutVars>
      </dgm:prSet>
      <dgm:spPr/>
    </dgm:pt>
  </dgm:ptLst>
  <dgm:cxnLst>
    <dgm:cxn modelId="{54975216-3B69-4899-BAAA-B76CFB8B800D}" type="presOf" srcId="{DC563FCC-CB93-4774-8AB2-F2479979EB0E}" destId="{29B32C36-E3A2-4614-BF21-1FC5F3DB6ACE}" srcOrd="0" destOrd="0" presId="urn:microsoft.com/office/officeart/2005/8/layout/vList2"/>
    <dgm:cxn modelId="{7CA9A619-5706-4823-B7FA-579E77AFE8EE}" srcId="{DCEF919C-99A4-448D-9506-DBC08ED54994}" destId="{DC563FCC-CB93-4774-8AB2-F2479979EB0E}" srcOrd="0" destOrd="0" parTransId="{8292C336-F86F-40D6-AB47-EA4C943A4DBA}" sibTransId="{77106DBB-AC97-4F2C-8C95-31E2F00371FE}"/>
    <dgm:cxn modelId="{D79F23A1-E848-4B29-82EC-84565EEC4559}" type="presOf" srcId="{BB6FAB0D-A247-44B1-8BD1-8442DE620CA8}" destId="{BB530395-8D4B-4424-BF13-05D4660774D0}" srcOrd="0" destOrd="0" presId="urn:microsoft.com/office/officeart/2005/8/layout/vList2"/>
    <dgm:cxn modelId="{2836D8AA-646C-42FE-81FD-B1EC9D9E954F}" srcId="{DCEF919C-99A4-448D-9506-DBC08ED54994}" destId="{BB6FAB0D-A247-44B1-8BD1-8442DE620CA8}" srcOrd="1" destOrd="0" parTransId="{0F5B2166-8DFE-47C4-8768-F1A6A6C493E2}" sibTransId="{00FA34C2-83F5-48AF-95F4-05575B2BA71A}"/>
    <dgm:cxn modelId="{E8CB72C0-25E6-486A-9B7F-AC9D39BE9A9A}" type="presOf" srcId="{DCEF919C-99A4-448D-9506-DBC08ED54994}" destId="{3A135923-E30C-4EAD-A582-8354330B8799}" srcOrd="0" destOrd="0" presId="urn:microsoft.com/office/officeart/2005/8/layout/vList2"/>
    <dgm:cxn modelId="{80685522-53D1-475C-A63C-10E3FDE80EB6}" type="presParOf" srcId="{3A135923-E30C-4EAD-A582-8354330B8799}" destId="{29B32C36-E3A2-4614-BF21-1FC5F3DB6ACE}" srcOrd="0" destOrd="0" presId="urn:microsoft.com/office/officeart/2005/8/layout/vList2"/>
    <dgm:cxn modelId="{43FED3BF-A22E-47F4-981C-6A03EE423BD0}" type="presParOf" srcId="{3A135923-E30C-4EAD-A582-8354330B8799}" destId="{4D113E8B-D14D-4851-98CE-6B94597CC66D}" srcOrd="1" destOrd="0" presId="urn:microsoft.com/office/officeart/2005/8/layout/vList2"/>
    <dgm:cxn modelId="{EC2D03CD-229B-4AA1-9B8E-A96DEF3D8E99}" type="presParOf" srcId="{3A135923-E30C-4EAD-A582-8354330B8799}" destId="{BB530395-8D4B-4424-BF13-05D4660774D0}"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FA4E3C6-8DC6-4EC3-B977-1447E740D7F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770E518-6F55-4C6C-B0B5-3F681CD513F4}">
      <dgm:prSet/>
      <dgm:spPr/>
      <dgm:t>
        <a:bodyPr/>
        <a:lstStyle/>
        <a:p>
          <a:r>
            <a:rPr lang="uk-UA" b="0" i="0"/>
            <a:t>«Я був при УГА. Мені прийшлося бачити її перехід на Велику Україну. Цей перехід відбувався в значно скрутнішій ситуації, ніж могло б це бути місяць тому…»</a:t>
          </a:r>
          <a:endParaRPr lang="uk-UA"/>
        </a:p>
      </dgm:t>
    </dgm:pt>
    <dgm:pt modelId="{09392C9D-CEF4-4551-8BB7-0DF558435C4A}" type="parTrans" cxnId="{199BDE70-9469-4BED-A565-907A5BD54623}">
      <dgm:prSet/>
      <dgm:spPr/>
      <dgm:t>
        <a:bodyPr/>
        <a:lstStyle/>
        <a:p>
          <a:endParaRPr lang="uk-UA"/>
        </a:p>
      </dgm:t>
    </dgm:pt>
    <dgm:pt modelId="{702BEBE4-E8B7-4342-84EA-7AF9F02FC133}" type="sibTrans" cxnId="{199BDE70-9469-4BED-A565-907A5BD54623}">
      <dgm:prSet/>
      <dgm:spPr/>
      <dgm:t>
        <a:bodyPr/>
        <a:lstStyle/>
        <a:p>
          <a:endParaRPr lang="uk-UA"/>
        </a:p>
      </dgm:t>
    </dgm:pt>
    <dgm:pt modelId="{08EE6777-47CD-48D1-9E77-F22EBFB4581F}">
      <dgm:prSet/>
      <dgm:spPr/>
      <dgm:t>
        <a:bodyPr/>
        <a:lstStyle/>
        <a:p>
          <a:r>
            <a:rPr lang="uk-UA" b="0" i="0"/>
            <a:t>«Ми вигнали німців та їхнього “гетьмана” з України. Але ми були знесилені, нам треба було спокою хоч на час, щоби зібрати свої сили, щоби закріпити свою відбиту самостійність…»</a:t>
          </a:r>
          <a:endParaRPr lang="uk-UA"/>
        </a:p>
      </dgm:t>
    </dgm:pt>
    <dgm:pt modelId="{6ADF3C2D-39D9-4A46-B342-9C57CA903004}" type="parTrans" cxnId="{FDB08215-0628-421A-B497-ABEEEDF3961F}">
      <dgm:prSet/>
      <dgm:spPr/>
      <dgm:t>
        <a:bodyPr/>
        <a:lstStyle/>
        <a:p>
          <a:endParaRPr lang="uk-UA"/>
        </a:p>
      </dgm:t>
    </dgm:pt>
    <dgm:pt modelId="{F261F73C-4CCF-429B-A76B-F63C0819C7DE}" type="sibTrans" cxnId="{FDB08215-0628-421A-B497-ABEEEDF3961F}">
      <dgm:prSet/>
      <dgm:spPr/>
      <dgm:t>
        <a:bodyPr/>
        <a:lstStyle/>
        <a:p>
          <a:endParaRPr lang="uk-UA"/>
        </a:p>
      </dgm:t>
    </dgm:pt>
    <dgm:pt modelId="{D1A88E41-6217-4E7E-86F3-09C789939F24}" type="pres">
      <dgm:prSet presAssocID="{3FA4E3C6-8DC6-4EC3-B977-1447E740D7FB}" presName="linear" presStyleCnt="0">
        <dgm:presLayoutVars>
          <dgm:animLvl val="lvl"/>
          <dgm:resizeHandles val="exact"/>
        </dgm:presLayoutVars>
      </dgm:prSet>
      <dgm:spPr/>
    </dgm:pt>
    <dgm:pt modelId="{11859FB1-009E-4137-B8D6-6856576107A4}" type="pres">
      <dgm:prSet presAssocID="{3770E518-6F55-4C6C-B0B5-3F681CD513F4}" presName="parentText" presStyleLbl="node1" presStyleIdx="0" presStyleCnt="2">
        <dgm:presLayoutVars>
          <dgm:chMax val="0"/>
          <dgm:bulletEnabled val="1"/>
        </dgm:presLayoutVars>
      </dgm:prSet>
      <dgm:spPr/>
    </dgm:pt>
    <dgm:pt modelId="{A93BEA20-1119-4D80-9E66-BC28E6BA12A8}" type="pres">
      <dgm:prSet presAssocID="{702BEBE4-E8B7-4342-84EA-7AF9F02FC133}" presName="spacer" presStyleCnt="0"/>
      <dgm:spPr/>
    </dgm:pt>
    <dgm:pt modelId="{27CFD4D6-EA38-449F-A312-B09F172E83D3}" type="pres">
      <dgm:prSet presAssocID="{08EE6777-47CD-48D1-9E77-F22EBFB4581F}" presName="parentText" presStyleLbl="node1" presStyleIdx="1" presStyleCnt="2">
        <dgm:presLayoutVars>
          <dgm:chMax val="0"/>
          <dgm:bulletEnabled val="1"/>
        </dgm:presLayoutVars>
      </dgm:prSet>
      <dgm:spPr/>
    </dgm:pt>
  </dgm:ptLst>
  <dgm:cxnLst>
    <dgm:cxn modelId="{FDB08215-0628-421A-B497-ABEEEDF3961F}" srcId="{3FA4E3C6-8DC6-4EC3-B977-1447E740D7FB}" destId="{08EE6777-47CD-48D1-9E77-F22EBFB4581F}" srcOrd="1" destOrd="0" parTransId="{6ADF3C2D-39D9-4A46-B342-9C57CA903004}" sibTransId="{F261F73C-4CCF-429B-A76B-F63C0819C7DE}"/>
    <dgm:cxn modelId="{199BDE70-9469-4BED-A565-907A5BD54623}" srcId="{3FA4E3C6-8DC6-4EC3-B977-1447E740D7FB}" destId="{3770E518-6F55-4C6C-B0B5-3F681CD513F4}" srcOrd="0" destOrd="0" parTransId="{09392C9D-CEF4-4551-8BB7-0DF558435C4A}" sibTransId="{702BEBE4-E8B7-4342-84EA-7AF9F02FC133}"/>
    <dgm:cxn modelId="{798D1F77-8757-4228-96AF-363079849A15}" type="presOf" srcId="{08EE6777-47CD-48D1-9E77-F22EBFB4581F}" destId="{27CFD4D6-EA38-449F-A312-B09F172E83D3}" srcOrd="0" destOrd="0" presId="urn:microsoft.com/office/officeart/2005/8/layout/vList2"/>
    <dgm:cxn modelId="{311EB3D4-8F21-4EA2-A1E1-16E5BD642D45}" type="presOf" srcId="{3FA4E3C6-8DC6-4EC3-B977-1447E740D7FB}" destId="{D1A88E41-6217-4E7E-86F3-09C789939F24}" srcOrd="0" destOrd="0" presId="urn:microsoft.com/office/officeart/2005/8/layout/vList2"/>
    <dgm:cxn modelId="{7B595BE3-7EDD-48F5-802A-F3569C4DAD0D}" type="presOf" srcId="{3770E518-6F55-4C6C-B0B5-3F681CD513F4}" destId="{11859FB1-009E-4137-B8D6-6856576107A4}" srcOrd="0" destOrd="0" presId="urn:microsoft.com/office/officeart/2005/8/layout/vList2"/>
    <dgm:cxn modelId="{075B5135-16AC-45FE-BD74-9F5D2B4B4C96}" type="presParOf" srcId="{D1A88E41-6217-4E7E-86F3-09C789939F24}" destId="{11859FB1-009E-4137-B8D6-6856576107A4}" srcOrd="0" destOrd="0" presId="urn:microsoft.com/office/officeart/2005/8/layout/vList2"/>
    <dgm:cxn modelId="{F2267DCB-B7C0-4D05-933F-B45ABCC0F276}" type="presParOf" srcId="{D1A88E41-6217-4E7E-86F3-09C789939F24}" destId="{A93BEA20-1119-4D80-9E66-BC28E6BA12A8}" srcOrd="1" destOrd="0" presId="urn:microsoft.com/office/officeart/2005/8/layout/vList2"/>
    <dgm:cxn modelId="{E3A06197-BA0F-4723-887D-30B7364E765D}" type="presParOf" srcId="{D1A88E41-6217-4E7E-86F3-09C789939F24}" destId="{27CFD4D6-EA38-449F-A312-B09F172E83D3}"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6AA9F2B2-E2D3-413C-8087-DA37DF2D7A2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D109214-2B15-4703-B648-02291697EFAC}">
      <dgm:prSet/>
      <dgm:spPr/>
      <dgm:t>
        <a:bodyPr/>
        <a:lstStyle/>
        <a:p>
          <a:r>
            <a:rPr lang="uk-UA" b="0" i="0"/>
            <a:t>розгром військ генералів А. Денікіна та П. Врангеля</a:t>
          </a:r>
          <a:endParaRPr lang="uk-UA"/>
        </a:p>
      </dgm:t>
    </dgm:pt>
    <dgm:pt modelId="{0B09DE18-EC60-4F2F-AE80-BB0194E01DFA}" type="parTrans" cxnId="{ECB6E100-EBF1-4489-8D86-745B3948E634}">
      <dgm:prSet/>
      <dgm:spPr/>
      <dgm:t>
        <a:bodyPr/>
        <a:lstStyle/>
        <a:p>
          <a:endParaRPr lang="uk-UA"/>
        </a:p>
      </dgm:t>
    </dgm:pt>
    <dgm:pt modelId="{C09AB364-A709-4566-8121-B71326619CDA}" type="sibTrans" cxnId="{ECB6E100-EBF1-4489-8D86-745B3948E634}">
      <dgm:prSet/>
      <dgm:spPr/>
      <dgm:t>
        <a:bodyPr/>
        <a:lstStyle/>
        <a:p>
          <a:endParaRPr lang="uk-UA"/>
        </a:p>
      </dgm:t>
    </dgm:pt>
    <dgm:pt modelId="{F96756A2-45DE-473E-8F6B-D8F24E097F10}">
      <dgm:prSet/>
      <dgm:spPr/>
      <dgm:t>
        <a:bodyPr/>
        <a:lstStyle/>
        <a:p>
          <a:r>
            <a:rPr lang="uk-UA" b="0" i="0"/>
            <a:t>підписання Ризького мирного договору між Російською СФРР, Українською СРР та Польською Республікою</a:t>
          </a:r>
          <a:endParaRPr lang="uk-UA"/>
        </a:p>
      </dgm:t>
    </dgm:pt>
    <dgm:pt modelId="{52173833-ECC2-4ABC-AECF-35AB069A3435}" type="parTrans" cxnId="{3D2278E4-5A36-4036-9A1D-7D45C8BE74AC}">
      <dgm:prSet/>
      <dgm:spPr/>
      <dgm:t>
        <a:bodyPr/>
        <a:lstStyle/>
        <a:p>
          <a:endParaRPr lang="uk-UA"/>
        </a:p>
      </dgm:t>
    </dgm:pt>
    <dgm:pt modelId="{98487676-DE21-4AC1-AD38-47FF346B9FC8}" type="sibTrans" cxnId="{3D2278E4-5A36-4036-9A1D-7D45C8BE74AC}">
      <dgm:prSet/>
      <dgm:spPr/>
      <dgm:t>
        <a:bodyPr/>
        <a:lstStyle/>
        <a:p>
          <a:endParaRPr lang="uk-UA"/>
        </a:p>
      </dgm:t>
    </dgm:pt>
    <dgm:pt modelId="{42B8A9B3-0C62-4E1F-B469-F70F1DFD94C3}">
      <dgm:prSet/>
      <dgm:spPr/>
      <dgm:t>
        <a:bodyPr/>
        <a:lstStyle/>
        <a:p>
          <a:r>
            <a:rPr lang="uk-UA" b="0" i="0"/>
            <a:t>проголошення Західноукраїнської Народної Республіки</a:t>
          </a:r>
          <a:endParaRPr lang="uk-UA"/>
        </a:p>
      </dgm:t>
    </dgm:pt>
    <dgm:pt modelId="{26611869-7F3B-4EAB-91F3-E3118DE84351}" type="parTrans" cxnId="{4AA5E075-0817-43D7-A724-70B47B0A10F9}">
      <dgm:prSet/>
      <dgm:spPr/>
      <dgm:t>
        <a:bodyPr/>
        <a:lstStyle/>
        <a:p>
          <a:endParaRPr lang="uk-UA"/>
        </a:p>
      </dgm:t>
    </dgm:pt>
    <dgm:pt modelId="{5C3C2E22-5256-4F57-A4E8-1580C9B95BC3}" type="sibTrans" cxnId="{4AA5E075-0817-43D7-A724-70B47B0A10F9}">
      <dgm:prSet/>
      <dgm:spPr/>
      <dgm:t>
        <a:bodyPr/>
        <a:lstStyle/>
        <a:p>
          <a:endParaRPr lang="uk-UA"/>
        </a:p>
      </dgm:t>
    </dgm:pt>
    <dgm:pt modelId="{840E04AE-B98E-47E9-B1B3-59CC93F31EBC}">
      <dgm:prSet/>
      <dgm:spPr/>
      <dgm:t>
        <a:bodyPr/>
        <a:lstStyle/>
        <a:p>
          <a:r>
            <a:rPr lang="uk-UA" b="0" i="0"/>
            <a:t>чергова спроба утвердження в Україні більшовицького режим</a:t>
          </a:r>
          <a:endParaRPr lang="uk-UA"/>
        </a:p>
      </dgm:t>
    </dgm:pt>
    <dgm:pt modelId="{4529F779-BC98-42F2-894F-F109713EE517}" type="parTrans" cxnId="{CCA38855-00C0-475A-BE2F-20ACA69B0F4A}">
      <dgm:prSet/>
      <dgm:spPr/>
      <dgm:t>
        <a:bodyPr/>
        <a:lstStyle/>
        <a:p>
          <a:endParaRPr lang="uk-UA"/>
        </a:p>
      </dgm:t>
    </dgm:pt>
    <dgm:pt modelId="{AF14354C-653D-407E-8BF9-37C6FCCD9BB0}" type="sibTrans" cxnId="{CCA38855-00C0-475A-BE2F-20ACA69B0F4A}">
      <dgm:prSet/>
      <dgm:spPr/>
      <dgm:t>
        <a:bodyPr/>
        <a:lstStyle/>
        <a:p>
          <a:endParaRPr lang="uk-UA"/>
        </a:p>
      </dgm:t>
    </dgm:pt>
    <dgm:pt modelId="{B05C8E23-D498-4CE5-A6AB-A1102F93530D}" type="pres">
      <dgm:prSet presAssocID="{6AA9F2B2-E2D3-413C-8087-DA37DF2D7A26}" presName="linear" presStyleCnt="0">
        <dgm:presLayoutVars>
          <dgm:animLvl val="lvl"/>
          <dgm:resizeHandles val="exact"/>
        </dgm:presLayoutVars>
      </dgm:prSet>
      <dgm:spPr/>
    </dgm:pt>
    <dgm:pt modelId="{5FEF5782-BFAD-4885-A2CA-9667F8B75526}" type="pres">
      <dgm:prSet presAssocID="{BD109214-2B15-4703-B648-02291697EFAC}" presName="parentText" presStyleLbl="node1" presStyleIdx="0" presStyleCnt="4">
        <dgm:presLayoutVars>
          <dgm:chMax val="0"/>
          <dgm:bulletEnabled val="1"/>
        </dgm:presLayoutVars>
      </dgm:prSet>
      <dgm:spPr/>
    </dgm:pt>
    <dgm:pt modelId="{C73E588A-E007-4955-9667-CEEEBA04ADAC}" type="pres">
      <dgm:prSet presAssocID="{C09AB364-A709-4566-8121-B71326619CDA}" presName="spacer" presStyleCnt="0"/>
      <dgm:spPr/>
    </dgm:pt>
    <dgm:pt modelId="{CE2399C3-292E-43F0-AC00-8A427BCC9704}" type="pres">
      <dgm:prSet presAssocID="{F96756A2-45DE-473E-8F6B-D8F24E097F10}" presName="parentText" presStyleLbl="node1" presStyleIdx="1" presStyleCnt="4">
        <dgm:presLayoutVars>
          <dgm:chMax val="0"/>
          <dgm:bulletEnabled val="1"/>
        </dgm:presLayoutVars>
      </dgm:prSet>
      <dgm:spPr/>
    </dgm:pt>
    <dgm:pt modelId="{CE8D6D6F-EB87-4601-A15A-DEB03D7FF086}" type="pres">
      <dgm:prSet presAssocID="{98487676-DE21-4AC1-AD38-47FF346B9FC8}" presName="spacer" presStyleCnt="0"/>
      <dgm:spPr/>
    </dgm:pt>
    <dgm:pt modelId="{F7A2FC39-A14B-4A37-A549-CF105E7ABDDE}" type="pres">
      <dgm:prSet presAssocID="{42B8A9B3-0C62-4E1F-B469-F70F1DFD94C3}" presName="parentText" presStyleLbl="node1" presStyleIdx="2" presStyleCnt="4">
        <dgm:presLayoutVars>
          <dgm:chMax val="0"/>
          <dgm:bulletEnabled val="1"/>
        </dgm:presLayoutVars>
      </dgm:prSet>
      <dgm:spPr/>
    </dgm:pt>
    <dgm:pt modelId="{A12D401E-EE3C-4DB4-B814-CC56BFAF7D60}" type="pres">
      <dgm:prSet presAssocID="{5C3C2E22-5256-4F57-A4E8-1580C9B95BC3}" presName="spacer" presStyleCnt="0"/>
      <dgm:spPr/>
    </dgm:pt>
    <dgm:pt modelId="{0692FC34-000C-477C-BD48-C9FFB442D9E4}" type="pres">
      <dgm:prSet presAssocID="{840E04AE-B98E-47E9-B1B3-59CC93F31EBC}" presName="parentText" presStyleLbl="node1" presStyleIdx="3" presStyleCnt="4">
        <dgm:presLayoutVars>
          <dgm:chMax val="0"/>
          <dgm:bulletEnabled val="1"/>
        </dgm:presLayoutVars>
      </dgm:prSet>
      <dgm:spPr/>
    </dgm:pt>
  </dgm:ptLst>
  <dgm:cxnLst>
    <dgm:cxn modelId="{ECB6E100-EBF1-4489-8D86-745B3948E634}" srcId="{6AA9F2B2-E2D3-413C-8087-DA37DF2D7A26}" destId="{BD109214-2B15-4703-B648-02291697EFAC}" srcOrd="0" destOrd="0" parTransId="{0B09DE18-EC60-4F2F-AE80-BB0194E01DFA}" sibTransId="{C09AB364-A709-4566-8121-B71326619CDA}"/>
    <dgm:cxn modelId="{5725B323-09E3-4055-B758-1697F3F7BE6C}" type="presOf" srcId="{F96756A2-45DE-473E-8F6B-D8F24E097F10}" destId="{CE2399C3-292E-43F0-AC00-8A427BCC9704}" srcOrd="0" destOrd="0" presId="urn:microsoft.com/office/officeart/2005/8/layout/vList2"/>
    <dgm:cxn modelId="{189AC12C-F276-42AA-8AC2-5E7D7E240245}" type="presOf" srcId="{840E04AE-B98E-47E9-B1B3-59CC93F31EBC}" destId="{0692FC34-000C-477C-BD48-C9FFB442D9E4}" srcOrd="0" destOrd="0" presId="urn:microsoft.com/office/officeart/2005/8/layout/vList2"/>
    <dgm:cxn modelId="{0B961771-6DFD-464A-B5F3-7AB71D05D089}" type="presOf" srcId="{42B8A9B3-0C62-4E1F-B469-F70F1DFD94C3}" destId="{F7A2FC39-A14B-4A37-A549-CF105E7ABDDE}" srcOrd="0" destOrd="0" presId="urn:microsoft.com/office/officeart/2005/8/layout/vList2"/>
    <dgm:cxn modelId="{CCA38855-00C0-475A-BE2F-20ACA69B0F4A}" srcId="{6AA9F2B2-E2D3-413C-8087-DA37DF2D7A26}" destId="{840E04AE-B98E-47E9-B1B3-59CC93F31EBC}" srcOrd="3" destOrd="0" parTransId="{4529F779-BC98-42F2-894F-F109713EE517}" sibTransId="{AF14354C-653D-407E-8BF9-37C6FCCD9BB0}"/>
    <dgm:cxn modelId="{4AA5E075-0817-43D7-A724-70B47B0A10F9}" srcId="{6AA9F2B2-E2D3-413C-8087-DA37DF2D7A26}" destId="{42B8A9B3-0C62-4E1F-B469-F70F1DFD94C3}" srcOrd="2" destOrd="0" parTransId="{26611869-7F3B-4EAB-91F3-E3118DE84351}" sibTransId="{5C3C2E22-5256-4F57-A4E8-1580C9B95BC3}"/>
    <dgm:cxn modelId="{11468C8B-30E1-4BDC-9887-1EBAE282653D}" type="presOf" srcId="{BD109214-2B15-4703-B648-02291697EFAC}" destId="{5FEF5782-BFAD-4885-A2CA-9667F8B75526}" srcOrd="0" destOrd="0" presId="urn:microsoft.com/office/officeart/2005/8/layout/vList2"/>
    <dgm:cxn modelId="{0356C8A4-372A-4D59-A8CE-10529162E140}" type="presOf" srcId="{6AA9F2B2-E2D3-413C-8087-DA37DF2D7A26}" destId="{B05C8E23-D498-4CE5-A6AB-A1102F93530D}" srcOrd="0" destOrd="0" presId="urn:microsoft.com/office/officeart/2005/8/layout/vList2"/>
    <dgm:cxn modelId="{3D2278E4-5A36-4036-9A1D-7D45C8BE74AC}" srcId="{6AA9F2B2-E2D3-413C-8087-DA37DF2D7A26}" destId="{F96756A2-45DE-473E-8F6B-D8F24E097F10}" srcOrd="1" destOrd="0" parTransId="{52173833-ECC2-4ABC-AECF-35AB069A3435}" sibTransId="{98487676-DE21-4AC1-AD38-47FF346B9FC8}"/>
    <dgm:cxn modelId="{725E694A-070B-4A5C-9E22-05111B47E085}" type="presParOf" srcId="{B05C8E23-D498-4CE5-A6AB-A1102F93530D}" destId="{5FEF5782-BFAD-4885-A2CA-9667F8B75526}" srcOrd="0" destOrd="0" presId="urn:microsoft.com/office/officeart/2005/8/layout/vList2"/>
    <dgm:cxn modelId="{DA918935-3D16-43ED-A3A1-2BA0348C0434}" type="presParOf" srcId="{B05C8E23-D498-4CE5-A6AB-A1102F93530D}" destId="{C73E588A-E007-4955-9667-CEEEBA04ADAC}" srcOrd="1" destOrd="0" presId="urn:microsoft.com/office/officeart/2005/8/layout/vList2"/>
    <dgm:cxn modelId="{262D28BC-E2B8-4A19-828B-43AC1C2BACCE}" type="presParOf" srcId="{B05C8E23-D498-4CE5-A6AB-A1102F93530D}" destId="{CE2399C3-292E-43F0-AC00-8A427BCC9704}" srcOrd="2" destOrd="0" presId="urn:microsoft.com/office/officeart/2005/8/layout/vList2"/>
    <dgm:cxn modelId="{4738120A-60A2-486B-8509-81D65565491A}" type="presParOf" srcId="{B05C8E23-D498-4CE5-A6AB-A1102F93530D}" destId="{CE8D6D6F-EB87-4601-A15A-DEB03D7FF086}" srcOrd="3" destOrd="0" presId="urn:microsoft.com/office/officeart/2005/8/layout/vList2"/>
    <dgm:cxn modelId="{C3A26F6F-16BE-4DAC-9D0A-8B40379ACBE1}" type="presParOf" srcId="{B05C8E23-D498-4CE5-A6AB-A1102F93530D}" destId="{F7A2FC39-A14B-4A37-A549-CF105E7ABDDE}" srcOrd="4" destOrd="0" presId="urn:microsoft.com/office/officeart/2005/8/layout/vList2"/>
    <dgm:cxn modelId="{4C3E1494-4453-48D6-ADD6-FF8F880569B7}" type="presParOf" srcId="{B05C8E23-D498-4CE5-A6AB-A1102F93530D}" destId="{A12D401E-EE3C-4DB4-B814-CC56BFAF7D60}" srcOrd="5" destOrd="0" presId="urn:microsoft.com/office/officeart/2005/8/layout/vList2"/>
    <dgm:cxn modelId="{5163D405-7F95-4E64-91F4-60D4EF478F11}" type="presParOf" srcId="{B05C8E23-D498-4CE5-A6AB-A1102F93530D}" destId="{0692FC34-000C-477C-BD48-C9FFB442D9E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0E1B1602-4571-4D85-92EF-6343745171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F4BDB8D-4831-441A-84FE-26097F63534E}">
      <dgm:prSet/>
      <dgm:spPr/>
      <dgm:t>
        <a:bodyPr/>
        <a:lstStyle/>
        <a:p>
          <a:r>
            <a:rPr lang="ru-RU" b="0" i="0"/>
            <a:t>Н. Махна.</a:t>
          </a:r>
          <a:endParaRPr lang="uk-UA"/>
        </a:p>
      </dgm:t>
    </dgm:pt>
    <dgm:pt modelId="{E71C4415-389F-450A-8B9C-8F73748BF500}" type="parTrans" cxnId="{7FF3A3EA-87FD-479E-8BFA-1F4C78619A67}">
      <dgm:prSet/>
      <dgm:spPr/>
      <dgm:t>
        <a:bodyPr/>
        <a:lstStyle/>
        <a:p>
          <a:endParaRPr lang="uk-UA"/>
        </a:p>
      </dgm:t>
    </dgm:pt>
    <dgm:pt modelId="{B403E5DD-2A1C-42F0-91E2-9BF606A8602D}" type="sibTrans" cxnId="{7FF3A3EA-87FD-479E-8BFA-1F4C78619A67}">
      <dgm:prSet/>
      <dgm:spPr/>
      <dgm:t>
        <a:bodyPr/>
        <a:lstStyle/>
        <a:p>
          <a:endParaRPr lang="uk-UA"/>
        </a:p>
      </dgm:t>
    </dgm:pt>
    <dgm:pt modelId="{3A225755-AD1A-40BD-9439-FF5FC0432C72}">
      <dgm:prSet/>
      <dgm:spPr/>
      <dgm:t>
        <a:bodyPr/>
        <a:lstStyle/>
        <a:p>
          <a:r>
            <a:rPr lang="ru-RU" b="0" i="0"/>
            <a:t>А. Денікіна.</a:t>
          </a:r>
          <a:endParaRPr lang="uk-UA"/>
        </a:p>
      </dgm:t>
    </dgm:pt>
    <dgm:pt modelId="{C2749923-87B2-419F-A95E-36F2A19B998A}" type="parTrans" cxnId="{6F2655ED-AC4C-4273-84F9-9E7CF44059C3}">
      <dgm:prSet/>
      <dgm:spPr/>
      <dgm:t>
        <a:bodyPr/>
        <a:lstStyle/>
        <a:p>
          <a:endParaRPr lang="uk-UA"/>
        </a:p>
      </dgm:t>
    </dgm:pt>
    <dgm:pt modelId="{4B4A82F2-CF23-44CA-8FF3-ED83A5478007}" type="sibTrans" cxnId="{6F2655ED-AC4C-4273-84F9-9E7CF44059C3}">
      <dgm:prSet/>
      <dgm:spPr/>
      <dgm:t>
        <a:bodyPr/>
        <a:lstStyle/>
        <a:p>
          <a:endParaRPr lang="uk-UA"/>
        </a:p>
      </dgm:t>
    </dgm:pt>
    <dgm:pt modelId="{DA435897-553E-4A60-855D-D4E40A096D29}">
      <dgm:prSet/>
      <dgm:spPr/>
      <dgm:t>
        <a:bodyPr/>
        <a:lstStyle/>
        <a:p>
          <a:r>
            <a:rPr lang="ru-RU" b="0" i="0"/>
            <a:t>М. Григор’єва.</a:t>
          </a:r>
          <a:endParaRPr lang="uk-UA"/>
        </a:p>
      </dgm:t>
    </dgm:pt>
    <dgm:pt modelId="{D47FBEA3-D3FA-4211-B2F9-2F46440613FF}" type="parTrans" cxnId="{C818C480-1CDD-488E-B2DE-A6F779347A6D}">
      <dgm:prSet/>
      <dgm:spPr/>
      <dgm:t>
        <a:bodyPr/>
        <a:lstStyle/>
        <a:p>
          <a:endParaRPr lang="uk-UA"/>
        </a:p>
      </dgm:t>
    </dgm:pt>
    <dgm:pt modelId="{0CD3D06D-746D-49EB-9DA8-632E8DDC5F42}" type="sibTrans" cxnId="{C818C480-1CDD-488E-B2DE-A6F779347A6D}">
      <dgm:prSet/>
      <dgm:spPr/>
      <dgm:t>
        <a:bodyPr/>
        <a:lstStyle/>
        <a:p>
          <a:endParaRPr lang="uk-UA"/>
        </a:p>
      </dgm:t>
    </dgm:pt>
    <dgm:pt modelId="{45F81B46-44A3-42A9-A374-DF0AC4AB3F71}">
      <dgm:prSet/>
      <dgm:spPr/>
      <dgm:t>
        <a:bodyPr/>
        <a:lstStyle/>
        <a:p>
          <a:r>
            <a:rPr lang="ru-RU" b="0" i="0"/>
            <a:t>П. Скоропадського</a:t>
          </a:r>
          <a:endParaRPr lang="uk-UA"/>
        </a:p>
      </dgm:t>
    </dgm:pt>
    <dgm:pt modelId="{52C66063-E201-4EC2-BD54-C5DF5892DF81}" type="parTrans" cxnId="{A86B5919-BD6A-4118-875A-448F9A570B04}">
      <dgm:prSet/>
      <dgm:spPr/>
      <dgm:t>
        <a:bodyPr/>
        <a:lstStyle/>
        <a:p>
          <a:endParaRPr lang="uk-UA"/>
        </a:p>
      </dgm:t>
    </dgm:pt>
    <dgm:pt modelId="{894D7EC1-971E-4120-BA5B-C3592497F9AE}" type="sibTrans" cxnId="{A86B5919-BD6A-4118-875A-448F9A570B04}">
      <dgm:prSet/>
      <dgm:spPr/>
      <dgm:t>
        <a:bodyPr/>
        <a:lstStyle/>
        <a:p>
          <a:endParaRPr lang="uk-UA"/>
        </a:p>
      </dgm:t>
    </dgm:pt>
    <dgm:pt modelId="{C9A9E832-4085-4093-9914-1AE14FB7CD40}" type="pres">
      <dgm:prSet presAssocID="{0E1B1602-4571-4D85-92EF-634374517178}" presName="linear" presStyleCnt="0">
        <dgm:presLayoutVars>
          <dgm:animLvl val="lvl"/>
          <dgm:resizeHandles val="exact"/>
        </dgm:presLayoutVars>
      </dgm:prSet>
      <dgm:spPr/>
    </dgm:pt>
    <dgm:pt modelId="{1EB21D69-D39B-4469-A9CA-D8824A5AE3AF}" type="pres">
      <dgm:prSet presAssocID="{9F4BDB8D-4831-441A-84FE-26097F63534E}" presName="parentText" presStyleLbl="node1" presStyleIdx="0" presStyleCnt="4">
        <dgm:presLayoutVars>
          <dgm:chMax val="0"/>
          <dgm:bulletEnabled val="1"/>
        </dgm:presLayoutVars>
      </dgm:prSet>
      <dgm:spPr/>
    </dgm:pt>
    <dgm:pt modelId="{24FC523E-663A-4F28-A55F-426DCA22A8B9}" type="pres">
      <dgm:prSet presAssocID="{B403E5DD-2A1C-42F0-91E2-9BF606A8602D}" presName="spacer" presStyleCnt="0"/>
      <dgm:spPr/>
    </dgm:pt>
    <dgm:pt modelId="{4CC7940E-2902-447D-8D77-AE7402CFA656}" type="pres">
      <dgm:prSet presAssocID="{3A225755-AD1A-40BD-9439-FF5FC0432C72}" presName="parentText" presStyleLbl="node1" presStyleIdx="1" presStyleCnt="4">
        <dgm:presLayoutVars>
          <dgm:chMax val="0"/>
          <dgm:bulletEnabled val="1"/>
        </dgm:presLayoutVars>
      </dgm:prSet>
      <dgm:spPr/>
    </dgm:pt>
    <dgm:pt modelId="{4771F959-DC64-4276-8B98-A786A2E56189}" type="pres">
      <dgm:prSet presAssocID="{4B4A82F2-CF23-44CA-8FF3-ED83A5478007}" presName="spacer" presStyleCnt="0"/>
      <dgm:spPr/>
    </dgm:pt>
    <dgm:pt modelId="{04E29786-BA3D-4E09-B2EE-87D17C9EFC9F}" type="pres">
      <dgm:prSet presAssocID="{DA435897-553E-4A60-855D-D4E40A096D29}" presName="parentText" presStyleLbl="node1" presStyleIdx="2" presStyleCnt="4">
        <dgm:presLayoutVars>
          <dgm:chMax val="0"/>
          <dgm:bulletEnabled val="1"/>
        </dgm:presLayoutVars>
      </dgm:prSet>
      <dgm:spPr/>
    </dgm:pt>
    <dgm:pt modelId="{D12B7D0D-0B16-48A0-81FB-7D7EB53CA022}" type="pres">
      <dgm:prSet presAssocID="{0CD3D06D-746D-49EB-9DA8-632E8DDC5F42}" presName="spacer" presStyleCnt="0"/>
      <dgm:spPr/>
    </dgm:pt>
    <dgm:pt modelId="{5AB32EA0-E1B4-40EF-9E9E-3625F414BC40}" type="pres">
      <dgm:prSet presAssocID="{45F81B46-44A3-42A9-A374-DF0AC4AB3F71}" presName="parentText" presStyleLbl="node1" presStyleIdx="3" presStyleCnt="4">
        <dgm:presLayoutVars>
          <dgm:chMax val="0"/>
          <dgm:bulletEnabled val="1"/>
        </dgm:presLayoutVars>
      </dgm:prSet>
      <dgm:spPr/>
    </dgm:pt>
  </dgm:ptLst>
  <dgm:cxnLst>
    <dgm:cxn modelId="{A86B5919-BD6A-4118-875A-448F9A570B04}" srcId="{0E1B1602-4571-4D85-92EF-634374517178}" destId="{45F81B46-44A3-42A9-A374-DF0AC4AB3F71}" srcOrd="3" destOrd="0" parTransId="{52C66063-E201-4EC2-BD54-C5DF5892DF81}" sibTransId="{894D7EC1-971E-4120-BA5B-C3592497F9AE}"/>
    <dgm:cxn modelId="{DF42F05E-8BC0-42BA-9D16-28B0D2FF6D24}" type="presOf" srcId="{DA435897-553E-4A60-855D-D4E40A096D29}" destId="{04E29786-BA3D-4E09-B2EE-87D17C9EFC9F}" srcOrd="0" destOrd="0" presId="urn:microsoft.com/office/officeart/2005/8/layout/vList2"/>
    <dgm:cxn modelId="{76783578-5C35-4736-8A22-AF92C8EA2A66}" type="presOf" srcId="{0E1B1602-4571-4D85-92EF-634374517178}" destId="{C9A9E832-4085-4093-9914-1AE14FB7CD40}" srcOrd="0" destOrd="0" presId="urn:microsoft.com/office/officeart/2005/8/layout/vList2"/>
    <dgm:cxn modelId="{51E7305A-8BB5-43D2-AE5C-5E02021AD5E1}" type="presOf" srcId="{45F81B46-44A3-42A9-A374-DF0AC4AB3F71}" destId="{5AB32EA0-E1B4-40EF-9E9E-3625F414BC40}" srcOrd="0" destOrd="0" presId="urn:microsoft.com/office/officeart/2005/8/layout/vList2"/>
    <dgm:cxn modelId="{C818C480-1CDD-488E-B2DE-A6F779347A6D}" srcId="{0E1B1602-4571-4D85-92EF-634374517178}" destId="{DA435897-553E-4A60-855D-D4E40A096D29}" srcOrd="2" destOrd="0" parTransId="{D47FBEA3-D3FA-4211-B2F9-2F46440613FF}" sibTransId="{0CD3D06D-746D-49EB-9DA8-632E8DDC5F42}"/>
    <dgm:cxn modelId="{B475BF97-B7C6-4024-88A1-78E62BBD5287}" type="presOf" srcId="{9F4BDB8D-4831-441A-84FE-26097F63534E}" destId="{1EB21D69-D39B-4469-A9CA-D8824A5AE3AF}" srcOrd="0" destOrd="0" presId="urn:microsoft.com/office/officeart/2005/8/layout/vList2"/>
    <dgm:cxn modelId="{7FF3A3EA-87FD-479E-8BFA-1F4C78619A67}" srcId="{0E1B1602-4571-4D85-92EF-634374517178}" destId="{9F4BDB8D-4831-441A-84FE-26097F63534E}" srcOrd="0" destOrd="0" parTransId="{E71C4415-389F-450A-8B9C-8F73748BF500}" sibTransId="{B403E5DD-2A1C-42F0-91E2-9BF606A8602D}"/>
    <dgm:cxn modelId="{6F2655ED-AC4C-4273-84F9-9E7CF44059C3}" srcId="{0E1B1602-4571-4D85-92EF-634374517178}" destId="{3A225755-AD1A-40BD-9439-FF5FC0432C72}" srcOrd="1" destOrd="0" parTransId="{C2749923-87B2-419F-A95E-36F2A19B998A}" sibTransId="{4B4A82F2-CF23-44CA-8FF3-ED83A5478007}"/>
    <dgm:cxn modelId="{009B02F0-B26F-4C2D-B591-0871954592E9}" type="presOf" srcId="{3A225755-AD1A-40BD-9439-FF5FC0432C72}" destId="{4CC7940E-2902-447D-8D77-AE7402CFA656}" srcOrd="0" destOrd="0" presId="urn:microsoft.com/office/officeart/2005/8/layout/vList2"/>
    <dgm:cxn modelId="{3CDA376C-401F-4771-B4E3-FD21B330137E}" type="presParOf" srcId="{C9A9E832-4085-4093-9914-1AE14FB7CD40}" destId="{1EB21D69-D39B-4469-A9CA-D8824A5AE3AF}" srcOrd="0" destOrd="0" presId="urn:microsoft.com/office/officeart/2005/8/layout/vList2"/>
    <dgm:cxn modelId="{D6AB95D0-526E-4A88-81A6-CB5D3C29ABBA}" type="presParOf" srcId="{C9A9E832-4085-4093-9914-1AE14FB7CD40}" destId="{24FC523E-663A-4F28-A55F-426DCA22A8B9}" srcOrd="1" destOrd="0" presId="urn:microsoft.com/office/officeart/2005/8/layout/vList2"/>
    <dgm:cxn modelId="{44292053-F200-4403-BD8B-6234467974B0}" type="presParOf" srcId="{C9A9E832-4085-4093-9914-1AE14FB7CD40}" destId="{4CC7940E-2902-447D-8D77-AE7402CFA656}" srcOrd="2" destOrd="0" presId="urn:microsoft.com/office/officeart/2005/8/layout/vList2"/>
    <dgm:cxn modelId="{8BDF6E49-C9EE-4B4C-8428-FCC45FE21B74}" type="presParOf" srcId="{C9A9E832-4085-4093-9914-1AE14FB7CD40}" destId="{4771F959-DC64-4276-8B98-A786A2E56189}" srcOrd="3" destOrd="0" presId="urn:microsoft.com/office/officeart/2005/8/layout/vList2"/>
    <dgm:cxn modelId="{C2A20599-3859-4E88-87D3-63688FA18D58}" type="presParOf" srcId="{C9A9E832-4085-4093-9914-1AE14FB7CD40}" destId="{04E29786-BA3D-4E09-B2EE-87D17C9EFC9F}" srcOrd="4" destOrd="0" presId="urn:microsoft.com/office/officeart/2005/8/layout/vList2"/>
    <dgm:cxn modelId="{0210959E-2C5E-4EF7-9D87-5886BA45DDE2}" type="presParOf" srcId="{C9A9E832-4085-4093-9914-1AE14FB7CD40}" destId="{D12B7D0D-0B16-48A0-81FB-7D7EB53CA022}" srcOrd="5" destOrd="0" presId="urn:microsoft.com/office/officeart/2005/8/layout/vList2"/>
    <dgm:cxn modelId="{EDC47DFB-06E7-4C85-BA16-A15CB356D342}" type="presParOf" srcId="{C9A9E832-4085-4093-9914-1AE14FB7CD40}" destId="{5AB32EA0-E1B4-40EF-9E9E-3625F414BC4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0E556800-FF48-4E46-9D05-6871A2D33316}"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7F72E266-8F38-4546-A262-3855A7169F65}">
      <dgm:prSet/>
      <dgm:spPr/>
      <dgm:t>
        <a:bodyPr/>
        <a:lstStyle/>
        <a:p>
          <a:r>
            <a:rPr lang="ru-RU" b="0" i="0"/>
            <a:t>1918 р.</a:t>
          </a:r>
          <a:endParaRPr lang="uk-UA"/>
        </a:p>
      </dgm:t>
    </dgm:pt>
    <dgm:pt modelId="{9A574E8B-5FE5-4B44-AA00-B21A50A34C09}" type="parTrans" cxnId="{B81B01FE-D749-4EC0-992F-9170D6D73059}">
      <dgm:prSet/>
      <dgm:spPr/>
      <dgm:t>
        <a:bodyPr/>
        <a:lstStyle/>
        <a:p>
          <a:endParaRPr lang="uk-UA"/>
        </a:p>
      </dgm:t>
    </dgm:pt>
    <dgm:pt modelId="{3C58E57F-1B3F-4A9D-AAB8-9F51735C88E9}" type="sibTrans" cxnId="{B81B01FE-D749-4EC0-992F-9170D6D73059}">
      <dgm:prSet/>
      <dgm:spPr/>
      <dgm:t>
        <a:bodyPr/>
        <a:lstStyle/>
        <a:p>
          <a:endParaRPr lang="uk-UA"/>
        </a:p>
      </dgm:t>
    </dgm:pt>
    <dgm:pt modelId="{A757F55A-3F92-48F6-BDAA-9834B32E2FC8}">
      <dgm:prSet/>
      <dgm:spPr/>
      <dgm:t>
        <a:bodyPr/>
        <a:lstStyle/>
        <a:p>
          <a:r>
            <a:rPr lang="ru-RU" b="0" i="0"/>
            <a:t>1919 р.</a:t>
          </a:r>
          <a:endParaRPr lang="uk-UA"/>
        </a:p>
      </dgm:t>
    </dgm:pt>
    <dgm:pt modelId="{0146396B-50CF-4F55-832C-F5BFDD0836F3}" type="parTrans" cxnId="{D110054A-2969-4261-B342-3D50D4B0654F}">
      <dgm:prSet/>
      <dgm:spPr/>
      <dgm:t>
        <a:bodyPr/>
        <a:lstStyle/>
        <a:p>
          <a:endParaRPr lang="uk-UA"/>
        </a:p>
      </dgm:t>
    </dgm:pt>
    <dgm:pt modelId="{47007933-18E2-4AE5-905C-D1CA7EF9A0C3}" type="sibTrans" cxnId="{D110054A-2969-4261-B342-3D50D4B0654F}">
      <dgm:prSet/>
      <dgm:spPr/>
      <dgm:t>
        <a:bodyPr/>
        <a:lstStyle/>
        <a:p>
          <a:endParaRPr lang="uk-UA"/>
        </a:p>
      </dgm:t>
    </dgm:pt>
    <dgm:pt modelId="{965042FD-350C-4C15-B428-6BFFE46B71E2}">
      <dgm:prSet/>
      <dgm:spPr/>
      <dgm:t>
        <a:bodyPr/>
        <a:lstStyle/>
        <a:p>
          <a:r>
            <a:rPr lang="ru-RU" b="0" i="0"/>
            <a:t>1920 р.</a:t>
          </a:r>
          <a:endParaRPr lang="uk-UA"/>
        </a:p>
      </dgm:t>
    </dgm:pt>
    <dgm:pt modelId="{D3AE5662-F15E-410B-9C63-88627ABFE1AE}" type="parTrans" cxnId="{B6A8CC14-C6B5-44FE-978A-9794C3BBE6EA}">
      <dgm:prSet/>
      <dgm:spPr/>
      <dgm:t>
        <a:bodyPr/>
        <a:lstStyle/>
        <a:p>
          <a:endParaRPr lang="uk-UA"/>
        </a:p>
      </dgm:t>
    </dgm:pt>
    <dgm:pt modelId="{64FF5101-45CB-4743-AE6A-BFCC202FB2C0}" type="sibTrans" cxnId="{B6A8CC14-C6B5-44FE-978A-9794C3BBE6EA}">
      <dgm:prSet/>
      <dgm:spPr/>
      <dgm:t>
        <a:bodyPr/>
        <a:lstStyle/>
        <a:p>
          <a:endParaRPr lang="uk-UA"/>
        </a:p>
      </dgm:t>
    </dgm:pt>
    <dgm:pt modelId="{3CF0FC9E-A7E0-4530-AA0C-18DA2E71B197}">
      <dgm:prSet/>
      <dgm:spPr/>
      <dgm:t>
        <a:bodyPr/>
        <a:lstStyle/>
        <a:p>
          <a:r>
            <a:rPr lang="ru-RU" b="0" i="0"/>
            <a:t>1921 р.</a:t>
          </a:r>
          <a:endParaRPr lang="uk-UA"/>
        </a:p>
      </dgm:t>
    </dgm:pt>
    <dgm:pt modelId="{EB979B83-B69D-4E87-8492-EC0A65921E67}" type="parTrans" cxnId="{1F5FAC75-1610-4769-8250-4C71D1C51970}">
      <dgm:prSet/>
      <dgm:spPr/>
      <dgm:t>
        <a:bodyPr/>
        <a:lstStyle/>
        <a:p>
          <a:endParaRPr lang="uk-UA"/>
        </a:p>
      </dgm:t>
    </dgm:pt>
    <dgm:pt modelId="{664CE918-247F-4A51-B37A-EAAD77AB2B84}" type="sibTrans" cxnId="{1F5FAC75-1610-4769-8250-4C71D1C51970}">
      <dgm:prSet/>
      <dgm:spPr/>
      <dgm:t>
        <a:bodyPr/>
        <a:lstStyle/>
        <a:p>
          <a:endParaRPr lang="uk-UA"/>
        </a:p>
      </dgm:t>
    </dgm:pt>
    <dgm:pt modelId="{254AF559-B67E-45B1-888A-94ACBC888C1B}" type="pres">
      <dgm:prSet presAssocID="{0E556800-FF48-4E46-9D05-6871A2D33316}" presName="matrix" presStyleCnt="0">
        <dgm:presLayoutVars>
          <dgm:chMax val="1"/>
          <dgm:dir/>
          <dgm:resizeHandles val="exact"/>
        </dgm:presLayoutVars>
      </dgm:prSet>
      <dgm:spPr/>
    </dgm:pt>
    <dgm:pt modelId="{621E96E6-EEA3-449D-9530-B6051DAFC8AA}" type="pres">
      <dgm:prSet presAssocID="{0E556800-FF48-4E46-9D05-6871A2D33316}" presName="diamond" presStyleLbl="bgShp" presStyleIdx="0" presStyleCnt="1"/>
      <dgm:spPr/>
    </dgm:pt>
    <dgm:pt modelId="{AE11BA26-5E01-47C4-BE7F-5B484BB861E1}" type="pres">
      <dgm:prSet presAssocID="{0E556800-FF48-4E46-9D05-6871A2D33316}" presName="quad1" presStyleLbl="node1" presStyleIdx="0" presStyleCnt="4">
        <dgm:presLayoutVars>
          <dgm:chMax val="0"/>
          <dgm:chPref val="0"/>
          <dgm:bulletEnabled val="1"/>
        </dgm:presLayoutVars>
      </dgm:prSet>
      <dgm:spPr/>
    </dgm:pt>
    <dgm:pt modelId="{E4DDF6CF-EC6D-494C-96AD-A550DE7267BF}" type="pres">
      <dgm:prSet presAssocID="{0E556800-FF48-4E46-9D05-6871A2D33316}" presName="quad2" presStyleLbl="node1" presStyleIdx="1" presStyleCnt="4">
        <dgm:presLayoutVars>
          <dgm:chMax val="0"/>
          <dgm:chPref val="0"/>
          <dgm:bulletEnabled val="1"/>
        </dgm:presLayoutVars>
      </dgm:prSet>
      <dgm:spPr/>
    </dgm:pt>
    <dgm:pt modelId="{3D74CE81-6E17-4958-ADAF-8FF366AA808C}" type="pres">
      <dgm:prSet presAssocID="{0E556800-FF48-4E46-9D05-6871A2D33316}" presName="quad3" presStyleLbl="node1" presStyleIdx="2" presStyleCnt="4">
        <dgm:presLayoutVars>
          <dgm:chMax val="0"/>
          <dgm:chPref val="0"/>
          <dgm:bulletEnabled val="1"/>
        </dgm:presLayoutVars>
      </dgm:prSet>
      <dgm:spPr/>
    </dgm:pt>
    <dgm:pt modelId="{16FA0434-ABDE-4C42-BE2D-B8D407B6CC86}" type="pres">
      <dgm:prSet presAssocID="{0E556800-FF48-4E46-9D05-6871A2D33316}" presName="quad4" presStyleLbl="node1" presStyleIdx="3" presStyleCnt="4">
        <dgm:presLayoutVars>
          <dgm:chMax val="0"/>
          <dgm:chPref val="0"/>
          <dgm:bulletEnabled val="1"/>
        </dgm:presLayoutVars>
      </dgm:prSet>
      <dgm:spPr/>
    </dgm:pt>
  </dgm:ptLst>
  <dgm:cxnLst>
    <dgm:cxn modelId="{B350F202-0513-4C6D-9EBB-12354A031BD9}" type="presOf" srcId="{7F72E266-8F38-4546-A262-3855A7169F65}" destId="{AE11BA26-5E01-47C4-BE7F-5B484BB861E1}" srcOrd="0" destOrd="0" presId="urn:microsoft.com/office/officeart/2005/8/layout/matrix3"/>
    <dgm:cxn modelId="{B6A8CC14-C6B5-44FE-978A-9794C3BBE6EA}" srcId="{0E556800-FF48-4E46-9D05-6871A2D33316}" destId="{965042FD-350C-4C15-B428-6BFFE46B71E2}" srcOrd="2" destOrd="0" parTransId="{D3AE5662-F15E-410B-9C63-88627ABFE1AE}" sibTransId="{64FF5101-45CB-4743-AE6A-BFCC202FB2C0}"/>
    <dgm:cxn modelId="{651E3328-ABC2-4D51-B219-653690831E2F}" type="presOf" srcId="{3CF0FC9E-A7E0-4530-AA0C-18DA2E71B197}" destId="{16FA0434-ABDE-4C42-BE2D-B8D407B6CC86}" srcOrd="0" destOrd="0" presId="urn:microsoft.com/office/officeart/2005/8/layout/matrix3"/>
    <dgm:cxn modelId="{D110054A-2969-4261-B342-3D50D4B0654F}" srcId="{0E556800-FF48-4E46-9D05-6871A2D33316}" destId="{A757F55A-3F92-48F6-BDAA-9834B32E2FC8}" srcOrd="1" destOrd="0" parTransId="{0146396B-50CF-4F55-832C-F5BFDD0836F3}" sibTransId="{47007933-18E2-4AE5-905C-D1CA7EF9A0C3}"/>
    <dgm:cxn modelId="{1F5FAC75-1610-4769-8250-4C71D1C51970}" srcId="{0E556800-FF48-4E46-9D05-6871A2D33316}" destId="{3CF0FC9E-A7E0-4530-AA0C-18DA2E71B197}" srcOrd="3" destOrd="0" parTransId="{EB979B83-B69D-4E87-8492-EC0A65921E67}" sibTransId="{664CE918-247F-4A51-B37A-EAAD77AB2B84}"/>
    <dgm:cxn modelId="{6AB631AF-8DBB-428B-BE54-A944E9C03012}" type="presOf" srcId="{A757F55A-3F92-48F6-BDAA-9834B32E2FC8}" destId="{E4DDF6CF-EC6D-494C-96AD-A550DE7267BF}" srcOrd="0" destOrd="0" presId="urn:microsoft.com/office/officeart/2005/8/layout/matrix3"/>
    <dgm:cxn modelId="{6F221BC0-709F-412E-B9C0-1AC15457C0BB}" type="presOf" srcId="{0E556800-FF48-4E46-9D05-6871A2D33316}" destId="{254AF559-B67E-45B1-888A-94ACBC888C1B}" srcOrd="0" destOrd="0" presId="urn:microsoft.com/office/officeart/2005/8/layout/matrix3"/>
    <dgm:cxn modelId="{AEC8D4F2-F217-4E3A-96D8-DF0C38935F89}" type="presOf" srcId="{965042FD-350C-4C15-B428-6BFFE46B71E2}" destId="{3D74CE81-6E17-4958-ADAF-8FF366AA808C}" srcOrd="0" destOrd="0" presId="urn:microsoft.com/office/officeart/2005/8/layout/matrix3"/>
    <dgm:cxn modelId="{B81B01FE-D749-4EC0-992F-9170D6D73059}" srcId="{0E556800-FF48-4E46-9D05-6871A2D33316}" destId="{7F72E266-8F38-4546-A262-3855A7169F65}" srcOrd="0" destOrd="0" parTransId="{9A574E8B-5FE5-4B44-AA00-B21A50A34C09}" sibTransId="{3C58E57F-1B3F-4A9D-AAB8-9F51735C88E9}"/>
    <dgm:cxn modelId="{C3C5588E-FAFF-4B99-A078-6B037817A52E}" type="presParOf" srcId="{254AF559-B67E-45B1-888A-94ACBC888C1B}" destId="{621E96E6-EEA3-449D-9530-B6051DAFC8AA}" srcOrd="0" destOrd="0" presId="urn:microsoft.com/office/officeart/2005/8/layout/matrix3"/>
    <dgm:cxn modelId="{A19C4EF3-E4EC-4F31-B06F-ED5FEAA89C9F}" type="presParOf" srcId="{254AF559-B67E-45B1-888A-94ACBC888C1B}" destId="{AE11BA26-5E01-47C4-BE7F-5B484BB861E1}" srcOrd="1" destOrd="0" presId="urn:microsoft.com/office/officeart/2005/8/layout/matrix3"/>
    <dgm:cxn modelId="{EAA0D963-5E3E-4669-9244-63325BEFADE8}" type="presParOf" srcId="{254AF559-B67E-45B1-888A-94ACBC888C1B}" destId="{E4DDF6CF-EC6D-494C-96AD-A550DE7267BF}" srcOrd="2" destOrd="0" presId="urn:microsoft.com/office/officeart/2005/8/layout/matrix3"/>
    <dgm:cxn modelId="{982869EB-CDDF-4C75-9030-86793F9C6E64}" type="presParOf" srcId="{254AF559-B67E-45B1-888A-94ACBC888C1B}" destId="{3D74CE81-6E17-4958-ADAF-8FF366AA808C}" srcOrd="3" destOrd="0" presId="urn:microsoft.com/office/officeart/2005/8/layout/matrix3"/>
    <dgm:cxn modelId="{41E734DA-D245-4DAD-9BC9-E839102D10F4}" type="presParOf" srcId="{254AF559-B67E-45B1-888A-94ACBC888C1B}" destId="{16FA0434-ABDE-4C42-BE2D-B8D407B6CC8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5AF52ED6-C25F-43CA-9AAE-E0F9FCF7BAE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589C7CD-CBA3-4B50-B15D-A4FB77883E39}">
      <dgm:prSet/>
      <dgm:spPr/>
      <dgm:t>
        <a:bodyPr/>
        <a:lstStyle/>
        <a:p>
          <a:r>
            <a:rPr lang="ru-RU" b="0" i="0" dirty="0"/>
            <a:t>«</a:t>
          </a:r>
          <a:r>
            <a:rPr lang="ru-RU" b="0" i="0" dirty="0" err="1"/>
            <a:t>Листопадового</a:t>
          </a:r>
          <a:r>
            <a:rPr lang="ru-RU" b="0" i="0" dirty="0"/>
            <a:t> </a:t>
          </a:r>
          <a:r>
            <a:rPr lang="ru-RU" b="0" i="0" dirty="0" err="1"/>
            <a:t>зриву</a:t>
          </a:r>
          <a:r>
            <a:rPr lang="ru-RU" b="0" i="0" dirty="0"/>
            <a:t>».</a:t>
          </a:r>
          <a:endParaRPr lang="uk-UA" dirty="0"/>
        </a:p>
      </dgm:t>
    </dgm:pt>
    <dgm:pt modelId="{05FD7AE6-A747-4CB5-BBAB-ABFA339F5233}" type="parTrans" cxnId="{29C6EDD4-0237-4ED8-8B6F-9C0853939FA2}">
      <dgm:prSet/>
      <dgm:spPr/>
      <dgm:t>
        <a:bodyPr/>
        <a:lstStyle/>
        <a:p>
          <a:endParaRPr lang="uk-UA"/>
        </a:p>
      </dgm:t>
    </dgm:pt>
    <dgm:pt modelId="{4E3B6232-C337-4F47-9BDF-3228E9852618}" type="sibTrans" cxnId="{29C6EDD4-0237-4ED8-8B6F-9C0853939FA2}">
      <dgm:prSet/>
      <dgm:spPr/>
      <dgm:t>
        <a:bodyPr/>
        <a:lstStyle/>
        <a:p>
          <a:endParaRPr lang="uk-UA"/>
        </a:p>
      </dgm:t>
    </dgm:pt>
    <dgm:pt modelId="{B450A642-F84D-4F14-BEA2-4B114EF73385}">
      <dgm:prSet/>
      <dgm:spPr/>
      <dgm:t>
        <a:bodyPr/>
        <a:lstStyle/>
        <a:p>
          <a:r>
            <a:rPr lang="ru-RU" b="0" i="0"/>
            <a:t>«Чортківської офензиви».</a:t>
          </a:r>
          <a:endParaRPr lang="uk-UA"/>
        </a:p>
      </dgm:t>
    </dgm:pt>
    <dgm:pt modelId="{5746BF03-A96A-4E5A-A331-5205659EF7E5}" type="parTrans" cxnId="{129691B5-1ADF-4CAD-9717-675D3437B33F}">
      <dgm:prSet/>
      <dgm:spPr/>
      <dgm:t>
        <a:bodyPr/>
        <a:lstStyle/>
        <a:p>
          <a:endParaRPr lang="uk-UA"/>
        </a:p>
      </dgm:t>
    </dgm:pt>
    <dgm:pt modelId="{F629ADD3-6C7E-495E-90CC-9F5994F2C4A8}" type="sibTrans" cxnId="{129691B5-1ADF-4CAD-9717-675D3437B33F}">
      <dgm:prSet/>
      <dgm:spPr/>
      <dgm:t>
        <a:bodyPr/>
        <a:lstStyle/>
        <a:p>
          <a:endParaRPr lang="uk-UA"/>
        </a:p>
      </dgm:t>
    </dgm:pt>
    <dgm:pt modelId="{5C3E549F-F2E3-4B5C-B5B0-A91F56158E91}">
      <dgm:prSet/>
      <dgm:spPr/>
      <dgm:t>
        <a:bodyPr/>
        <a:lstStyle/>
        <a:p>
          <a:r>
            <a:rPr lang="ru-RU" b="0" i="0"/>
            <a:t>«Київської катастрофи».</a:t>
          </a:r>
          <a:endParaRPr lang="uk-UA"/>
        </a:p>
      </dgm:t>
    </dgm:pt>
    <dgm:pt modelId="{FAF67A5B-49A6-4590-B250-94DAA2A680D6}" type="parTrans" cxnId="{63D72614-2755-48D1-B32B-AA54E55EEAB4}">
      <dgm:prSet/>
      <dgm:spPr/>
      <dgm:t>
        <a:bodyPr/>
        <a:lstStyle/>
        <a:p>
          <a:endParaRPr lang="uk-UA"/>
        </a:p>
      </dgm:t>
    </dgm:pt>
    <dgm:pt modelId="{29B5BA3B-6603-44FD-A8D5-4D269002A465}" type="sibTrans" cxnId="{63D72614-2755-48D1-B32B-AA54E55EEAB4}">
      <dgm:prSet/>
      <dgm:spPr/>
      <dgm:t>
        <a:bodyPr/>
        <a:lstStyle/>
        <a:p>
          <a:endParaRPr lang="uk-UA"/>
        </a:p>
      </dgm:t>
    </dgm:pt>
    <dgm:pt modelId="{2D00BDB4-527F-4BBF-AB47-3E57C7ED12DC}">
      <dgm:prSet/>
      <dgm:spPr/>
      <dgm:t>
        <a:bodyPr/>
        <a:lstStyle/>
        <a:p>
          <a:r>
            <a:rPr lang="ru-RU" b="0" i="0"/>
            <a:t>«Брусиловського прориву».</a:t>
          </a:r>
          <a:endParaRPr lang="uk-UA"/>
        </a:p>
      </dgm:t>
    </dgm:pt>
    <dgm:pt modelId="{B4ED460E-C9BE-4B6F-A4BA-0895DE85A7E5}" type="parTrans" cxnId="{1A85559B-3A9F-46B8-BF24-D6758B15CE6F}">
      <dgm:prSet/>
      <dgm:spPr/>
      <dgm:t>
        <a:bodyPr/>
        <a:lstStyle/>
        <a:p>
          <a:endParaRPr lang="uk-UA"/>
        </a:p>
      </dgm:t>
    </dgm:pt>
    <dgm:pt modelId="{E624393A-1259-409A-9324-80A7F074C27F}" type="sibTrans" cxnId="{1A85559B-3A9F-46B8-BF24-D6758B15CE6F}">
      <dgm:prSet/>
      <dgm:spPr/>
      <dgm:t>
        <a:bodyPr/>
        <a:lstStyle/>
        <a:p>
          <a:endParaRPr lang="uk-UA"/>
        </a:p>
      </dgm:t>
    </dgm:pt>
    <dgm:pt modelId="{9CB90F7B-72FA-4DFD-87A5-C9946326966B}" type="pres">
      <dgm:prSet presAssocID="{5AF52ED6-C25F-43CA-9AAE-E0F9FCF7BAE6}" presName="linear" presStyleCnt="0">
        <dgm:presLayoutVars>
          <dgm:animLvl val="lvl"/>
          <dgm:resizeHandles val="exact"/>
        </dgm:presLayoutVars>
      </dgm:prSet>
      <dgm:spPr/>
    </dgm:pt>
    <dgm:pt modelId="{457813C8-D3CA-4606-9A56-DC7332E8657E}" type="pres">
      <dgm:prSet presAssocID="{2589C7CD-CBA3-4B50-B15D-A4FB77883E39}" presName="parentText" presStyleLbl="node1" presStyleIdx="0" presStyleCnt="4">
        <dgm:presLayoutVars>
          <dgm:chMax val="0"/>
          <dgm:bulletEnabled val="1"/>
        </dgm:presLayoutVars>
      </dgm:prSet>
      <dgm:spPr/>
    </dgm:pt>
    <dgm:pt modelId="{90271F02-D529-4FE6-AAE9-1B16DE882907}" type="pres">
      <dgm:prSet presAssocID="{4E3B6232-C337-4F47-9BDF-3228E9852618}" presName="spacer" presStyleCnt="0"/>
      <dgm:spPr/>
    </dgm:pt>
    <dgm:pt modelId="{535F10C9-8BD2-471A-851F-C54D62934211}" type="pres">
      <dgm:prSet presAssocID="{B450A642-F84D-4F14-BEA2-4B114EF73385}" presName="parentText" presStyleLbl="node1" presStyleIdx="1" presStyleCnt="4">
        <dgm:presLayoutVars>
          <dgm:chMax val="0"/>
          <dgm:bulletEnabled val="1"/>
        </dgm:presLayoutVars>
      </dgm:prSet>
      <dgm:spPr/>
    </dgm:pt>
    <dgm:pt modelId="{A6B0CB0A-C179-4F2D-AA8F-2B19252E7AEB}" type="pres">
      <dgm:prSet presAssocID="{F629ADD3-6C7E-495E-90CC-9F5994F2C4A8}" presName="spacer" presStyleCnt="0"/>
      <dgm:spPr/>
    </dgm:pt>
    <dgm:pt modelId="{BC86BB40-7C90-4586-AD09-82398680B73F}" type="pres">
      <dgm:prSet presAssocID="{5C3E549F-F2E3-4B5C-B5B0-A91F56158E91}" presName="parentText" presStyleLbl="node1" presStyleIdx="2" presStyleCnt="4">
        <dgm:presLayoutVars>
          <dgm:chMax val="0"/>
          <dgm:bulletEnabled val="1"/>
        </dgm:presLayoutVars>
      </dgm:prSet>
      <dgm:spPr/>
    </dgm:pt>
    <dgm:pt modelId="{81CE0DB2-4665-4650-AD6E-F4A4CA9D6213}" type="pres">
      <dgm:prSet presAssocID="{29B5BA3B-6603-44FD-A8D5-4D269002A465}" presName="spacer" presStyleCnt="0"/>
      <dgm:spPr/>
    </dgm:pt>
    <dgm:pt modelId="{083E1F84-603C-499D-A01D-4150FD56A688}" type="pres">
      <dgm:prSet presAssocID="{2D00BDB4-527F-4BBF-AB47-3E57C7ED12DC}" presName="parentText" presStyleLbl="node1" presStyleIdx="3" presStyleCnt="4">
        <dgm:presLayoutVars>
          <dgm:chMax val="0"/>
          <dgm:bulletEnabled val="1"/>
        </dgm:presLayoutVars>
      </dgm:prSet>
      <dgm:spPr/>
    </dgm:pt>
  </dgm:ptLst>
  <dgm:cxnLst>
    <dgm:cxn modelId="{63D72614-2755-48D1-B32B-AA54E55EEAB4}" srcId="{5AF52ED6-C25F-43CA-9AAE-E0F9FCF7BAE6}" destId="{5C3E549F-F2E3-4B5C-B5B0-A91F56158E91}" srcOrd="2" destOrd="0" parTransId="{FAF67A5B-49A6-4590-B250-94DAA2A680D6}" sibTransId="{29B5BA3B-6603-44FD-A8D5-4D269002A465}"/>
    <dgm:cxn modelId="{B4138729-7545-4071-BE77-3BB27E89D7D0}" type="presOf" srcId="{B450A642-F84D-4F14-BEA2-4B114EF73385}" destId="{535F10C9-8BD2-471A-851F-C54D62934211}" srcOrd="0" destOrd="0" presId="urn:microsoft.com/office/officeart/2005/8/layout/vList2"/>
    <dgm:cxn modelId="{074A2F95-8154-47FB-A0EB-3005A345D319}" type="presOf" srcId="{2589C7CD-CBA3-4B50-B15D-A4FB77883E39}" destId="{457813C8-D3CA-4606-9A56-DC7332E8657E}" srcOrd="0" destOrd="0" presId="urn:microsoft.com/office/officeart/2005/8/layout/vList2"/>
    <dgm:cxn modelId="{1A85559B-3A9F-46B8-BF24-D6758B15CE6F}" srcId="{5AF52ED6-C25F-43CA-9AAE-E0F9FCF7BAE6}" destId="{2D00BDB4-527F-4BBF-AB47-3E57C7ED12DC}" srcOrd="3" destOrd="0" parTransId="{B4ED460E-C9BE-4B6F-A4BA-0895DE85A7E5}" sibTransId="{E624393A-1259-409A-9324-80A7F074C27F}"/>
    <dgm:cxn modelId="{129691B5-1ADF-4CAD-9717-675D3437B33F}" srcId="{5AF52ED6-C25F-43CA-9AAE-E0F9FCF7BAE6}" destId="{B450A642-F84D-4F14-BEA2-4B114EF73385}" srcOrd="1" destOrd="0" parTransId="{5746BF03-A96A-4E5A-A331-5205659EF7E5}" sibTransId="{F629ADD3-6C7E-495E-90CC-9F5994F2C4A8}"/>
    <dgm:cxn modelId="{B07D8EBD-99FD-4BE1-8E70-D1F118DCE05E}" type="presOf" srcId="{5C3E549F-F2E3-4B5C-B5B0-A91F56158E91}" destId="{BC86BB40-7C90-4586-AD09-82398680B73F}" srcOrd="0" destOrd="0" presId="urn:microsoft.com/office/officeart/2005/8/layout/vList2"/>
    <dgm:cxn modelId="{29C6EDD4-0237-4ED8-8B6F-9C0853939FA2}" srcId="{5AF52ED6-C25F-43CA-9AAE-E0F9FCF7BAE6}" destId="{2589C7CD-CBA3-4B50-B15D-A4FB77883E39}" srcOrd="0" destOrd="0" parTransId="{05FD7AE6-A747-4CB5-BBAB-ABFA339F5233}" sibTransId="{4E3B6232-C337-4F47-9BDF-3228E9852618}"/>
    <dgm:cxn modelId="{219DF1D6-3826-4B68-B933-811AADEA7846}" type="presOf" srcId="{2D00BDB4-527F-4BBF-AB47-3E57C7ED12DC}" destId="{083E1F84-603C-499D-A01D-4150FD56A688}" srcOrd="0" destOrd="0" presId="urn:microsoft.com/office/officeart/2005/8/layout/vList2"/>
    <dgm:cxn modelId="{0B6508FC-6FB9-4A82-9B48-DCDF0936C024}" type="presOf" srcId="{5AF52ED6-C25F-43CA-9AAE-E0F9FCF7BAE6}" destId="{9CB90F7B-72FA-4DFD-87A5-C9946326966B}" srcOrd="0" destOrd="0" presId="urn:microsoft.com/office/officeart/2005/8/layout/vList2"/>
    <dgm:cxn modelId="{2D2D2139-B83E-496F-82EB-5FABDA769394}" type="presParOf" srcId="{9CB90F7B-72FA-4DFD-87A5-C9946326966B}" destId="{457813C8-D3CA-4606-9A56-DC7332E8657E}" srcOrd="0" destOrd="0" presId="urn:microsoft.com/office/officeart/2005/8/layout/vList2"/>
    <dgm:cxn modelId="{D5391F59-8C35-4A51-BFD3-C4C0A2004989}" type="presParOf" srcId="{9CB90F7B-72FA-4DFD-87A5-C9946326966B}" destId="{90271F02-D529-4FE6-AAE9-1B16DE882907}" srcOrd="1" destOrd="0" presId="urn:microsoft.com/office/officeart/2005/8/layout/vList2"/>
    <dgm:cxn modelId="{3F2A8490-A4C5-4328-BCAB-214DA92FB5F4}" type="presParOf" srcId="{9CB90F7B-72FA-4DFD-87A5-C9946326966B}" destId="{535F10C9-8BD2-471A-851F-C54D62934211}" srcOrd="2" destOrd="0" presId="urn:microsoft.com/office/officeart/2005/8/layout/vList2"/>
    <dgm:cxn modelId="{A37F0133-1021-4200-BCDF-72C04CEAD97A}" type="presParOf" srcId="{9CB90F7B-72FA-4DFD-87A5-C9946326966B}" destId="{A6B0CB0A-C179-4F2D-AA8F-2B19252E7AEB}" srcOrd="3" destOrd="0" presId="urn:microsoft.com/office/officeart/2005/8/layout/vList2"/>
    <dgm:cxn modelId="{1A9C2E32-F7E4-4FBF-82F8-251DB14080C8}" type="presParOf" srcId="{9CB90F7B-72FA-4DFD-87A5-C9946326966B}" destId="{BC86BB40-7C90-4586-AD09-82398680B73F}" srcOrd="4" destOrd="0" presId="urn:microsoft.com/office/officeart/2005/8/layout/vList2"/>
    <dgm:cxn modelId="{A5471249-2E24-42EF-BA64-ADA39FE6C41A}" type="presParOf" srcId="{9CB90F7B-72FA-4DFD-87A5-C9946326966B}" destId="{81CE0DB2-4665-4650-AD6E-F4A4CA9D6213}" srcOrd="5" destOrd="0" presId="urn:microsoft.com/office/officeart/2005/8/layout/vList2"/>
    <dgm:cxn modelId="{AD8AE608-01F7-4329-B30C-02664CD047EA}" type="presParOf" srcId="{9CB90F7B-72FA-4DFD-87A5-C9946326966B}" destId="{083E1F84-603C-499D-A01D-4150FD56A6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73C30EE3-3048-46DB-BFBE-27D3A2B595C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C82378D-4A9F-4889-94B5-A5191801255A}">
      <dgm:prSet/>
      <dgm:spPr/>
      <dgm:t>
        <a:bodyPr/>
        <a:lstStyle/>
        <a:p>
          <a:r>
            <a:rPr lang="uk-UA" b="0" i="0"/>
            <a:t>закриття українських шкіл, газет, журналів</a:t>
          </a:r>
          <a:endParaRPr lang="uk-UA"/>
        </a:p>
      </dgm:t>
    </dgm:pt>
    <dgm:pt modelId="{041CAB2F-2382-4B48-81CD-D3C9F0264166}" type="parTrans" cxnId="{AB334053-7678-4D4D-B975-46BC4ADA6511}">
      <dgm:prSet/>
      <dgm:spPr/>
      <dgm:t>
        <a:bodyPr/>
        <a:lstStyle/>
        <a:p>
          <a:endParaRPr lang="uk-UA"/>
        </a:p>
      </dgm:t>
    </dgm:pt>
    <dgm:pt modelId="{6D01796A-DED1-4D24-9AD1-B74CF456772C}" type="sibTrans" cxnId="{AB334053-7678-4D4D-B975-46BC4ADA6511}">
      <dgm:prSet/>
      <dgm:spPr/>
      <dgm:t>
        <a:bodyPr/>
        <a:lstStyle/>
        <a:p>
          <a:endParaRPr lang="uk-UA"/>
        </a:p>
      </dgm:t>
    </dgm:pt>
    <dgm:pt modelId="{6F55ADD3-0C03-4A26-92A3-0DA25A85B80D}">
      <dgm:prSet/>
      <dgm:spPr/>
      <dgm:t>
        <a:bodyPr/>
        <a:lstStyle/>
        <a:p>
          <a:r>
            <a:rPr lang="uk-UA" b="0" i="0"/>
            <a:t>відновлення поміщицького землеволодіння</a:t>
          </a:r>
          <a:endParaRPr lang="uk-UA"/>
        </a:p>
      </dgm:t>
    </dgm:pt>
    <dgm:pt modelId="{52C65DC8-3A25-4869-85D0-82694BEB0990}" type="parTrans" cxnId="{722A86B3-061A-4AFA-9AD8-EC43E9DB8A43}">
      <dgm:prSet/>
      <dgm:spPr/>
      <dgm:t>
        <a:bodyPr/>
        <a:lstStyle/>
        <a:p>
          <a:endParaRPr lang="uk-UA"/>
        </a:p>
      </dgm:t>
    </dgm:pt>
    <dgm:pt modelId="{DBC780C6-E031-4F72-9460-0B0F80969F6E}" type="sibTrans" cxnId="{722A86B3-061A-4AFA-9AD8-EC43E9DB8A43}">
      <dgm:prSet/>
      <dgm:spPr/>
      <dgm:t>
        <a:bodyPr/>
        <a:lstStyle/>
        <a:p>
          <a:endParaRPr lang="uk-UA"/>
        </a:p>
      </dgm:t>
    </dgm:pt>
    <dgm:pt modelId="{FA9B8F74-00FD-4CF0-BDE3-59815FF43A63}">
      <dgm:prSet/>
      <dgm:spPr/>
      <dgm:t>
        <a:bodyPr/>
        <a:lstStyle/>
        <a:p>
          <a:r>
            <a:rPr lang="uk-UA" b="0" i="0"/>
            <a:t>налагодження діалогу з опозиційними партіями</a:t>
          </a:r>
          <a:endParaRPr lang="uk-UA"/>
        </a:p>
      </dgm:t>
    </dgm:pt>
    <dgm:pt modelId="{501C19F8-B0D7-40F2-9FB5-10D4CFAF2CF2}" type="parTrans" cxnId="{D5958035-3425-48B3-8C84-E3CF0814CDCE}">
      <dgm:prSet/>
      <dgm:spPr/>
      <dgm:t>
        <a:bodyPr/>
        <a:lstStyle/>
        <a:p>
          <a:endParaRPr lang="uk-UA"/>
        </a:p>
      </dgm:t>
    </dgm:pt>
    <dgm:pt modelId="{472621E0-7B97-4EDD-8A30-43F79A71E009}" type="sibTrans" cxnId="{D5958035-3425-48B3-8C84-E3CF0814CDCE}">
      <dgm:prSet/>
      <dgm:spPr/>
      <dgm:t>
        <a:bodyPr/>
        <a:lstStyle/>
        <a:p>
          <a:endParaRPr lang="uk-UA"/>
        </a:p>
      </dgm:t>
    </dgm:pt>
    <dgm:pt modelId="{873CDC2A-DD2F-4DEF-90B7-8C7B024F42C2}">
      <dgm:prSet/>
      <dgm:spPr/>
      <dgm:t>
        <a:bodyPr/>
        <a:lstStyle/>
        <a:p>
          <a:r>
            <a:rPr lang="uk-UA" b="0" i="0"/>
            <a:t>ведення бойових дій проти військ Червоної армії</a:t>
          </a:r>
          <a:endParaRPr lang="uk-UA"/>
        </a:p>
      </dgm:t>
    </dgm:pt>
    <dgm:pt modelId="{2E7B6772-DBC7-417B-BC68-6D752DF81F7F}" type="parTrans" cxnId="{72D7B399-1DCF-4EC8-9037-92DCDE16DEEF}">
      <dgm:prSet/>
      <dgm:spPr/>
      <dgm:t>
        <a:bodyPr/>
        <a:lstStyle/>
        <a:p>
          <a:endParaRPr lang="uk-UA"/>
        </a:p>
      </dgm:t>
    </dgm:pt>
    <dgm:pt modelId="{8390D125-B6E7-414F-AB13-FF97B563B30D}" type="sibTrans" cxnId="{72D7B399-1DCF-4EC8-9037-92DCDE16DEEF}">
      <dgm:prSet/>
      <dgm:spPr/>
      <dgm:t>
        <a:bodyPr/>
        <a:lstStyle/>
        <a:p>
          <a:endParaRPr lang="uk-UA"/>
        </a:p>
      </dgm:t>
    </dgm:pt>
    <dgm:pt modelId="{F957A1D5-6E64-4C0D-8E1C-DCE42BB81289}" type="pres">
      <dgm:prSet presAssocID="{73C30EE3-3048-46DB-BFBE-27D3A2B595CC}" presName="linear" presStyleCnt="0">
        <dgm:presLayoutVars>
          <dgm:animLvl val="lvl"/>
          <dgm:resizeHandles val="exact"/>
        </dgm:presLayoutVars>
      </dgm:prSet>
      <dgm:spPr/>
    </dgm:pt>
    <dgm:pt modelId="{EDE59B14-B2A0-4DAD-AB76-9CE6F9B469D7}" type="pres">
      <dgm:prSet presAssocID="{EC82378D-4A9F-4889-94B5-A5191801255A}" presName="parentText" presStyleLbl="node1" presStyleIdx="0" presStyleCnt="4">
        <dgm:presLayoutVars>
          <dgm:chMax val="0"/>
          <dgm:bulletEnabled val="1"/>
        </dgm:presLayoutVars>
      </dgm:prSet>
      <dgm:spPr/>
    </dgm:pt>
    <dgm:pt modelId="{0C8C21CA-E3A9-413B-A0B6-A0909D2C4980}" type="pres">
      <dgm:prSet presAssocID="{6D01796A-DED1-4D24-9AD1-B74CF456772C}" presName="spacer" presStyleCnt="0"/>
      <dgm:spPr/>
    </dgm:pt>
    <dgm:pt modelId="{7FA35422-CA43-40F3-9324-9FF6835B94A1}" type="pres">
      <dgm:prSet presAssocID="{6F55ADD3-0C03-4A26-92A3-0DA25A85B80D}" presName="parentText" presStyleLbl="node1" presStyleIdx="1" presStyleCnt="4">
        <dgm:presLayoutVars>
          <dgm:chMax val="0"/>
          <dgm:bulletEnabled val="1"/>
        </dgm:presLayoutVars>
      </dgm:prSet>
      <dgm:spPr/>
    </dgm:pt>
    <dgm:pt modelId="{949ED1E7-01E9-4AB0-B143-93C4E5FF7A20}" type="pres">
      <dgm:prSet presAssocID="{DBC780C6-E031-4F72-9460-0B0F80969F6E}" presName="spacer" presStyleCnt="0"/>
      <dgm:spPr/>
    </dgm:pt>
    <dgm:pt modelId="{1AAA9DDA-79D0-486B-B65B-13781C819137}" type="pres">
      <dgm:prSet presAssocID="{FA9B8F74-00FD-4CF0-BDE3-59815FF43A63}" presName="parentText" presStyleLbl="node1" presStyleIdx="2" presStyleCnt="4">
        <dgm:presLayoutVars>
          <dgm:chMax val="0"/>
          <dgm:bulletEnabled val="1"/>
        </dgm:presLayoutVars>
      </dgm:prSet>
      <dgm:spPr/>
    </dgm:pt>
    <dgm:pt modelId="{B2E29252-468C-4B40-94B6-0F45DA72E2E8}" type="pres">
      <dgm:prSet presAssocID="{472621E0-7B97-4EDD-8A30-43F79A71E009}" presName="spacer" presStyleCnt="0"/>
      <dgm:spPr/>
    </dgm:pt>
    <dgm:pt modelId="{3BC96666-4F48-4804-AB48-0B02B858BDB7}" type="pres">
      <dgm:prSet presAssocID="{873CDC2A-DD2F-4DEF-90B7-8C7B024F42C2}" presName="parentText" presStyleLbl="node1" presStyleIdx="3" presStyleCnt="4">
        <dgm:presLayoutVars>
          <dgm:chMax val="0"/>
          <dgm:bulletEnabled val="1"/>
        </dgm:presLayoutVars>
      </dgm:prSet>
      <dgm:spPr/>
    </dgm:pt>
  </dgm:ptLst>
  <dgm:cxnLst>
    <dgm:cxn modelId="{D5958035-3425-48B3-8C84-E3CF0814CDCE}" srcId="{73C30EE3-3048-46DB-BFBE-27D3A2B595CC}" destId="{FA9B8F74-00FD-4CF0-BDE3-59815FF43A63}" srcOrd="2" destOrd="0" parTransId="{501C19F8-B0D7-40F2-9FB5-10D4CFAF2CF2}" sibTransId="{472621E0-7B97-4EDD-8A30-43F79A71E009}"/>
    <dgm:cxn modelId="{A2956A68-5180-4DFB-9A13-EC5F787E7941}" type="presOf" srcId="{873CDC2A-DD2F-4DEF-90B7-8C7B024F42C2}" destId="{3BC96666-4F48-4804-AB48-0B02B858BDB7}" srcOrd="0" destOrd="0" presId="urn:microsoft.com/office/officeart/2005/8/layout/vList2"/>
    <dgm:cxn modelId="{55B22851-B53B-4021-9F45-C671F9B133D8}" type="presOf" srcId="{FA9B8F74-00FD-4CF0-BDE3-59815FF43A63}" destId="{1AAA9DDA-79D0-486B-B65B-13781C819137}" srcOrd="0" destOrd="0" presId="urn:microsoft.com/office/officeart/2005/8/layout/vList2"/>
    <dgm:cxn modelId="{AB334053-7678-4D4D-B975-46BC4ADA6511}" srcId="{73C30EE3-3048-46DB-BFBE-27D3A2B595CC}" destId="{EC82378D-4A9F-4889-94B5-A5191801255A}" srcOrd="0" destOrd="0" parTransId="{041CAB2F-2382-4B48-81CD-D3C9F0264166}" sibTransId="{6D01796A-DED1-4D24-9AD1-B74CF456772C}"/>
    <dgm:cxn modelId="{72D7B399-1DCF-4EC8-9037-92DCDE16DEEF}" srcId="{73C30EE3-3048-46DB-BFBE-27D3A2B595CC}" destId="{873CDC2A-DD2F-4DEF-90B7-8C7B024F42C2}" srcOrd="3" destOrd="0" parTransId="{2E7B6772-DBC7-417B-BC68-6D752DF81F7F}" sibTransId="{8390D125-B6E7-414F-AB13-FF97B563B30D}"/>
    <dgm:cxn modelId="{722A86B3-061A-4AFA-9AD8-EC43E9DB8A43}" srcId="{73C30EE3-3048-46DB-BFBE-27D3A2B595CC}" destId="{6F55ADD3-0C03-4A26-92A3-0DA25A85B80D}" srcOrd="1" destOrd="0" parTransId="{52C65DC8-3A25-4869-85D0-82694BEB0990}" sibTransId="{DBC780C6-E031-4F72-9460-0B0F80969F6E}"/>
    <dgm:cxn modelId="{D6ED98E2-0D03-4956-9584-6865987522B8}" type="presOf" srcId="{73C30EE3-3048-46DB-BFBE-27D3A2B595CC}" destId="{F957A1D5-6E64-4C0D-8E1C-DCE42BB81289}" srcOrd="0" destOrd="0" presId="urn:microsoft.com/office/officeart/2005/8/layout/vList2"/>
    <dgm:cxn modelId="{673297E4-7763-4676-9642-229FC3FA798C}" type="presOf" srcId="{EC82378D-4A9F-4889-94B5-A5191801255A}" destId="{EDE59B14-B2A0-4DAD-AB76-9CE6F9B469D7}" srcOrd="0" destOrd="0" presId="urn:microsoft.com/office/officeart/2005/8/layout/vList2"/>
    <dgm:cxn modelId="{A12090F6-A46F-4A18-BC61-6950E36A6C4C}" type="presOf" srcId="{6F55ADD3-0C03-4A26-92A3-0DA25A85B80D}" destId="{7FA35422-CA43-40F3-9324-9FF6835B94A1}" srcOrd="0" destOrd="0" presId="urn:microsoft.com/office/officeart/2005/8/layout/vList2"/>
    <dgm:cxn modelId="{0186FA71-57EB-4511-B5AC-570A2558D966}" type="presParOf" srcId="{F957A1D5-6E64-4C0D-8E1C-DCE42BB81289}" destId="{EDE59B14-B2A0-4DAD-AB76-9CE6F9B469D7}" srcOrd="0" destOrd="0" presId="urn:microsoft.com/office/officeart/2005/8/layout/vList2"/>
    <dgm:cxn modelId="{054FE9A3-A00B-4E04-858D-66F9FEC07FB8}" type="presParOf" srcId="{F957A1D5-6E64-4C0D-8E1C-DCE42BB81289}" destId="{0C8C21CA-E3A9-413B-A0B6-A0909D2C4980}" srcOrd="1" destOrd="0" presId="urn:microsoft.com/office/officeart/2005/8/layout/vList2"/>
    <dgm:cxn modelId="{C2443FE5-00AA-4DA5-A962-D9367F8F5FB0}" type="presParOf" srcId="{F957A1D5-6E64-4C0D-8E1C-DCE42BB81289}" destId="{7FA35422-CA43-40F3-9324-9FF6835B94A1}" srcOrd="2" destOrd="0" presId="urn:microsoft.com/office/officeart/2005/8/layout/vList2"/>
    <dgm:cxn modelId="{03DF0664-C52B-4EC2-AA00-55859A0D115B}" type="presParOf" srcId="{F957A1D5-6E64-4C0D-8E1C-DCE42BB81289}" destId="{949ED1E7-01E9-4AB0-B143-93C4E5FF7A20}" srcOrd="3" destOrd="0" presId="urn:microsoft.com/office/officeart/2005/8/layout/vList2"/>
    <dgm:cxn modelId="{2A7F98E5-A34F-45A7-9825-996FA90AA95D}" type="presParOf" srcId="{F957A1D5-6E64-4C0D-8E1C-DCE42BB81289}" destId="{1AAA9DDA-79D0-486B-B65B-13781C819137}" srcOrd="4" destOrd="0" presId="urn:microsoft.com/office/officeart/2005/8/layout/vList2"/>
    <dgm:cxn modelId="{6EE85B12-03CD-4261-9933-63BC5ED36E81}" type="presParOf" srcId="{F957A1D5-6E64-4C0D-8E1C-DCE42BB81289}" destId="{B2E29252-468C-4B40-94B6-0F45DA72E2E8}" srcOrd="5" destOrd="0" presId="urn:microsoft.com/office/officeart/2005/8/layout/vList2"/>
    <dgm:cxn modelId="{CF66ED43-0218-47E0-8747-1F2A3ED86788}" type="presParOf" srcId="{F957A1D5-6E64-4C0D-8E1C-DCE42BB81289}" destId="{3BC96666-4F48-4804-AB48-0B02B858BDB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5AC8E57A-128B-4272-8809-953362C7862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B736932-021C-43C4-9487-5E74989C884A}">
      <dgm:prSet/>
      <dgm:spPr/>
      <dgm:t>
        <a:bodyPr/>
        <a:lstStyle/>
        <a:p>
          <a:r>
            <a:rPr lang="uk-UA" b="0" i="0"/>
            <a:t>Плакат створює образ ворога.</a:t>
          </a:r>
          <a:endParaRPr lang="uk-UA"/>
        </a:p>
      </dgm:t>
    </dgm:pt>
    <dgm:pt modelId="{732FB9B0-01EE-4D47-ABEB-DE8F63F804EE}" type="parTrans" cxnId="{F829EBB6-5CFC-4FCE-AA49-360B9F082793}">
      <dgm:prSet/>
      <dgm:spPr/>
      <dgm:t>
        <a:bodyPr/>
        <a:lstStyle/>
        <a:p>
          <a:endParaRPr lang="uk-UA"/>
        </a:p>
      </dgm:t>
    </dgm:pt>
    <dgm:pt modelId="{B62A8957-A0CD-4C33-BFFE-9F6F5E193B84}" type="sibTrans" cxnId="{F829EBB6-5CFC-4FCE-AA49-360B9F082793}">
      <dgm:prSet/>
      <dgm:spPr/>
      <dgm:t>
        <a:bodyPr/>
        <a:lstStyle/>
        <a:p>
          <a:endParaRPr lang="uk-UA"/>
        </a:p>
      </dgm:t>
    </dgm:pt>
    <dgm:pt modelId="{A58E3938-955C-4387-9F15-A34F93EF0880}">
      <dgm:prSet/>
      <dgm:spPr/>
      <dgm:t>
        <a:bodyPr/>
        <a:lstStyle/>
        <a:p>
          <a:r>
            <a:rPr lang="uk-UA" b="0" i="0"/>
            <a:t>Плакат має сатиричний характер.</a:t>
          </a:r>
          <a:endParaRPr lang="uk-UA"/>
        </a:p>
      </dgm:t>
    </dgm:pt>
    <dgm:pt modelId="{B7EDDE54-1459-4E4B-8755-F153C17B5FDD}" type="parTrans" cxnId="{B6DDD36A-74F7-4864-B3BF-5964A8AA968D}">
      <dgm:prSet/>
      <dgm:spPr/>
      <dgm:t>
        <a:bodyPr/>
        <a:lstStyle/>
        <a:p>
          <a:endParaRPr lang="uk-UA"/>
        </a:p>
      </dgm:t>
    </dgm:pt>
    <dgm:pt modelId="{2D7FF96F-E858-451F-8BC5-9D83F69D4B60}" type="sibTrans" cxnId="{B6DDD36A-74F7-4864-B3BF-5964A8AA968D}">
      <dgm:prSet/>
      <dgm:spPr/>
      <dgm:t>
        <a:bodyPr/>
        <a:lstStyle/>
        <a:p>
          <a:endParaRPr lang="uk-UA"/>
        </a:p>
      </dgm:t>
    </dgm:pt>
    <dgm:pt modelId="{F4F57F74-C4DF-405A-B835-B8953A9A11E3}">
      <dgm:prSet/>
      <dgm:spPr/>
      <dgm:t>
        <a:bodyPr/>
        <a:lstStyle/>
        <a:p>
          <a:r>
            <a:rPr lang="uk-UA" b="0" i="0"/>
            <a:t>Плакат декларує захист пролетарів від політичних переслідувань.</a:t>
          </a:r>
          <a:endParaRPr lang="uk-UA"/>
        </a:p>
      </dgm:t>
    </dgm:pt>
    <dgm:pt modelId="{4C1D4D2E-AC52-4903-B485-6D4B33F0F2A4}" type="parTrans" cxnId="{71701D86-03DB-413A-9A31-F1EACC67D950}">
      <dgm:prSet/>
      <dgm:spPr/>
      <dgm:t>
        <a:bodyPr/>
        <a:lstStyle/>
        <a:p>
          <a:endParaRPr lang="uk-UA"/>
        </a:p>
      </dgm:t>
    </dgm:pt>
    <dgm:pt modelId="{1E20F871-7620-4673-897C-B8D3303C5514}" type="sibTrans" cxnId="{71701D86-03DB-413A-9A31-F1EACC67D950}">
      <dgm:prSet/>
      <dgm:spPr/>
      <dgm:t>
        <a:bodyPr/>
        <a:lstStyle/>
        <a:p>
          <a:endParaRPr lang="uk-UA"/>
        </a:p>
      </dgm:t>
    </dgm:pt>
    <dgm:pt modelId="{E01F35D1-42AC-4D79-B4D1-1D289081832A}">
      <dgm:prSet/>
      <dgm:spPr/>
      <dgm:t>
        <a:bodyPr/>
        <a:lstStyle/>
        <a:p>
          <a:r>
            <a:rPr lang="uk-UA" b="0" i="0"/>
            <a:t>Плакат присвячений успіхам боротьби «трудового народу».</a:t>
          </a:r>
          <a:endParaRPr lang="uk-UA"/>
        </a:p>
      </dgm:t>
    </dgm:pt>
    <dgm:pt modelId="{B96FDE10-B3EF-4956-9D74-34AE95E0802B}" type="parTrans" cxnId="{DA09A52F-6153-4FC2-ABCD-EE15634307D4}">
      <dgm:prSet/>
      <dgm:spPr/>
      <dgm:t>
        <a:bodyPr/>
        <a:lstStyle/>
        <a:p>
          <a:endParaRPr lang="uk-UA"/>
        </a:p>
      </dgm:t>
    </dgm:pt>
    <dgm:pt modelId="{2E986671-E6E5-4673-8C9D-186A3A8233E0}" type="sibTrans" cxnId="{DA09A52F-6153-4FC2-ABCD-EE15634307D4}">
      <dgm:prSet/>
      <dgm:spPr/>
      <dgm:t>
        <a:bodyPr/>
        <a:lstStyle/>
        <a:p>
          <a:endParaRPr lang="uk-UA"/>
        </a:p>
      </dgm:t>
    </dgm:pt>
    <dgm:pt modelId="{EAF02AD4-27F5-421E-83F2-8152DB1BD67E}">
      <dgm:prSet/>
      <dgm:spPr/>
      <dgm:t>
        <a:bodyPr/>
        <a:lstStyle/>
        <a:p>
          <a:r>
            <a:rPr lang="uk-UA" b="0" i="0"/>
            <a:t>Плакат покликаний мобілізувати прихильників більшовиків.</a:t>
          </a:r>
          <a:endParaRPr lang="uk-UA"/>
        </a:p>
      </dgm:t>
    </dgm:pt>
    <dgm:pt modelId="{CB44E3A6-59B4-4D0E-B163-D510F76F3E73}" type="parTrans" cxnId="{3A34295A-FB26-444D-AB69-CC15C8926325}">
      <dgm:prSet/>
      <dgm:spPr/>
      <dgm:t>
        <a:bodyPr/>
        <a:lstStyle/>
        <a:p>
          <a:endParaRPr lang="uk-UA"/>
        </a:p>
      </dgm:t>
    </dgm:pt>
    <dgm:pt modelId="{C7632A51-A8CB-443F-9F0C-17ED7D373B96}" type="sibTrans" cxnId="{3A34295A-FB26-444D-AB69-CC15C8926325}">
      <dgm:prSet/>
      <dgm:spPr/>
      <dgm:t>
        <a:bodyPr/>
        <a:lstStyle/>
        <a:p>
          <a:endParaRPr lang="uk-UA"/>
        </a:p>
      </dgm:t>
    </dgm:pt>
    <dgm:pt modelId="{D53F64FB-14CD-4FD5-BE52-EA2D4FB0D8D2}">
      <dgm:prSet/>
      <dgm:spPr/>
      <dgm:t>
        <a:bodyPr/>
        <a:lstStyle/>
        <a:p>
          <a:r>
            <a:rPr lang="uk-UA" b="0" i="0"/>
            <a:t>Плакат дискредитує мету боротьби противників влади більшовиків.</a:t>
          </a:r>
          <a:endParaRPr lang="uk-UA"/>
        </a:p>
      </dgm:t>
    </dgm:pt>
    <dgm:pt modelId="{3BA724C9-7A9D-49D3-ADC6-F471D9BE488B}" type="parTrans" cxnId="{6E147BF0-B198-48F0-96CB-1C1D0FF6EC15}">
      <dgm:prSet/>
      <dgm:spPr/>
      <dgm:t>
        <a:bodyPr/>
        <a:lstStyle/>
        <a:p>
          <a:endParaRPr lang="uk-UA"/>
        </a:p>
      </dgm:t>
    </dgm:pt>
    <dgm:pt modelId="{5EDD89E3-166D-40DE-A7CF-55466164079F}" type="sibTrans" cxnId="{6E147BF0-B198-48F0-96CB-1C1D0FF6EC15}">
      <dgm:prSet/>
      <dgm:spPr/>
      <dgm:t>
        <a:bodyPr/>
        <a:lstStyle/>
        <a:p>
          <a:endParaRPr lang="uk-UA"/>
        </a:p>
      </dgm:t>
    </dgm:pt>
    <dgm:pt modelId="{50956DC3-D64D-4443-BE62-C60BFB2F0219}">
      <dgm:prSet/>
      <dgm:spPr/>
      <dgm:t>
        <a:bodyPr/>
        <a:lstStyle/>
        <a:p>
          <a:r>
            <a:rPr lang="uk-UA" b="0" i="0"/>
            <a:t>Плакат закликає до судових переслідувань політичних противників.</a:t>
          </a:r>
          <a:endParaRPr lang="uk-UA"/>
        </a:p>
      </dgm:t>
    </dgm:pt>
    <dgm:pt modelId="{639D7C29-84E9-4A86-9BD7-62BF1C7C1134}" type="parTrans" cxnId="{CCFC6834-AFE9-40CA-ADEB-E7908991BBC7}">
      <dgm:prSet/>
      <dgm:spPr/>
      <dgm:t>
        <a:bodyPr/>
        <a:lstStyle/>
        <a:p>
          <a:endParaRPr lang="uk-UA"/>
        </a:p>
      </dgm:t>
    </dgm:pt>
    <dgm:pt modelId="{36F0C995-39E3-43C0-93EC-A0E126346927}" type="sibTrans" cxnId="{CCFC6834-AFE9-40CA-ADEB-E7908991BBC7}">
      <dgm:prSet/>
      <dgm:spPr/>
      <dgm:t>
        <a:bodyPr/>
        <a:lstStyle/>
        <a:p>
          <a:endParaRPr lang="uk-UA"/>
        </a:p>
      </dgm:t>
    </dgm:pt>
    <dgm:pt modelId="{34753F35-CA15-44E1-993B-5EA0A68354BF}" type="pres">
      <dgm:prSet presAssocID="{5AC8E57A-128B-4272-8809-953362C78629}" presName="linear" presStyleCnt="0">
        <dgm:presLayoutVars>
          <dgm:animLvl val="lvl"/>
          <dgm:resizeHandles val="exact"/>
        </dgm:presLayoutVars>
      </dgm:prSet>
      <dgm:spPr/>
    </dgm:pt>
    <dgm:pt modelId="{FF608BD4-6521-400D-8F7D-C16554D215CB}" type="pres">
      <dgm:prSet presAssocID="{9B736932-021C-43C4-9487-5E74989C884A}" presName="parentText" presStyleLbl="node1" presStyleIdx="0" presStyleCnt="7">
        <dgm:presLayoutVars>
          <dgm:chMax val="0"/>
          <dgm:bulletEnabled val="1"/>
        </dgm:presLayoutVars>
      </dgm:prSet>
      <dgm:spPr/>
    </dgm:pt>
    <dgm:pt modelId="{64B10C0B-5E62-4072-BFA0-0F9DE21E86F2}" type="pres">
      <dgm:prSet presAssocID="{B62A8957-A0CD-4C33-BFFE-9F6F5E193B84}" presName="spacer" presStyleCnt="0"/>
      <dgm:spPr/>
    </dgm:pt>
    <dgm:pt modelId="{FE197B8D-530F-49EF-9A31-4FF52A4BF5F8}" type="pres">
      <dgm:prSet presAssocID="{A58E3938-955C-4387-9F15-A34F93EF0880}" presName="parentText" presStyleLbl="node1" presStyleIdx="1" presStyleCnt="7">
        <dgm:presLayoutVars>
          <dgm:chMax val="0"/>
          <dgm:bulletEnabled val="1"/>
        </dgm:presLayoutVars>
      </dgm:prSet>
      <dgm:spPr/>
    </dgm:pt>
    <dgm:pt modelId="{40293DC6-81C2-491F-9952-627B3C3A3F6A}" type="pres">
      <dgm:prSet presAssocID="{2D7FF96F-E858-451F-8BC5-9D83F69D4B60}" presName="spacer" presStyleCnt="0"/>
      <dgm:spPr/>
    </dgm:pt>
    <dgm:pt modelId="{BAEAD2AD-8B48-46BC-9F6A-73E4A7D8CE2A}" type="pres">
      <dgm:prSet presAssocID="{F4F57F74-C4DF-405A-B835-B8953A9A11E3}" presName="parentText" presStyleLbl="node1" presStyleIdx="2" presStyleCnt="7">
        <dgm:presLayoutVars>
          <dgm:chMax val="0"/>
          <dgm:bulletEnabled val="1"/>
        </dgm:presLayoutVars>
      </dgm:prSet>
      <dgm:spPr/>
    </dgm:pt>
    <dgm:pt modelId="{9EA97240-5578-45A7-A154-74F743892ECA}" type="pres">
      <dgm:prSet presAssocID="{1E20F871-7620-4673-897C-B8D3303C5514}" presName="spacer" presStyleCnt="0"/>
      <dgm:spPr/>
    </dgm:pt>
    <dgm:pt modelId="{1909385D-34E3-4B73-9247-996D70939657}" type="pres">
      <dgm:prSet presAssocID="{E01F35D1-42AC-4D79-B4D1-1D289081832A}" presName="parentText" presStyleLbl="node1" presStyleIdx="3" presStyleCnt="7">
        <dgm:presLayoutVars>
          <dgm:chMax val="0"/>
          <dgm:bulletEnabled val="1"/>
        </dgm:presLayoutVars>
      </dgm:prSet>
      <dgm:spPr/>
    </dgm:pt>
    <dgm:pt modelId="{758A84BD-6865-4932-8D2D-0E44BD863E25}" type="pres">
      <dgm:prSet presAssocID="{2E986671-E6E5-4673-8C9D-186A3A8233E0}" presName="spacer" presStyleCnt="0"/>
      <dgm:spPr/>
    </dgm:pt>
    <dgm:pt modelId="{5806F997-D8D5-4EB0-AD92-AA2C802046AD}" type="pres">
      <dgm:prSet presAssocID="{EAF02AD4-27F5-421E-83F2-8152DB1BD67E}" presName="parentText" presStyleLbl="node1" presStyleIdx="4" presStyleCnt="7">
        <dgm:presLayoutVars>
          <dgm:chMax val="0"/>
          <dgm:bulletEnabled val="1"/>
        </dgm:presLayoutVars>
      </dgm:prSet>
      <dgm:spPr/>
    </dgm:pt>
    <dgm:pt modelId="{A2D6F217-8537-414C-B92B-69F60FB9B835}" type="pres">
      <dgm:prSet presAssocID="{C7632A51-A8CB-443F-9F0C-17ED7D373B96}" presName="spacer" presStyleCnt="0"/>
      <dgm:spPr/>
    </dgm:pt>
    <dgm:pt modelId="{C60F01C8-E230-4267-9887-2AD619F5F4EE}" type="pres">
      <dgm:prSet presAssocID="{D53F64FB-14CD-4FD5-BE52-EA2D4FB0D8D2}" presName="parentText" presStyleLbl="node1" presStyleIdx="5" presStyleCnt="7">
        <dgm:presLayoutVars>
          <dgm:chMax val="0"/>
          <dgm:bulletEnabled val="1"/>
        </dgm:presLayoutVars>
      </dgm:prSet>
      <dgm:spPr/>
    </dgm:pt>
    <dgm:pt modelId="{E128662B-76A4-49E4-ABD9-6D5A7FFF77B3}" type="pres">
      <dgm:prSet presAssocID="{5EDD89E3-166D-40DE-A7CF-55466164079F}" presName="spacer" presStyleCnt="0"/>
      <dgm:spPr/>
    </dgm:pt>
    <dgm:pt modelId="{B2CD798B-1030-4429-9121-AA95FF211C27}" type="pres">
      <dgm:prSet presAssocID="{50956DC3-D64D-4443-BE62-C60BFB2F0219}" presName="parentText" presStyleLbl="node1" presStyleIdx="6" presStyleCnt="7">
        <dgm:presLayoutVars>
          <dgm:chMax val="0"/>
          <dgm:bulletEnabled val="1"/>
        </dgm:presLayoutVars>
      </dgm:prSet>
      <dgm:spPr/>
    </dgm:pt>
  </dgm:ptLst>
  <dgm:cxnLst>
    <dgm:cxn modelId="{DA09A52F-6153-4FC2-ABCD-EE15634307D4}" srcId="{5AC8E57A-128B-4272-8809-953362C78629}" destId="{E01F35D1-42AC-4D79-B4D1-1D289081832A}" srcOrd="3" destOrd="0" parTransId="{B96FDE10-B3EF-4956-9D74-34AE95E0802B}" sibTransId="{2E986671-E6E5-4673-8C9D-186A3A8233E0}"/>
    <dgm:cxn modelId="{CCFC6834-AFE9-40CA-ADEB-E7908991BBC7}" srcId="{5AC8E57A-128B-4272-8809-953362C78629}" destId="{50956DC3-D64D-4443-BE62-C60BFB2F0219}" srcOrd="6" destOrd="0" parTransId="{639D7C29-84E9-4A86-9BD7-62BF1C7C1134}" sibTransId="{36F0C995-39E3-43C0-93EC-A0E126346927}"/>
    <dgm:cxn modelId="{2C55BE3C-A758-48E1-93A5-D6DD26FCE079}" type="presOf" srcId="{E01F35D1-42AC-4D79-B4D1-1D289081832A}" destId="{1909385D-34E3-4B73-9247-996D70939657}" srcOrd="0" destOrd="0" presId="urn:microsoft.com/office/officeart/2005/8/layout/vList2"/>
    <dgm:cxn modelId="{71681446-FFA3-4EE1-A019-2910779D7653}" type="presOf" srcId="{5AC8E57A-128B-4272-8809-953362C78629}" destId="{34753F35-CA15-44E1-993B-5EA0A68354BF}" srcOrd="0" destOrd="0" presId="urn:microsoft.com/office/officeart/2005/8/layout/vList2"/>
    <dgm:cxn modelId="{B6DDD36A-74F7-4864-B3BF-5964A8AA968D}" srcId="{5AC8E57A-128B-4272-8809-953362C78629}" destId="{A58E3938-955C-4387-9F15-A34F93EF0880}" srcOrd="1" destOrd="0" parTransId="{B7EDDE54-1459-4E4B-8755-F153C17B5FDD}" sibTransId="{2D7FF96F-E858-451F-8BC5-9D83F69D4B60}"/>
    <dgm:cxn modelId="{3A34295A-FB26-444D-AB69-CC15C8926325}" srcId="{5AC8E57A-128B-4272-8809-953362C78629}" destId="{EAF02AD4-27F5-421E-83F2-8152DB1BD67E}" srcOrd="4" destOrd="0" parTransId="{CB44E3A6-59B4-4D0E-B163-D510F76F3E73}" sibTransId="{C7632A51-A8CB-443F-9F0C-17ED7D373B96}"/>
    <dgm:cxn modelId="{A2B4307F-322D-4CCE-8FB6-18D6FFE98722}" type="presOf" srcId="{50956DC3-D64D-4443-BE62-C60BFB2F0219}" destId="{B2CD798B-1030-4429-9121-AA95FF211C27}" srcOrd="0" destOrd="0" presId="urn:microsoft.com/office/officeart/2005/8/layout/vList2"/>
    <dgm:cxn modelId="{71701D86-03DB-413A-9A31-F1EACC67D950}" srcId="{5AC8E57A-128B-4272-8809-953362C78629}" destId="{F4F57F74-C4DF-405A-B835-B8953A9A11E3}" srcOrd="2" destOrd="0" parTransId="{4C1D4D2E-AC52-4903-B485-6D4B33F0F2A4}" sibTransId="{1E20F871-7620-4673-897C-B8D3303C5514}"/>
    <dgm:cxn modelId="{5B97088D-6D5D-49F7-A8FE-1A980E116371}" type="presOf" srcId="{EAF02AD4-27F5-421E-83F2-8152DB1BD67E}" destId="{5806F997-D8D5-4EB0-AD92-AA2C802046AD}" srcOrd="0" destOrd="0" presId="urn:microsoft.com/office/officeart/2005/8/layout/vList2"/>
    <dgm:cxn modelId="{64598592-38E4-4406-BFF1-EB560489D01F}" type="presOf" srcId="{9B736932-021C-43C4-9487-5E74989C884A}" destId="{FF608BD4-6521-400D-8F7D-C16554D215CB}" srcOrd="0" destOrd="0" presId="urn:microsoft.com/office/officeart/2005/8/layout/vList2"/>
    <dgm:cxn modelId="{4C58DD97-D04A-46B2-ACFA-73DAA223227C}" type="presOf" srcId="{F4F57F74-C4DF-405A-B835-B8953A9A11E3}" destId="{BAEAD2AD-8B48-46BC-9F6A-73E4A7D8CE2A}" srcOrd="0" destOrd="0" presId="urn:microsoft.com/office/officeart/2005/8/layout/vList2"/>
    <dgm:cxn modelId="{B250E8AC-5E09-4EBE-81F7-D37E6B2E46D6}" type="presOf" srcId="{D53F64FB-14CD-4FD5-BE52-EA2D4FB0D8D2}" destId="{C60F01C8-E230-4267-9887-2AD619F5F4EE}" srcOrd="0" destOrd="0" presId="urn:microsoft.com/office/officeart/2005/8/layout/vList2"/>
    <dgm:cxn modelId="{F829EBB6-5CFC-4FCE-AA49-360B9F082793}" srcId="{5AC8E57A-128B-4272-8809-953362C78629}" destId="{9B736932-021C-43C4-9487-5E74989C884A}" srcOrd="0" destOrd="0" parTransId="{732FB9B0-01EE-4D47-ABEB-DE8F63F804EE}" sibTransId="{B62A8957-A0CD-4C33-BFFE-9F6F5E193B84}"/>
    <dgm:cxn modelId="{393F8BC8-18BA-43E2-9F74-3DF0D627822E}" type="presOf" srcId="{A58E3938-955C-4387-9F15-A34F93EF0880}" destId="{FE197B8D-530F-49EF-9A31-4FF52A4BF5F8}" srcOrd="0" destOrd="0" presId="urn:microsoft.com/office/officeart/2005/8/layout/vList2"/>
    <dgm:cxn modelId="{6E147BF0-B198-48F0-96CB-1C1D0FF6EC15}" srcId="{5AC8E57A-128B-4272-8809-953362C78629}" destId="{D53F64FB-14CD-4FD5-BE52-EA2D4FB0D8D2}" srcOrd="5" destOrd="0" parTransId="{3BA724C9-7A9D-49D3-ADC6-F471D9BE488B}" sibTransId="{5EDD89E3-166D-40DE-A7CF-55466164079F}"/>
    <dgm:cxn modelId="{E327E343-CCD3-45D5-A183-6D6364C3A6DB}" type="presParOf" srcId="{34753F35-CA15-44E1-993B-5EA0A68354BF}" destId="{FF608BD4-6521-400D-8F7D-C16554D215CB}" srcOrd="0" destOrd="0" presId="urn:microsoft.com/office/officeart/2005/8/layout/vList2"/>
    <dgm:cxn modelId="{C7EAAC67-D5C1-4060-B21C-53F469B12B7D}" type="presParOf" srcId="{34753F35-CA15-44E1-993B-5EA0A68354BF}" destId="{64B10C0B-5E62-4072-BFA0-0F9DE21E86F2}" srcOrd="1" destOrd="0" presId="urn:microsoft.com/office/officeart/2005/8/layout/vList2"/>
    <dgm:cxn modelId="{F8933E0B-9DD6-4193-99D4-EEDC109359C1}" type="presParOf" srcId="{34753F35-CA15-44E1-993B-5EA0A68354BF}" destId="{FE197B8D-530F-49EF-9A31-4FF52A4BF5F8}" srcOrd="2" destOrd="0" presId="urn:microsoft.com/office/officeart/2005/8/layout/vList2"/>
    <dgm:cxn modelId="{1FAA69F7-C5CA-472E-9246-81E311113B92}" type="presParOf" srcId="{34753F35-CA15-44E1-993B-5EA0A68354BF}" destId="{40293DC6-81C2-491F-9952-627B3C3A3F6A}" srcOrd="3" destOrd="0" presId="urn:microsoft.com/office/officeart/2005/8/layout/vList2"/>
    <dgm:cxn modelId="{0E032A18-A4CC-47BE-A584-3F656AE48FFA}" type="presParOf" srcId="{34753F35-CA15-44E1-993B-5EA0A68354BF}" destId="{BAEAD2AD-8B48-46BC-9F6A-73E4A7D8CE2A}" srcOrd="4" destOrd="0" presId="urn:microsoft.com/office/officeart/2005/8/layout/vList2"/>
    <dgm:cxn modelId="{122D9E9B-F19D-4513-B273-9065B7E4D4C6}" type="presParOf" srcId="{34753F35-CA15-44E1-993B-5EA0A68354BF}" destId="{9EA97240-5578-45A7-A154-74F743892ECA}" srcOrd="5" destOrd="0" presId="urn:microsoft.com/office/officeart/2005/8/layout/vList2"/>
    <dgm:cxn modelId="{FC28C5D9-DB73-4BBA-9BFF-C3B2328EFCBD}" type="presParOf" srcId="{34753F35-CA15-44E1-993B-5EA0A68354BF}" destId="{1909385D-34E3-4B73-9247-996D70939657}" srcOrd="6" destOrd="0" presId="urn:microsoft.com/office/officeart/2005/8/layout/vList2"/>
    <dgm:cxn modelId="{FB06FAB1-07F3-4C99-8E7C-3F133C1FB5F6}" type="presParOf" srcId="{34753F35-CA15-44E1-993B-5EA0A68354BF}" destId="{758A84BD-6865-4932-8D2D-0E44BD863E25}" srcOrd="7" destOrd="0" presId="urn:microsoft.com/office/officeart/2005/8/layout/vList2"/>
    <dgm:cxn modelId="{FA40E7E9-F747-4AF6-9879-6D331228D8C5}" type="presParOf" srcId="{34753F35-CA15-44E1-993B-5EA0A68354BF}" destId="{5806F997-D8D5-4EB0-AD92-AA2C802046AD}" srcOrd="8" destOrd="0" presId="urn:microsoft.com/office/officeart/2005/8/layout/vList2"/>
    <dgm:cxn modelId="{24D79A38-8065-4C53-B397-B89B49BE78C8}" type="presParOf" srcId="{34753F35-CA15-44E1-993B-5EA0A68354BF}" destId="{A2D6F217-8537-414C-B92B-69F60FB9B835}" srcOrd="9" destOrd="0" presId="urn:microsoft.com/office/officeart/2005/8/layout/vList2"/>
    <dgm:cxn modelId="{B07659CD-EABD-465C-9AC5-4975CBD9670F}" type="presParOf" srcId="{34753F35-CA15-44E1-993B-5EA0A68354BF}" destId="{C60F01C8-E230-4267-9887-2AD619F5F4EE}" srcOrd="10" destOrd="0" presId="urn:microsoft.com/office/officeart/2005/8/layout/vList2"/>
    <dgm:cxn modelId="{47DE1EBB-8C6B-4C8B-A66B-7B0493C4F46E}" type="presParOf" srcId="{34753F35-CA15-44E1-993B-5EA0A68354BF}" destId="{E128662B-76A4-49E4-ABD9-6D5A7FFF77B3}" srcOrd="11" destOrd="0" presId="urn:microsoft.com/office/officeart/2005/8/layout/vList2"/>
    <dgm:cxn modelId="{C2A75907-3619-4639-A2A9-252078B20942}" type="presParOf" srcId="{34753F35-CA15-44E1-993B-5EA0A68354BF}" destId="{B2CD798B-1030-4429-9121-AA95FF211C2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59803303-0F66-4FB5-94CB-F2F1213FAA7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D2714CF-E551-4181-B49B-02E5F5A45EE2}">
      <dgm:prSet/>
      <dgm:spPr/>
      <dgm:t>
        <a:bodyPr/>
        <a:lstStyle/>
        <a:p>
          <a:r>
            <a:rPr lang="ru-RU" b="0" i="0"/>
            <a:t>Підписання Ризького мирного договору.</a:t>
          </a:r>
          <a:endParaRPr lang="uk-UA"/>
        </a:p>
      </dgm:t>
    </dgm:pt>
    <dgm:pt modelId="{C7A7681F-9AB7-4C19-8ADE-CFFE5342969A}" type="parTrans" cxnId="{E4EF88B2-BA97-4E96-A883-02A5E5EFB60A}">
      <dgm:prSet/>
      <dgm:spPr/>
      <dgm:t>
        <a:bodyPr/>
        <a:lstStyle/>
        <a:p>
          <a:endParaRPr lang="uk-UA"/>
        </a:p>
      </dgm:t>
    </dgm:pt>
    <dgm:pt modelId="{E98A1FC3-6471-4975-98CE-ED2414C579BF}" type="sibTrans" cxnId="{E4EF88B2-BA97-4E96-A883-02A5E5EFB60A}">
      <dgm:prSet/>
      <dgm:spPr/>
      <dgm:t>
        <a:bodyPr/>
        <a:lstStyle/>
        <a:p>
          <a:endParaRPr lang="uk-UA"/>
        </a:p>
      </dgm:t>
    </dgm:pt>
    <dgm:pt modelId="{E6EF87A8-DF8C-4245-B140-BFACC9CF297F}">
      <dgm:prSet/>
      <dgm:spPr/>
      <dgm:t>
        <a:bodyPr/>
        <a:lstStyle/>
        <a:p>
          <a:r>
            <a:rPr lang="ru-RU" b="0" i="0"/>
            <a:t>Розгром військ генерала П. Врангеля в Криму.</a:t>
          </a:r>
          <a:endParaRPr lang="uk-UA"/>
        </a:p>
      </dgm:t>
    </dgm:pt>
    <dgm:pt modelId="{457711BC-F040-4C84-B5A8-60EF29367F87}" type="parTrans" cxnId="{3F8ECC4F-F625-4B34-AAEF-F1FE0302D135}">
      <dgm:prSet/>
      <dgm:spPr/>
      <dgm:t>
        <a:bodyPr/>
        <a:lstStyle/>
        <a:p>
          <a:endParaRPr lang="uk-UA"/>
        </a:p>
      </dgm:t>
    </dgm:pt>
    <dgm:pt modelId="{6038D394-7D82-4B07-BD74-F138AFDD96F6}" type="sibTrans" cxnId="{3F8ECC4F-F625-4B34-AAEF-F1FE0302D135}">
      <dgm:prSet/>
      <dgm:spPr/>
      <dgm:t>
        <a:bodyPr/>
        <a:lstStyle/>
        <a:p>
          <a:endParaRPr lang="uk-UA"/>
        </a:p>
      </dgm:t>
    </dgm:pt>
    <dgm:pt modelId="{C5AA7281-9781-4E6B-A432-3AC89283ECDF}">
      <dgm:prSet/>
      <dgm:spPr/>
      <dgm:t>
        <a:bodyPr/>
        <a:lstStyle/>
        <a:p>
          <a:r>
            <a:rPr lang="ru-RU" b="0" i="0"/>
            <a:t>Початок Другого зимового походу Армії УНР.</a:t>
          </a:r>
          <a:endParaRPr lang="uk-UA"/>
        </a:p>
      </dgm:t>
    </dgm:pt>
    <dgm:pt modelId="{1F4B850B-ACBE-423A-8B06-2AE1EDC1D168}" type="parTrans" cxnId="{CFF8F359-E569-44AF-8B81-EBCD84ECE547}">
      <dgm:prSet/>
      <dgm:spPr/>
      <dgm:t>
        <a:bodyPr/>
        <a:lstStyle/>
        <a:p>
          <a:endParaRPr lang="uk-UA"/>
        </a:p>
      </dgm:t>
    </dgm:pt>
    <dgm:pt modelId="{0A2F58B6-E81E-49FF-846A-8E298B8078C6}" type="sibTrans" cxnId="{CFF8F359-E569-44AF-8B81-EBCD84ECE547}">
      <dgm:prSet/>
      <dgm:spPr/>
      <dgm:t>
        <a:bodyPr/>
        <a:lstStyle/>
        <a:p>
          <a:endParaRPr lang="uk-UA"/>
        </a:p>
      </dgm:t>
    </dgm:pt>
    <dgm:pt modelId="{7F3EB7FF-7EA2-46CB-81A9-16FD0F502BDC}">
      <dgm:prSet/>
      <dgm:spPr/>
      <dgm:t>
        <a:bodyPr/>
        <a:lstStyle/>
        <a:p>
          <a:r>
            <a:rPr lang="ru-RU" b="0" i="0"/>
            <a:t>Повалення гетьманського режиму П. Скоропадського.</a:t>
          </a:r>
          <a:endParaRPr lang="uk-UA"/>
        </a:p>
      </dgm:t>
    </dgm:pt>
    <dgm:pt modelId="{F5CFBBAB-6DF0-4D79-BCFF-222E32D40A59}" type="parTrans" cxnId="{B78F658B-C3B1-4329-9CAA-68D1C2496AA3}">
      <dgm:prSet/>
      <dgm:spPr/>
      <dgm:t>
        <a:bodyPr/>
        <a:lstStyle/>
        <a:p>
          <a:endParaRPr lang="uk-UA"/>
        </a:p>
      </dgm:t>
    </dgm:pt>
    <dgm:pt modelId="{8A31DDE0-50DE-4F78-AA14-51CA356613FC}" type="sibTrans" cxnId="{B78F658B-C3B1-4329-9CAA-68D1C2496AA3}">
      <dgm:prSet/>
      <dgm:spPr/>
      <dgm:t>
        <a:bodyPr/>
        <a:lstStyle/>
        <a:p>
          <a:endParaRPr lang="uk-UA"/>
        </a:p>
      </dgm:t>
    </dgm:pt>
    <dgm:pt modelId="{FCA56F2F-2F64-4E29-94DD-CF3850721E43}" type="pres">
      <dgm:prSet presAssocID="{59803303-0F66-4FB5-94CB-F2F1213FAA7E}" presName="linear" presStyleCnt="0">
        <dgm:presLayoutVars>
          <dgm:animLvl val="lvl"/>
          <dgm:resizeHandles val="exact"/>
        </dgm:presLayoutVars>
      </dgm:prSet>
      <dgm:spPr/>
    </dgm:pt>
    <dgm:pt modelId="{941202BB-0EEE-407F-BA93-ADAE4E452627}" type="pres">
      <dgm:prSet presAssocID="{3D2714CF-E551-4181-B49B-02E5F5A45EE2}" presName="parentText" presStyleLbl="node1" presStyleIdx="0" presStyleCnt="4">
        <dgm:presLayoutVars>
          <dgm:chMax val="0"/>
          <dgm:bulletEnabled val="1"/>
        </dgm:presLayoutVars>
      </dgm:prSet>
      <dgm:spPr/>
    </dgm:pt>
    <dgm:pt modelId="{135E7C36-2039-4CCB-840A-901A318767E6}" type="pres">
      <dgm:prSet presAssocID="{E98A1FC3-6471-4975-98CE-ED2414C579BF}" presName="spacer" presStyleCnt="0"/>
      <dgm:spPr/>
    </dgm:pt>
    <dgm:pt modelId="{11CB7999-54B9-4CBD-8E8A-A4195D011948}" type="pres">
      <dgm:prSet presAssocID="{E6EF87A8-DF8C-4245-B140-BFACC9CF297F}" presName="parentText" presStyleLbl="node1" presStyleIdx="1" presStyleCnt="4">
        <dgm:presLayoutVars>
          <dgm:chMax val="0"/>
          <dgm:bulletEnabled val="1"/>
        </dgm:presLayoutVars>
      </dgm:prSet>
      <dgm:spPr/>
    </dgm:pt>
    <dgm:pt modelId="{D9A0DCA5-7576-4F7C-83CD-300D3738893C}" type="pres">
      <dgm:prSet presAssocID="{6038D394-7D82-4B07-BD74-F138AFDD96F6}" presName="spacer" presStyleCnt="0"/>
      <dgm:spPr/>
    </dgm:pt>
    <dgm:pt modelId="{18D6E926-630D-42EB-9E0E-DC03052A2456}" type="pres">
      <dgm:prSet presAssocID="{C5AA7281-9781-4E6B-A432-3AC89283ECDF}" presName="parentText" presStyleLbl="node1" presStyleIdx="2" presStyleCnt="4">
        <dgm:presLayoutVars>
          <dgm:chMax val="0"/>
          <dgm:bulletEnabled val="1"/>
        </dgm:presLayoutVars>
      </dgm:prSet>
      <dgm:spPr/>
    </dgm:pt>
    <dgm:pt modelId="{D7BAD362-D29A-4F14-8E24-CEC2B1678DFA}" type="pres">
      <dgm:prSet presAssocID="{0A2F58B6-E81E-49FF-846A-8E298B8078C6}" presName="spacer" presStyleCnt="0"/>
      <dgm:spPr/>
    </dgm:pt>
    <dgm:pt modelId="{8D1123D3-1456-478B-B5F9-1D26BBA5FC03}" type="pres">
      <dgm:prSet presAssocID="{7F3EB7FF-7EA2-46CB-81A9-16FD0F502BDC}" presName="parentText" presStyleLbl="node1" presStyleIdx="3" presStyleCnt="4">
        <dgm:presLayoutVars>
          <dgm:chMax val="0"/>
          <dgm:bulletEnabled val="1"/>
        </dgm:presLayoutVars>
      </dgm:prSet>
      <dgm:spPr/>
    </dgm:pt>
  </dgm:ptLst>
  <dgm:cxnLst>
    <dgm:cxn modelId="{0FE88D39-8C42-44C3-969D-455CAC9D1DA2}" type="presOf" srcId="{7F3EB7FF-7EA2-46CB-81A9-16FD0F502BDC}" destId="{8D1123D3-1456-478B-B5F9-1D26BBA5FC03}" srcOrd="0" destOrd="0" presId="urn:microsoft.com/office/officeart/2005/8/layout/vList2"/>
    <dgm:cxn modelId="{3F8ECC4F-F625-4B34-AAEF-F1FE0302D135}" srcId="{59803303-0F66-4FB5-94CB-F2F1213FAA7E}" destId="{E6EF87A8-DF8C-4245-B140-BFACC9CF297F}" srcOrd="1" destOrd="0" parTransId="{457711BC-F040-4C84-B5A8-60EF29367F87}" sibTransId="{6038D394-7D82-4B07-BD74-F138AFDD96F6}"/>
    <dgm:cxn modelId="{CFF8F359-E569-44AF-8B81-EBCD84ECE547}" srcId="{59803303-0F66-4FB5-94CB-F2F1213FAA7E}" destId="{C5AA7281-9781-4E6B-A432-3AC89283ECDF}" srcOrd="2" destOrd="0" parTransId="{1F4B850B-ACBE-423A-8B06-2AE1EDC1D168}" sibTransId="{0A2F58B6-E81E-49FF-846A-8E298B8078C6}"/>
    <dgm:cxn modelId="{D200387E-F6EA-4A00-B00D-93A435EA439F}" type="presOf" srcId="{C5AA7281-9781-4E6B-A432-3AC89283ECDF}" destId="{18D6E926-630D-42EB-9E0E-DC03052A2456}" srcOrd="0" destOrd="0" presId="urn:microsoft.com/office/officeart/2005/8/layout/vList2"/>
    <dgm:cxn modelId="{B78F658B-C3B1-4329-9CAA-68D1C2496AA3}" srcId="{59803303-0F66-4FB5-94CB-F2F1213FAA7E}" destId="{7F3EB7FF-7EA2-46CB-81A9-16FD0F502BDC}" srcOrd="3" destOrd="0" parTransId="{F5CFBBAB-6DF0-4D79-BCFF-222E32D40A59}" sibTransId="{8A31DDE0-50DE-4F78-AA14-51CA356613FC}"/>
    <dgm:cxn modelId="{E4EF88B2-BA97-4E96-A883-02A5E5EFB60A}" srcId="{59803303-0F66-4FB5-94CB-F2F1213FAA7E}" destId="{3D2714CF-E551-4181-B49B-02E5F5A45EE2}" srcOrd="0" destOrd="0" parTransId="{C7A7681F-9AB7-4C19-8ADE-CFFE5342969A}" sibTransId="{E98A1FC3-6471-4975-98CE-ED2414C579BF}"/>
    <dgm:cxn modelId="{8CA5CEB8-9B1C-4D2E-B341-F544BD008989}" type="presOf" srcId="{E6EF87A8-DF8C-4245-B140-BFACC9CF297F}" destId="{11CB7999-54B9-4CBD-8E8A-A4195D011948}" srcOrd="0" destOrd="0" presId="urn:microsoft.com/office/officeart/2005/8/layout/vList2"/>
    <dgm:cxn modelId="{330AA4C8-3957-45D6-90F4-97572477E80B}" type="presOf" srcId="{59803303-0F66-4FB5-94CB-F2F1213FAA7E}" destId="{FCA56F2F-2F64-4E29-94DD-CF3850721E43}" srcOrd="0" destOrd="0" presId="urn:microsoft.com/office/officeart/2005/8/layout/vList2"/>
    <dgm:cxn modelId="{3E0CA4EA-7739-4BCB-8568-AFFCE9336ABF}" type="presOf" srcId="{3D2714CF-E551-4181-B49B-02E5F5A45EE2}" destId="{941202BB-0EEE-407F-BA93-ADAE4E452627}" srcOrd="0" destOrd="0" presId="urn:microsoft.com/office/officeart/2005/8/layout/vList2"/>
    <dgm:cxn modelId="{12A94F00-2B17-4372-BAAA-18093B278C57}" type="presParOf" srcId="{FCA56F2F-2F64-4E29-94DD-CF3850721E43}" destId="{941202BB-0EEE-407F-BA93-ADAE4E452627}" srcOrd="0" destOrd="0" presId="urn:microsoft.com/office/officeart/2005/8/layout/vList2"/>
    <dgm:cxn modelId="{6FFBE18A-FF99-49EF-8020-D1AE37E06423}" type="presParOf" srcId="{FCA56F2F-2F64-4E29-94DD-CF3850721E43}" destId="{135E7C36-2039-4CCB-840A-901A318767E6}" srcOrd="1" destOrd="0" presId="urn:microsoft.com/office/officeart/2005/8/layout/vList2"/>
    <dgm:cxn modelId="{C8D3CBD8-FD49-4CAB-A26B-27CEA642D2B8}" type="presParOf" srcId="{FCA56F2F-2F64-4E29-94DD-CF3850721E43}" destId="{11CB7999-54B9-4CBD-8E8A-A4195D011948}" srcOrd="2" destOrd="0" presId="urn:microsoft.com/office/officeart/2005/8/layout/vList2"/>
    <dgm:cxn modelId="{113218FF-3245-49E8-B196-B70F5142E2B8}" type="presParOf" srcId="{FCA56F2F-2F64-4E29-94DD-CF3850721E43}" destId="{D9A0DCA5-7576-4F7C-83CD-300D3738893C}" srcOrd="3" destOrd="0" presId="urn:microsoft.com/office/officeart/2005/8/layout/vList2"/>
    <dgm:cxn modelId="{25D33CEF-9DDF-4683-AE79-2E720B665956}" type="presParOf" srcId="{FCA56F2F-2F64-4E29-94DD-CF3850721E43}" destId="{18D6E926-630D-42EB-9E0E-DC03052A2456}" srcOrd="4" destOrd="0" presId="urn:microsoft.com/office/officeart/2005/8/layout/vList2"/>
    <dgm:cxn modelId="{C5E02CA2-A9C1-42B3-BAF3-B9686660B8DB}" type="presParOf" srcId="{FCA56F2F-2F64-4E29-94DD-CF3850721E43}" destId="{D7BAD362-D29A-4F14-8E24-CEC2B1678DFA}" srcOrd="5" destOrd="0" presId="urn:microsoft.com/office/officeart/2005/8/layout/vList2"/>
    <dgm:cxn modelId="{5874F9C1-15AD-4FEF-B5AC-9A124311122D}" type="presParOf" srcId="{FCA56F2F-2F64-4E29-94DD-CF3850721E43}" destId="{8D1123D3-1456-478B-B5F9-1D26BBA5FC0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A87E773B-E6AD-41A5-9FBC-FDF6E9AAA17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CC625FA-1E70-41A3-9949-1D9478292153}">
      <dgm:prSet/>
      <dgm:spPr/>
      <dgm:t>
        <a:bodyPr/>
        <a:lstStyle/>
        <a:p>
          <a:r>
            <a:rPr lang="uk-UA" b="0" i="0"/>
            <a:t>селяни-середняки.</a:t>
          </a:r>
          <a:endParaRPr lang="uk-UA"/>
        </a:p>
      </dgm:t>
    </dgm:pt>
    <dgm:pt modelId="{CB752CA4-428F-4E1C-BEA2-1D4527C6F853}" type="parTrans" cxnId="{F7E587C4-EB3A-4009-AFE5-560836DA3375}">
      <dgm:prSet/>
      <dgm:spPr/>
      <dgm:t>
        <a:bodyPr/>
        <a:lstStyle/>
        <a:p>
          <a:endParaRPr lang="uk-UA"/>
        </a:p>
      </dgm:t>
    </dgm:pt>
    <dgm:pt modelId="{91A4B2BA-5A2E-4E2C-AA30-1C0AD9927D00}" type="sibTrans" cxnId="{F7E587C4-EB3A-4009-AFE5-560836DA3375}">
      <dgm:prSet/>
      <dgm:spPr/>
      <dgm:t>
        <a:bodyPr/>
        <a:lstStyle/>
        <a:p>
          <a:endParaRPr lang="uk-UA"/>
        </a:p>
      </dgm:t>
    </dgm:pt>
    <dgm:pt modelId="{13A2D6F3-469E-44CE-A2E4-97FF01122BB7}">
      <dgm:prSet/>
      <dgm:spPr/>
      <dgm:t>
        <a:bodyPr/>
        <a:lstStyle/>
        <a:p>
          <a:r>
            <a:rPr lang="uk-UA" b="0" i="0"/>
            <a:t>кваліфіковані робітники.</a:t>
          </a:r>
          <a:endParaRPr lang="uk-UA"/>
        </a:p>
      </dgm:t>
    </dgm:pt>
    <dgm:pt modelId="{885E21A4-D861-4047-997D-B0CE9189F5C9}" type="parTrans" cxnId="{F395D7F8-B983-43DE-BCB6-051FD142A5C3}">
      <dgm:prSet/>
      <dgm:spPr/>
      <dgm:t>
        <a:bodyPr/>
        <a:lstStyle/>
        <a:p>
          <a:endParaRPr lang="uk-UA"/>
        </a:p>
      </dgm:t>
    </dgm:pt>
    <dgm:pt modelId="{F0887E3A-50FC-4EFA-B5A8-15B934A2921E}" type="sibTrans" cxnId="{F395D7F8-B983-43DE-BCB6-051FD142A5C3}">
      <dgm:prSet/>
      <dgm:spPr/>
      <dgm:t>
        <a:bodyPr/>
        <a:lstStyle/>
        <a:p>
          <a:endParaRPr lang="uk-UA"/>
        </a:p>
      </dgm:t>
    </dgm:pt>
    <dgm:pt modelId="{96F4470C-421F-4C4B-BC74-122EA019D2EE}">
      <dgm:prSet/>
      <dgm:spPr/>
      <dgm:t>
        <a:bodyPr/>
        <a:lstStyle/>
        <a:p>
          <a:r>
            <a:rPr lang="uk-UA" b="0" i="0"/>
            <a:t>міська інтелігенція.</a:t>
          </a:r>
          <a:endParaRPr lang="uk-UA"/>
        </a:p>
      </dgm:t>
    </dgm:pt>
    <dgm:pt modelId="{CD30DEA0-77BD-49EF-9E04-E01B04BBA040}" type="parTrans" cxnId="{BBEF9936-E050-48DF-AF2A-AEF48954CE43}">
      <dgm:prSet/>
      <dgm:spPr/>
      <dgm:t>
        <a:bodyPr/>
        <a:lstStyle/>
        <a:p>
          <a:endParaRPr lang="uk-UA"/>
        </a:p>
      </dgm:t>
    </dgm:pt>
    <dgm:pt modelId="{3E905631-77D3-4EA7-8D04-EA85D3A97347}" type="sibTrans" cxnId="{BBEF9936-E050-48DF-AF2A-AEF48954CE43}">
      <dgm:prSet/>
      <dgm:spPr/>
      <dgm:t>
        <a:bodyPr/>
        <a:lstStyle/>
        <a:p>
          <a:endParaRPr lang="uk-UA"/>
        </a:p>
      </dgm:t>
    </dgm:pt>
    <dgm:pt modelId="{FDAA20D7-B4AC-4945-A28B-D4D3B70F9D2F}">
      <dgm:prSet/>
      <dgm:spPr/>
      <dgm:t>
        <a:bodyPr/>
        <a:lstStyle/>
        <a:p>
          <a:r>
            <a:rPr lang="uk-UA" b="0" i="0"/>
            <a:t>дрібні підприємці.</a:t>
          </a:r>
          <a:endParaRPr lang="uk-UA"/>
        </a:p>
      </dgm:t>
    </dgm:pt>
    <dgm:pt modelId="{7019FE10-9EA9-4A4C-A620-A84FD1C42166}" type="parTrans" cxnId="{B9D0E49C-5007-4BF2-8236-924665BE9237}">
      <dgm:prSet/>
      <dgm:spPr/>
      <dgm:t>
        <a:bodyPr/>
        <a:lstStyle/>
        <a:p>
          <a:endParaRPr lang="uk-UA"/>
        </a:p>
      </dgm:t>
    </dgm:pt>
    <dgm:pt modelId="{2B13C41A-E634-4984-9F78-B8888EDA1434}" type="sibTrans" cxnId="{B9D0E49C-5007-4BF2-8236-924665BE9237}">
      <dgm:prSet/>
      <dgm:spPr/>
      <dgm:t>
        <a:bodyPr/>
        <a:lstStyle/>
        <a:p>
          <a:endParaRPr lang="uk-UA"/>
        </a:p>
      </dgm:t>
    </dgm:pt>
    <dgm:pt modelId="{3F14AC88-18AF-4272-A868-BD97502375C1}" type="pres">
      <dgm:prSet presAssocID="{A87E773B-E6AD-41A5-9FBC-FDF6E9AAA175}" presName="linear" presStyleCnt="0">
        <dgm:presLayoutVars>
          <dgm:animLvl val="lvl"/>
          <dgm:resizeHandles val="exact"/>
        </dgm:presLayoutVars>
      </dgm:prSet>
      <dgm:spPr/>
    </dgm:pt>
    <dgm:pt modelId="{FCBB8FE0-B4B9-461C-AB8D-5CE371AC3D79}" type="pres">
      <dgm:prSet presAssocID="{FCC625FA-1E70-41A3-9949-1D9478292153}" presName="parentText" presStyleLbl="node1" presStyleIdx="0" presStyleCnt="4">
        <dgm:presLayoutVars>
          <dgm:chMax val="0"/>
          <dgm:bulletEnabled val="1"/>
        </dgm:presLayoutVars>
      </dgm:prSet>
      <dgm:spPr/>
    </dgm:pt>
    <dgm:pt modelId="{31E4F63C-A6C0-448F-8869-562134D6CC65}" type="pres">
      <dgm:prSet presAssocID="{91A4B2BA-5A2E-4E2C-AA30-1C0AD9927D00}" presName="spacer" presStyleCnt="0"/>
      <dgm:spPr/>
    </dgm:pt>
    <dgm:pt modelId="{4FFF3FB9-1F09-4DC0-B55E-565EEB98537B}" type="pres">
      <dgm:prSet presAssocID="{13A2D6F3-469E-44CE-A2E4-97FF01122BB7}" presName="parentText" presStyleLbl="node1" presStyleIdx="1" presStyleCnt="4">
        <dgm:presLayoutVars>
          <dgm:chMax val="0"/>
          <dgm:bulletEnabled val="1"/>
        </dgm:presLayoutVars>
      </dgm:prSet>
      <dgm:spPr/>
    </dgm:pt>
    <dgm:pt modelId="{54E4D670-A669-4625-B6C6-2C58529667CA}" type="pres">
      <dgm:prSet presAssocID="{F0887E3A-50FC-4EFA-B5A8-15B934A2921E}" presName="spacer" presStyleCnt="0"/>
      <dgm:spPr/>
    </dgm:pt>
    <dgm:pt modelId="{98D16BCA-789B-4B88-BF74-316AA1098586}" type="pres">
      <dgm:prSet presAssocID="{96F4470C-421F-4C4B-BC74-122EA019D2EE}" presName="parentText" presStyleLbl="node1" presStyleIdx="2" presStyleCnt="4">
        <dgm:presLayoutVars>
          <dgm:chMax val="0"/>
          <dgm:bulletEnabled val="1"/>
        </dgm:presLayoutVars>
      </dgm:prSet>
      <dgm:spPr/>
    </dgm:pt>
    <dgm:pt modelId="{56C003D8-2842-4BE1-B345-7A9138D024E2}" type="pres">
      <dgm:prSet presAssocID="{3E905631-77D3-4EA7-8D04-EA85D3A97347}" presName="spacer" presStyleCnt="0"/>
      <dgm:spPr/>
    </dgm:pt>
    <dgm:pt modelId="{51CCA127-66A9-43B5-AE97-1CB1D5A0439C}" type="pres">
      <dgm:prSet presAssocID="{FDAA20D7-B4AC-4945-A28B-D4D3B70F9D2F}" presName="parentText" presStyleLbl="node1" presStyleIdx="3" presStyleCnt="4">
        <dgm:presLayoutVars>
          <dgm:chMax val="0"/>
          <dgm:bulletEnabled val="1"/>
        </dgm:presLayoutVars>
      </dgm:prSet>
      <dgm:spPr/>
    </dgm:pt>
  </dgm:ptLst>
  <dgm:cxnLst>
    <dgm:cxn modelId="{BBEF9936-E050-48DF-AF2A-AEF48954CE43}" srcId="{A87E773B-E6AD-41A5-9FBC-FDF6E9AAA175}" destId="{96F4470C-421F-4C4B-BC74-122EA019D2EE}" srcOrd="2" destOrd="0" parTransId="{CD30DEA0-77BD-49EF-9E04-E01B04BBA040}" sibTransId="{3E905631-77D3-4EA7-8D04-EA85D3A97347}"/>
    <dgm:cxn modelId="{43972443-C2D7-4F8C-8238-8DD05D0CAB32}" type="presOf" srcId="{13A2D6F3-469E-44CE-A2E4-97FF01122BB7}" destId="{4FFF3FB9-1F09-4DC0-B55E-565EEB98537B}" srcOrd="0" destOrd="0" presId="urn:microsoft.com/office/officeart/2005/8/layout/vList2"/>
    <dgm:cxn modelId="{428E4E73-905E-4B99-BB64-0A99BDEADC07}" type="presOf" srcId="{A87E773B-E6AD-41A5-9FBC-FDF6E9AAA175}" destId="{3F14AC88-18AF-4272-A868-BD97502375C1}" srcOrd="0" destOrd="0" presId="urn:microsoft.com/office/officeart/2005/8/layout/vList2"/>
    <dgm:cxn modelId="{B9D0E49C-5007-4BF2-8236-924665BE9237}" srcId="{A87E773B-E6AD-41A5-9FBC-FDF6E9AAA175}" destId="{FDAA20D7-B4AC-4945-A28B-D4D3B70F9D2F}" srcOrd="3" destOrd="0" parTransId="{7019FE10-9EA9-4A4C-A620-A84FD1C42166}" sibTransId="{2B13C41A-E634-4984-9F78-B8888EDA1434}"/>
    <dgm:cxn modelId="{2569EA9D-E7B4-44B3-976C-D5436531384D}" type="presOf" srcId="{FDAA20D7-B4AC-4945-A28B-D4D3B70F9D2F}" destId="{51CCA127-66A9-43B5-AE97-1CB1D5A0439C}" srcOrd="0" destOrd="0" presId="urn:microsoft.com/office/officeart/2005/8/layout/vList2"/>
    <dgm:cxn modelId="{B46EBBB9-6E57-4812-8104-359D552379CA}" type="presOf" srcId="{96F4470C-421F-4C4B-BC74-122EA019D2EE}" destId="{98D16BCA-789B-4B88-BF74-316AA1098586}" srcOrd="0" destOrd="0" presId="urn:microsoft.com/office/officeart/2005/8/layout/vList2"/>
    <dgm:cxn modelId="{F7E587C4-EB3A-4009-AFE5-560836DA3375}" srcId="{A87E773B-E6AD-41A5-9FBC-FDF6E9AAA175}" destId="{FCC625FA-1E70-41A3-9949-1D9478292153}" srcOrd="0" destOrd="0" parTransId="{CB752CA4-428F-4E1C-BEA2-1D4527C6F853}" sibTransId="{91A4B2BA-5A2E-4E2C-AA30-1C0AD9927D00}"/>
    <dgm:cxn modelId="{02A413C5-9347-42FA-8FFE-D9292418202D}" type="presOf" srcId="{FCC625FA-1E70-41A3-9949-1D9478292153}" destId="{FCBB8FE0-B4B9-461C-AB8D-5CE371AC3D79}" srcOrd="0" destOrd="0" presId="urn:microsoft.com/office/officeart/2005/8/layout/vList2"/>
    <dgm:cxn modelId="{F395D7F8-B983-43DE-BCB6-051FD142A5C3}" srcId="{A87E773B-E6AD-41A5-9FBC-FDF6E9AAA175}" destId="{13A2D6F3-469E-44CE-A2E4-97FF01122BB7}" srcOrd="1" destOrd="0" parTransId="{885E21A4-D861-4047-997D-B0CE9189F5C9}" sibTransId="{F0887E3A-50FC-4EFA-B5A8-15B934A2921E}"/>
    <dgm:cxn modelId="{76E75643-E490-444C-AE35-FDE012194BC3}" type="presParOf" srcId="{3F14AC88-18AF-4272-A868-BD97502375C1}" destId="{FCBB8FE0-B4B9-461C-AB8D-5CE371AC3D79}" srcOrd="0" destOrd="0" presId="urn:microsoft.com/office/officeart/2005/8/layout/vList2"/>
    <dgm:cxn modelId="{35382938-5F2E-424F-A1AD-C39CBC1E1F19}" type="presParOf" srcId="{3F14AC88-18AF-4272-A868-BD97502375C1}" destId="{31E4F63C-A6C0-448F-8869-562134D6CC65}" srcOrd="1" destOrd="0" presId="urn:microsoft.com/office/officeart/2005/8/layout/vList2"/>
    <dgm:cxn modelId="{C0C79CE7-59FC-4130-AEBE-29CF13400E2A}" type="presParOf" srcId="{3F14AC88-18AF-4272-A868-BD97502375C1}" destId="{4FFF3FB9-1F09-4DC0-B55E-565EEB98537B}" srcOrd="2" destOrd="0" presId="urn:microsoft.com/office/officeart/2005/8/layout/vList2"/>
    <dgm:cxn modelId="{17C2A9C9-BC61-49A7-AE34-276AC2205A5D}" type="presParOf" srcId="{3F14AC88-18AF-4272-A868-BD97502375C1}" destId="{54E4D670-A669-4625-B6C6-2C58529667CA}" srcOrd="3" destOrd="0" presId="urn:microsoft.com/office/officeart/2005/8/layout/vList2"/>
    <dgm:cxn modelId="{4352A166-53C6-4C6D-9307-3969E2AE6ABB}" type="presParOf" srcId="{3F14AC88-18AF-4272-A868-BD97502375C1}" destId="{98D16BCA-789B-4B88-BF74-316AA1098586}" srcOrd="4" destOrd="0" presId="urn:microsoft.com/office/officeart/2005/8/layout/vList2"/>
    <dgm:cxn modelId="{EE1EDCE5-CFD2-40E4-B7AA-083F5DC56AAB}" type="presParOf" srcId="{3F14AC88-18AF-4272-A868-BD97502375C1}" destId="{56C003D8-2842-4BE1-B345-7A9138D024E2}" srcOrd="5" destOrd="0" presId="urn:microsoft.com/office/officeart/2005/8/layout/vList2"/>
    <dgm:cxn modelId="{B779B1FF-6328-4C45-9650-A1507C4ECB85}" type="presParOf" srcId="{3F14AC88-18AF-4272-A868-BD97502375C1}" destId="{51CCA127-66A9-43B5-AE97-1CB1D5A0439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46A691A0-81E1-48AF-9253-96CF8FA93BB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84B2EC6-27B9-45CC-8111-CDFAB06DD21B}">
      <dgm:prSet/>
      <dgm:spPr/>
      <dgm:t>
        <a:bodyPr/>
        <a:lstStyle/>
        <a:p>
          <a:r>
            <a:rPr lang="uk-UA" b="0" i="0"/>
            <a:t>витіснення у 1919 р. арміями Н. Махна та М. Григор’єва військ Антанти з Півдня України та Криму</a:t>
          </a:r>
          <a:endParaRPr lang="uk-UA"/>
        </a:p>
      </dgm:t>
    </dgm:pt>
    <dgm:pt modelId="{726F365B-C261-4391-BE18-3D1CFA848914}" type="parTrans" cxnId="{0906069D-0B7A-4893-960F-F2771C470435}">
      <dgm:prSet/>
      <dgm:spPr/>
      <dgm:t>
        <a:bodyPr/>
        <a:lstStyle/>
        <a:p>
          <a:endParaRPr lang="uk-UA"/>
        </a:p>
      </dgm:t>
    </dgm:pt>
    <dgm:pt modelId="{CEA6BACC-AE6D-4C61-9755-4214B3348A3C}" type="sibTrans" cxnId="{0906069D-0B7A-4893-960F-F2771C470435}">
      <dgm:prSet/>
      <dgm:spPr/>
      <dgm:t>
        <a:bodyPr/>
        <a:lstStyle/>
        <a:p>
          <a:endParaRPr lang="uk-UA"/>
        </a:p>
      </dgm:t>
    </dgm:pt>
    <dgm:pt modelId="{55E27964-46A1-47A1-BBB7-D787AD4BB9F9}">
      <dgm:prSet/>
      <dgm:spPr/>
      <dgm:t>
        <a:bodyPr/>
        <a:lstStyle/>
        <a:p>
          <a:r>
            <a:rPr lang="uk-UA" b="0" i="0"/>
            <a:t>контрнаступ Червоної Армії та розгром військ генерала А. Денікіна на Сході та Півдні України в 1919 р.</a:t>
          </a:r>
          <a:endParaRPr lang="uk-UA"/>
        </a:p>
      </dgm:t>
    </dgm:pt>
    <dgm:pt modelId="{CB0F4383-F68F-4543-9731-84112828D722}" type="parTrans" cxnId="{9EA71439-34CF-4B88-B883-94B5F761F42F}">
      <dgm:prSet/>
      <dgm:spPr/>
      <dgm:t>
        <a:bodyPr/>
        <a:lstStyle/>
        <a:p>
          <a:endParaRPr lang="uk-UA"/>
        </a:p>
      </dgm:t>
    </dgm:pt>
    <dgm:pt modelId="{DE56E6D3-4BE8-4B29-92F0-0E5F8282F606}" type="sibTrans" cxnId="{9EA71439-34CF-4B88-B883-94B5F761F42F}">
      <dgm:prSet/>
      <dgm:spPr/>
      <dgm:t>
        <a:bodyPr/>
        <a:lstStyle/>
        <a:p>
          <a:endParaRPr lang="uk-UA"/>
        </a:p>
      </dgm:t>
    </dgm:pt>
    <dgm:pt modelId="{8D412EC3-3F4E-4B7A-AD8B-14CF217E5693}">
      <dgm:prSet/>
      <dgm:spPr/>
      <dgm:t>
        <a:bodyPr/>
        <a:lstStyle/>
        <a:p>
          <a:r>
            <a:rPr lang="uk-UA" b="0" i="0"/>
            <a:t>контрнаступ Червоної Армії та розгром військ генерала П. Врангеля на Півдні України та в Криму в 1920 р.</a:t>
          </a:r>
          <a:endParaRPr lang="uk-UA"/>
        </a:p>
      </dgm:t>
    </dgm:pt>
    <dgm:pt modelId="{7353C2DB-B0F2-4E61-913A-10C248BA9AC5}" type="parTrans" cxnId="{8F37D60E-A241-4335-9D99-FA46FEDDCBE4}">
      <dgm:prSet/>
      <dgm:spPr/>
      <dgm:t>
        <a:bodyPr/>
        <a:lstStyle/>
        <a:p>
          <a:endParaRPr lang="uk-UA"/>
        </a:p>
      </dgm:t>
    </dgm:pt>
    <dgm:pt modelId="{6CE4309B-3603-4107-952D-48F52A92642E}" type="sibTrans" cxnId="{8F37D60E-A241-4335-9D99-FA46FEDDCBE4}">
      <dgm:prSet/>
      <dgm:spPr/>
      <dgm:t>
        <a:bodyPr/>
        <a:lstStyle/>
        <a:p>
          <a:endParaRPr lang="uk-UA"/>
        </a:p>
      </dgm:t>
    </dgm:pt>
    <dgm:pt modelId="{A0392E70-8EE8-4A04-8BB1-B25B75CEC007}">
      <dgm:prSet/>
      <dgm:spPr/>
      <dgm:t>
        <a:bodyPr/>
        <a:lstStyle/>
        <a:p>
          <a:r>
            <a:rPr lang="uk-UA" b="0" i="0"/>
            <a:t>придушення в 1921 р. антибільшовицьких селянських повстань Півдня України та Криму військами Південного фронту під командуванням М. Фрунзе</a:t>
          </a:r>
          <a:endParaRPr lang="uk-UA"/>
        </a:p>
      </dgm:t>
    </dgm:pt>
    <dgm:pt modelId="{478080F5-FE68-466A-A500-8192416C6FAC}" type="parTrans" cxnId="{F75A1E9E-F4F2-4F69-8C02-3BFC751F2397}">
      <dgm:prSet/>
      <dgm:spPr/>
      <dgm:t>
        <a:bodyPr/>
        <a:lstStyle/>
        <a:p>
          <a:endParaRPr lang="uk-UA"/>
        </a:p>
      </dgm:t>
    </dgm:pt>
    <dgm:pt modelId="{CD0890FC-6454-4A09-9EAA-25F4634C8009}" type="sibTrans" cxnId="{F75A1E9E-F4F2-4F69-8C02-3BFC751F2397}">
      <dgm:prSet/>
      <dgm:spPr/>
      <dgm:t>
        <a:bodyPr/>
        <a:lstStyle/>
        <a:p>
          <a:endParaRPr lang="uk-UA"/>
        </a:p>
      </dgm:t>
    </dgm:pt>
    <dgm:pt modelId="{AFF49AD2-EBF9-4B64-9DEF-935A0F3306F8}" type="pres">
      <dgm:prSet presAssocID="{46A691A0-81E1-48AF-9253-96CF8FA93BBC}" presName="linear" presStyleCnt="0">
        <dgm:presLayoutVars>
          <dgm:animLvl val="lvl"/>
          <dgm:resizeHandles val="exact"/>
        </dgm:presLayoutVars>
      </dgm:prSet>
      <dgm:spPr/>
    </dgm:pt>
    <dgm:pt modelId="{AC11A575-2A02-425F-83F7-46EE91D91324}" type="pres">
      <dgm:prSet presAssocID="{E84B2EC6-27B9-45CC-8111-CDFAB06DD21B}" presName="parentText" presStyleLbl="node1" presStyleIdx="0" presStyleCnt="4">
        <dgm:presLayoutVars>
          <dgm:chMax val="0"/>
          <dgm:bulletEnabled val="1"/>
        </dgm:presLayoutVars>
      </dgm:prSet>
      <dgm:spPr/>
    </dgm:pt>
    <dgm:pt modelId="{3621251B-592E-4061-A49F-D1C249441299}" type="pres">
      <dgm:prSet presAssocID="{CEA6BACC-AE6D-4C61-9755-4214B3348A3C}" presName="spacer" presStyleCnt="0"/>
      <dgm:spPr/>
    </dgm:pt>
    <dgm:pt modelId="{BCC4D85C-1CB0-405D-AE5F-7B3B6DB9D2D0}" type="pres">
      <dgm:prSet presAssocID="{55E27964-46A1-47A1-BBB7-D787AD4BB9F9}" presName="parentText" presStyleLbl="node1" presStyleIdx="1" presStyleCnt="4">
        <dgm:presLayoutVars>
          <dgm:chMax val="0"/>
          <dgm:bulletEnabled val="1"/>
        </dgm:presLayoutVars>
      </dgm:prSet>
      <dgm:spPr/>
    </dgm:pt>
    <dgm:pt modelId="{121D76C1-E135-4AD6-899C-FE8EAC796C55}" type="pres">
      <dgm:prSet presAssocID="{DE56E6D3-4BE8-4B29-92F0-0E5F8282F606}" presName="spacer" presStyleCnt="0"/>
      <dgm:spPr/>
    </dgm:pt>
    <dgm:pt modelId="{46A9A0F7-C0B1-46C2-8C66-CEF75EA28172}" type="pres">
      <dgm:prSet presAssocID="{8D412EC3-3F4E-4B7A-AD8B-14CF217E5693}" presName="parentText" presStyleLbl="node1" presStyleIdx="2" presStyleCnt="4">
        <dgm:presLayoutVars>
          <dgm:chMax val="0"/>
          <dgm:bulletEnabled val="1"/>
        </dgm:presLayoutVars>
      </dgm:prSet>
      <dgm:spPr/>
    </dgm:pt>
    <dgm:pt modelId="{A6B28849-0BF7-4663-BC66-30201ADD7722}" type="pres">
      <dgm:prSet presAssocID="{6CE4309B-3603-4107-952D-48F52A92642E}" presName="spacer" presStyleCnt="0"/>
      <dgm:spPr/>
    </dgm:pt>
    <dgm:pt modelId="{9DBDE912-C2F4-473F-ACCB-2ECE20A424B6}" type="pres">
      <dgm:prSet presAssocID="{A0392E70-8EE8-4A04-8BB1-B25B75CEC007}" presName="parentText" presStyleLbl="node1" presStyleIdx="3" presStyleCnt="4">
        <dgm:presLayoutVars>
          <dgm:chMax val="0"/>
          <dgm:bulletEnabled val="1"/>
        </dgm:presLayoutVars>
      </dgm:prSet>
      <dgm:spPr/>
    </dgm:pt>
  </dgm:ptLst>
  <dgm:cxnLst>
    <dgm:cxn modelId="{8F37D60E-A241-4335-9D99-FA46FEDDCBE4}" srcId="{46A691A0-81E1-48AF-9253-96CF8FA93BBC}" destId="{8D412EC3-3F4E-4B7A-AD8B-14CF217E5693}" srcOrd="2" destOrd="0" parTransId="{7353C2DB-B0F2-4E61-913A-10C248BA9AC5}" sibTransId="{6CE4309B-3603-4107-952D-48F52A92642E}"/>
    <dgm:cxn modelId="{BBC8BC17-22BC-482D-A139-9DD9CFD7E8E2}" type="presOf" srcId="{55E27964-46A1-47A1-BBB7-D787AD4BB9F9}" destId="{BCC4D85C-1CB0-405D-AE5F-7B3B6DB9D2D0}" srcOrd="0" destOrd="0" presId="urn:microsoft.com/office/officeart/2005/8/layout/vList2"/>
    <dgm:cxn modelId="{9EA71439-34CF-4B88-B883-94B5F761F42F}" srcId="{46A691A0-81E1-48AF-9253-96CF8FA93BBC}" destId="{55E27964-46A1-47A1-BBB7-D787AD4BB9F9}" srcOrd="1" destOrd="0" parTransId="{CB0F4383-F68F-4543-9731-84112828D722}" sibTransId="{DE56E6D3-4BE8-4B29-92F0-0E5F8282F606}"/>
    <dgm:cxn modelId="{1FE5093A-2E3C-4390-8E0A-4A50E4A263D3}" type="presOf" srcId="{A0392E70-8EE8-4A04-8BB1-B25B75CEC007}" destId="{9DBDE912-C2F4-473F-ACCB-2ECE20A424B6}" srcOrd="0" destOrd="0" presId="urn:microsoft.com/office/officeart/2005/8/layout/vList2"/>
    <dgm:cxn modelId="{4CE70269-03BA-4C8B-8743-08EF614F972E}" type="presOf" srcId="{E84B2EC6-27B9-45CC-8111-CDFAB06DD21B}" destId="{AC11A575-2A02-425F-83F7-46EE91D91324}" srcOrd="0" destOrd="0" presId="urn:microsoft.com/office/officeart/2005/8/layout/vList2"/>
    <dgm:cxn modelId="{FB187886-FD14-4B07-8A21-36B6ADD13631}" type="presOf" srcId="{8D412EC3-3F4E-4B7A-AD8B-14CF217E5693}" destId="{46A9A0F7-C0B1-46C2-8C66-CEF75EA28172}" srcOrd="0" destOrd="0" presId="urn:microsoft.com/office/officeart/2005/8/layout/vList2"/>
    <dgm:cxn modelId="{0906069D-0B7A-4893-960F-F2771C470435}" srcId="{46A691A0-81E1-48AF-9253-96CF8FA93BBC}" destId="{E84B2EC6-27B9-45CC-8111-CDFAB06DD21B}" srcOrd="0" destOrd="0" parTransId="{726F365B-C261-4391-BE18-3D1CFA848914}" sibTransId="{CEA6BACC-AE6D-4C61-9755-4214B3348A3C}"/>
    <dgm:cxn modelId="{F75A1E9E-F4F2-4F69-8C02-3BFC751F2397}" srcId="{46A691A0-81E1-48AF-9253-96CF8FA93BBC}" destId="{A0392E70-8EE8-4A04-8BB1-B25B75CEC007}" srcOrd="3" destOrd="0" parTransId="{478080F5-FE68-466A-A500-8192416C6FAC}" sibTransId="{CD0890FC-6454-4A09-9EAA-25F4634C8009}"/>
    <dgm:cxn modelId="{50F71FE1-36E9-45AA-A460-392B00466331}" type="presOf" srcId="{46A691A0-81E1-48AF-9253-96CF8FA93BBC}" destId="{AFF49AD2-EBF9-4B64-9DEF-935A0F3306F8}" srcOrd="0" destOrd="0" presId="urn:microsoft.com/office/officeart/2005/8/layout/vList2"/>
    <dgm:cxn modelId="{1D55EAD1-FA5E-43ED-AB7C-DC83E6ABBF99}" type="presParOf" srcId="{AFF49AD2-EBF9-4B64-9DEF-935A0F3306F8}" destId="{AC11A575-2A02-425F-83F7-46EE91D91324}" srcOrd="0" destOrd="0" presId="urn:microsoft.com/office/officeart/2005/8/layout/vList2"/>
    <dgm:cxn modelId="{E0100905-B1A7-4F20-9D67-DF98AFA771BE}" type="presParOf" srcId="{AFF49AD2-EBF9-4B64-9DEF-935A0F3306F8}" destId="{3621251B-592E-4061-A49F-D1C249441299}" srcOrd="1" destOrd="0" presId="urn:microsoft.com/office/officeart/2005/8/layout/vList2"/>
    <dgm:cxn modelId="{AD5DE977-7814-4D60-9826-4C8C76013F27}" type="presParOf" srcId="{AFF49AD2-EBF9-4B64-9DEF-935A0F3306F8}" destId="{BCC4D85C-1CB0-405D-AE5F-7B3B6DB9D2D0}" srcOrd="2" destOrd="0" presId="urn:microsoft.com/office/officeart/2005/8/layout/vList2"/>
    <dgm:cxn modelId="{AC1EF112-7376-4679-A102-5A8C04F443A4}" type="presParOf" srcId="{AFF49AD2-EBF9-4B64-9DEF-935A0F3306F8}" destId="{121D76C1-E135-4AD6-899C-FE8EAC796C55}" srcOrd="3" destOrd="0" presId="urn:microsoft.com/office/officeart/2005/8/layout/vList2"/>
    <dgm:cxn modelId="{CC429F52-D032-423B-9C19-972A03282D36}" type="presParOf" srcId="{AFF49AD2-EBF9-4B64-9DEF-935A0F3306F8}" destId="{46A9A0F7-C0B1-46C2-8C66-CEF75EA28172}" srcOrd="4" destOrd="0" presId="urn:microsoft.com/office/officeart/2005/8/layout/vList2"/>
    <dgm:cxn modelId="{B748FF44-FB76-480F-B445-6D01E635F2FD}" type="presParOf" srcId="{AFF49AD2-EBF9-4B64-9DEF-935A0F3306F8}" destId="{A6B28849-0BF7-4663-BC66-30201ADD7722}" srcOrd="5" destOrd="0" presId="urn:microsoft.com/office/officeart/2005/8/layout/vList2"/>
    <dgm:cxn modelId="{85E0F13E-CBCB-494F-BC9B-1191AF913DF1}" type="presParOf" srcId="{AFF49AD2-EBF9-4B64-9DEF-935A0F3306F8}" destId="{9DBDE912-C2F4-473F-ACCB-2ECE20A424B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D8856779-E12A-4B19-AAEE-5E503D6B105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A72220A-426A-45F0-8AE7-C46DDECD276A}">
      <dgm:prSet/>
      <dgm:spPr/>
      <dgm:t>
        <a:bodyPr/>
        <a:lstStyle/>
        <a:p>
          <a:r>
            <a:rPr lang="ru-RU" b="0" i="0"/>
            <a:t>підписання Брестського миру.</a:t>
          </a:r>
          <a:endParaRPr lang="uk-UA"/>
        </a:p>
      </dgm:t>
    </dgm:pt>
    <dgm:pt modelId="{0C859B48-7541-4BA2-8A53-026E3FBF163C}" type="parTrans" cxnId="{DCAD3C62-6397-46FF-B08B-5683CE8ABD25}">
      <dgm:prSet/>
      <dgm:spPr/>
      <dgm:t>
        <a:bodyPr/>
        <a:lstStyle/>
        <a:p>
          <a:endParaRPr lang="uk-UA"/>
        </a:p>
      </dgm:t>
    </dgm:pt>
    <dgm:pt modelId="{31F5DC8C-C3B9-437C-8E3F-6622672EB1EF}" type="sibTrans" cxnId="{DCAD3C62-6397-46FF-B08B-5683CE8ABD25}">
      <dgm:prSet/>
      <dgm:spPr/>
      <dgm:t>
        <a:bodyPr/>
        <a:lstStyle/>
        <a:p>
          <a:endParaRPr lang="uk-UA"/>
        </a:p>
      </dgm:t>
    </dgm:pt>
    <dgm:pt modelId="{6B7A5F76-8207-4484-A1A6-D2A0B8C5F60B}">
      <dgm:prSet/>
      <dgm:spPr/>
      <dgm:t>
        <a:bodyPr/>
        <a:lstStyle/>
        <a:p>
          <a:r>
            <a:rPr lang="ru-RU" b="0" i="0" dirty="0" err="1"/>
            <a:t>укладення</a:t>
          </a:r>
          <a:r>
            <a:rPr lang="ru-RU" b="0" i="0" dirty="0"/>
            <a:t> </a:t>
          </a:r>
          <a:r>
            <a:rPr lang="ru-RU" b="0" i="0" dirty="0" err="1"/>
            <a:t>Варшавської</a:t>
          </a:r>
          <a:r>
            <a:rPr lang="ru-RU" b="0" i="0" dirty="0"/>
            <a:t> угоди.</a:t>
          </a:r>
          <a:endParaRPr lang="uk-UA" dirty="0"/>
        </a:p>
      </dgm:t>
    </dgm:pt>
    <dgm:pt modelId="{6E47A507-6203-43C0-9204-9F9D02DDB96F}" type="parTrans" cxnId="{BB8D22D5-4FD7-4655-92C6-F06877BCE24E}">
      <dgm:prSet/>
      <dgm:spPr/>
      <dgm:t>
        <a:bodyPr/>
        <a:lstStyle/>
        <a:p>
          <a:endParaRPr lang="uk-UA"/>
        </a:p>
      </dgm:t>
    </dgm:pt>
    <dgm:pt modelId="{C7A164CE-8AEE-4C38-B4CD-859F4702B0F0}" type="sibTrans" cxnId="{BB8D22D5-4FD7-4655-92C6-F06877BCE24E}">
      <dgm:prSet/>
      <dgm:spPr/>
      <dgm:t>
        <a:bodyPr/>
        <a:lstStyle/>
        <a:p>
          <a:endParaRPr lang="uk-UA"/>
        </a:p>
      </dgm:t>
    </dgm:pt>
    <dgm:pt modelId="{E6CA3AE6-DA38-484E-8235-505BDA8FE915}">
      <dgm:prSet/>
      <dgm:spPr/>
      <dgm:t>
        <a:bodyPr/>
        <a:lstStyle/>
        <a:p>
          <a:r>
            <a:rPr lang="ru-RU" b="0" i="0"/>
            <a:t>визнання умов Ризького договору.</a:t>
          </a:r>
          <a:endParaRPr lang="uk-UA"/>
        </a:p>
      </dgm:t>
    </dgm:pt>
    <dgm:pt modelId="{98CAD40F-6D99-4096-82A1-E06FB8079B97}" type="parTrans" cxnId="{C08D12B0-D8B7-4191-BEDF-3A8E4C34EFD5}">
      <dgm:prSet/>
      <dgm:spPr/>
      <dgm:t>
        <a:bodyPr/>
        <a:lstStyle/>
        <a:p>
          <a:endParaRPr lang="uk-UA"/>
        </a:p>
      </dgm:t>
    </dgm:pt>
    <dgm:pt modelId="{ACEF4FA5-EB8D-44F4-8084-E327FD235892}" type="sibTrans" cxnId="{C08D12B0-D8B7-4191-BEDF-3A8E4C34EFD5}">
      <dgm:prSet/>
      <dgm:spPr/>
      <dgm:t>
        <a:bodyPr/>
        <a:lstStyle/>
        <a:p>
          <a:endParaRPr lang="uk-UA"/>
        </a:p>
      </dgm:t>
    </dgm:pt>
    <dgm:pt modelId="{BD8E8BEB-88C9-4BCD-BED8-3E6CB848F2C0}">
      <dgm:prSet/>
      <dgm:spPr/>
      <dgm:t>
        <a:bodyPr/>
        <a:lstStyle/>
        <a:p>
          <a:r>
            <a:rPr lang="ru-RU" b="0" i="0"/>
            <a:t>підтвердження умов прелімінарного миру з радянською Росією.</a:t>
          </a:r>
          <a:endParaRPr lang="uk-UA"/>
        </a:p>
      </dgm:t>
    </dgm:pt>
    <dgm:pt modelId="{0F3F0EED-1879-45E5-9C48-F1B9856DD794}" type="parTrans" cxnId="{7E44EB0A-A514-4006-A93D-8AC0F0F5EBC6}">
      <dgm:prSet/>
      <dgm:spPr/>
      <dgm:t>
        <a:bodyPr/>
        <a:lstStyle/>
        <a:p>
          <a:endParaRPr lang="uk-UA"/>
        </a:p>
      </dgm:t>
    </dgm:pt>
    <dgm:pt modelId="{AF481C8D-FBF0-43F8-80F8-45E3B2B3259A}" type="sibTrans" cxnId="{7E44EB0A-A514-4006-A93D-8AC0F0F5EBC6}">
      <dgm:prSet/>
      <dgm:spPr/>
      <dgm:t>
        <a:bodyPr/>
        <a:lstStyle/>
        <a:p>
          <a:endParaRPr lang="uk-UA"/>
        </a:p>
      </dgm:t>
    </dgm:pt>
    <dgm:pt modelId="{52244575-E640-4A2C-8D17-03A1ED09B544}" type="pres">
      <dgm:prSet presAssocID="{D8856779-E12A-4B19-AAEE-5E503D6B1053}" presName="linear" presStyleCnt="0">
        <dgm:presLayoutVars>
          <dgm:animLvl val="lvl"/>
          <dgm:resizeHandles val="exact"/>
        </dgm:presLayoutVars>
      </dgm:prSet>
      <dgm:spPr/>
    </dgm:pt>
    <dgm:pt modelId="{A716DC1A-DEA1-4B26-892A-11A4FBA6A581}" type="pres">
      <dgm:prSet presAssocID="{6A72220A-426A-45F0-8AE7-C46DDECD276A}" presName="parentText" presStyleLbl="node1" presStyleIdx="0" presStyleCnt="4">
        <dgm:presLayoutVars>
          <dgm:chMax val="0"/>
          <dgm:bulletEnabled val="1"/>
        </dgm:presLayoutVars>
      </dgm:prSet>
      <dgm:spPr/>
    </dgm:pt>
    <dgm:pt modelId="{3C98767C-4B03-43AA-9EA0-E1D2AB514ED2}" type="pres">
      <dgm:prSet presAssocID="{31F5DC8C-C3B9-437C-8E3F-6622672EB1EF}" presName="spacer" presStyleCnt="0"/>
      <dgm:spPr/>
    </dgm:pt>
    <dgm:pt modelId="{6C3B1CE5-13B0-4709-A7B6-B13EDB77AE8A}" type="pres">
      <dgm:prSet presAssocID="{6B7A5F76-8207-4484-A1A6-D2A0B8C5F60B}" presName="parentText" presStyleLbl="node1" presStyleIdx="1" presStyleCnt="4">
        <dgm:presLayoutVars>
          <dgm:chMax val="0"/>
          <dgm:bulletEnabled val="1"/>
        </dgm:presLayoutVars>
      </dgm:prSet>
      <dgm:spPr/>
    </dgm:pt>
    <dgm:pt modelId="{AD939F2C-3DCD-4B43-B19A-339C242440CE}" type="pres">
      <dgm:prSet presAssocID="{C7A164CE-8AEE-4C38-B4CD-859F4702B0F0}" presName="spacer" presStyleCnt="0"/>
      <dgm:spPr/>
    </dgm:pt>
    <dgm:pt modelId="{4753380D-F6BD-4262-A92C-47A29FD15020}" type="pres">
      <dgm:prSet presAssocID="{E6CA3AE6-DA38-484E-8235-505BDA8FE915}" presName="parentText" presStyleLbl="node1" presStyleIdx="2" presStyleCnt="4">
        <dgm:presLayoutVars>
          <dgm:chMax val="0"/>
          <dgm:bulletEnabled val="1"/>
        </dgm:presLayoutVars>
      </dgm:prSet>
      <dgm:spPr/>
    </dgm:pt>
    <dgm:pt modelId="{A384CCCB-77DB-4FCE-938F-A502E1759914}" type="pres">
      <dgm:prSet presAssocID="{ACEF4FA5-EB8D-44F4-8084-E327FD235892}" presName="spacer" presStyleCnt="0"/>
      <dgm:spPr/>
    </dgm:pt>
    <dgm:pt modelId="{CBB3E8D5-79EE-4B25-A4D1-0E74446CB3B8}" type="pres">
      <dgm:prSet presAssocID="{BD8E8BEB-88C9-4BCD-BED8-3E6CB848F2C0}" presName="parentText" presStyleLbl="node1" presStyleIdx="3" presStyleCnt="4">
        <dgm:presLayoutVars>
          <dgm:chMax val="0"/>
          <dgm:bulletEnabled val="1"/>
        </dgm:presLayoutVars>
      </dgm:prSet>
      <dgm:spPr/>
    </dgm:pt>
  </dgm:ptLst>
  <dgm:cxnLst>
    <dgm:cxn modelId="{7E44EB0A-A514-4006-A93D-8AC0F0F5EBC6}" srcId="{D8856779-E12A-4B19-AAEE-5E503D6B1053}" destId="{BD8E8BEB-88C9-4BCD-BED8-3E6CB848F2C0}" srcOrd="3" destOrd="0" parTransId="{0F3F0EED-1879-45E5-9C48-F1B9856DD794}" sibTransId="{AF481C8D-FBF0-43F8-80F8-45E3B2B3259A}"/>
    <dgm:cxn modelId="{7B455215-A2F6-4E5A-B31E-F54CC7F86C58}" type="presOf" srcId="{6B7A5F76-8207-4484-A1A6-D2A0B8C5F60B}" destId="{6C3B1CE5-13B0-4709-A7B6-B13EDB77AE8A}" srcOrd="0" destOrd="0" presId="urn:microsoft.com/office/officeart/2005/8/layout/vList2"/>
    <dgm:cxn modelId="{71835020-3E7C-4B00-843F-D5BE1D9C25AC}" type="presOf" srcId="{BD8E8BEB-88C9-4BCD-BED8-3E6CB848F2C0}" destId="{CBB3E8D5-79EE-4B25-A4D1-0E74446CB3B8}" srcOrd="0" destOrd="0" presId="urn:microsoft.com/office/officeart/2005/8/layout/vList2"/>
    <dgm:cxn modelId="{174D875D-7BCA-4EEB-8FCC-6B1BF6F03C1D}" type="presOf" srcId="{6A72220A-426A-45F0-8AE7-C46DDECD276A}" destId="{A716DC1A-DEA1-4B26-892A-11A4FBA6A581}" srcOrd="0" destOrd="0" presId="urn:microsoft.com/office/officeart/2005/8/layout/vList2"/>
    <dgm:cxn modelId="{DCAD3C62-6397-46FF-B08B-5683CE8ABD25}" srcId="{D8856779-E12A-4B19-AAEE-5E503D6B1053}" destId="{6A72220A-426A-45F0-8AE7-C46DDECD276A}" srcOrd="0" destOrd="0" parTransId="{0C859B48-7541-4BA2-8A53-026E3FBF163C}" sibTransId="{31F5DC8C-C3B9-437C-8E3F-6622672EB1EF}"/>
    <dgm:cxn modelId="{0EB84B97-BBB6-4665-B386-DDE79971C0C8}" type="presOf" srcId="{E6CA3AE6-DA38-484E-8235-505BDA8FE915}" destId="{4753380D-F6BD-4262-A92C-47A29FD15020}" srcOrd="0" destOrd="0" presId="urn:microsoft.com/office/officeart/2005/8/layout/vList2"/>
    <dgm:cxn modelId="{C08D12B0-D8B7-4191-BEDF-3A8E4C34EFD5}" srcId="{D8856779-E12A-4B19-AAEE-5E503D6B1053}" destId="{E6CA3AE6-DA38-484E-8235-505BDA8FE915}" srcOrd="2" destOrd="0" parTransId="{98CAD40F-6D99-4096-82A1-E06FB8079B97}" sibTransId="{ACEF4FA5-EB8D-44F4-8084-E327FD235892}"/>
    <dgm:cxn modelId="{BB8D22D5-4FD7-4655-92C6-F06877BCE24E}" srcId="{D8856779-E12A-4B19-AAEE-5E503D6B1053}" destId="{6B7A5F76-8207-4484-A1A6-D2A0B8C5F60B}" srcOrd="1" destOrd="0" parTransId="{6E47A507-6203-43C0-9204-9F9D02DDB96F}" sibTransId="{C7A164CE-8AEE-4C38-B4CD-859F4702B0F0}"/>
    <dgm:cxn modelId="{239D64F0-3130-4E0D-8448-CFE158C21806}" type="presOf" srcId="{D8856779-E12A-4B19-AAEE-5E503D6B1053}" destId="{52244575-E640-4A2C-8D17-03A1ED09B544}" srcOrd="0" destOrd="0" presId="urn:microsoft.com/office/officeart/2005/8/layout/vList2"/>
    <dgm:cxn modelId="{070B3C89-14D7-415A-B001-3216B31A3723}" type="presParOf" srcId="{52244575-E640-4A2C-8D17-03A1ED09B544}" destId="{A716DC1A-DEA1-4B26-892A-11A4FBA6A581}" srcOrd="0" destOrd="0" presId="urn:microsoft.com/office/officeart/2005/8/layout/vList2"/>
    <dgm:cxn modelId="{B6AFF259-5BBB-4726-B0C4-23A87C0D5FFD}" type="presParOf" srcId="{52244575-E640-4A2C-8D17-03A1ED09B544}" destId="{3C98767C-4B03-43AA-9EA0-E1D2AB514ED2}" srcOrd="1" destOrd="0" presId="urn:microsoft.com/office/officeart/2005/8/layout/vList2"/>
    <dgm:cxn modelId="{D516D51F-8BA8-4C9A-AF36-010EE0BFD936}" type="presParOf" srcId="{52244575-E640-4A2C-8D17-03A1ED09B544}" destId="{6C3B1CE5-13B0-4709-A7B6-B13EDB77AE8A}" srcOrd="2" destOrd="0" presId="urn:microsoft.com/office/officeart/2005/8/layout/vList2"/>
    <dgm:cxn modelId="{B4AE1317-7A20-4874-8081-132B567035AD}" type="presParOf" srcId="{52244575-E640-4A2C-8D17-03A1ED09B544}" destId="{AD939F2C-3DCD-4B43-B19A-339C242440CE}" srcOrd="3" destOrd="0" presId="urn:microsoft.com/office/officeart/2005/8/layout/vList2"/>
    <dgm:cxn modelId="{6F2A0656-4521-4D48-9F3C-2BDB9FCBD51F}" type="presParOf" srcId="{52244575-E640-4A2C-8D17-03A1ED09B544}" destId="{4753380D-F6BD-4262-A92C-47A29FD15020}" srcOrd="4" destOrd="0" presId="urn:microsoft.com/office/officeart/2005/8/layout/vList2"/>
    <dgm:cxn modelId="{C5B17903-BF1B-4B51-B4B0-2F65C7C07D3E}" type="presParOf" srcId="{52244575-E640-4A2C-8D17-03A1ED09B544}" destId="{A384CCCB-77DB-4FCE-938F-A502E1759914}" srcOrd="5" destOrd="0" presId="urn:microsoft.com/office/officeart/2005/8/layout/vList2"/>
    <dgm:cxn modelId="{788757D0-B120-41DE-BCA3-4DCFCE5E2C81}" type="presParOf" srcId="{52244575-E640-4A2C-8D17-03A1ED09B544}" destId="{CBB3E8D5-79EE-4B25-A4D1-0E74446CB3B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E52F0AE5-6BD5-409A-ABD4-D4231B81CCE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D9AFAC7-B482-4F55-A8DA-D47654325955}">
      <dgm:prSet/>
      <dgm:spPr/>
      <dgm:t>
        <a:bodyPr/>
        <a:lstStyle/>
        <a:p>
          <a:r>
            <a:rPr lang="ru-RU" b="0" i="0"/>
            <a:t>Перший «Зимовий похід».</a:t>
          </a:r>
          <a:endParaRPr lang="uk-UA"/>
        </a:p>
      </dgm:t>
    </dgm:pt>
    <dgm:pt modelId="{4C864118-848A-4CAB-A74B-FBA98C947A68}" type="parTrans" cxnId="{6364CBFC-B7C1-46AC-92FD-D951A38595B6}">
      <dgm:prSet/>
      <dgm:spPr/>
      <dgm:t>
        <a:bodyPr/>
        <a:lstStyle/>
        <a:p>
          <a:endParaRPr lang="uk-UA"/>
        </a:p>
      </dgm:t>
    </dgm:pt>
    <dgm:pt modelId="{3C5E3BB9-5846-4B0A-845B-70279BB98A24}" type="sibTrans" cxnId="{6364CBFC-B7C1-46AC-92FD-D951A38595B6}">
      <dgm:prSet/>
      <dgm:spPr/>
      <dgm:t>
        <a:bodyPr/>
        <a:lstStyle/>
        <a:p>
          <a:endParaRPr lang="uk-UA"/>
        </a:p>
      </dgm:t>
    </dgm:pt>
    <dgm:pt modelId="{BBD9FDB9-D9D9-496A-AF0C-009D272C4598}">
      <dgm:prSet/>
      <dgm:spPr/>
      <dgm:t>
        <a:bodyPr/>
        <a:lstStyle/>
        <a:p>
          <a:r>
            <a:rPr lang="ru-RU" b="0" i="0"/>
            <a:t>«Чортківську офензиву».</a:t>
          </a:r>
          <a:endParaRPr lang="uk-UA"/>
        </a:p>
      </dgm:t>
    </dgm:pt>
    <dgm:pt modelId="{E1C37262-8637-464E-ABF4-2887A55B5770}" type="parTrans" cxnId="{6956030C-EB69-445F-9F67-15DBEA2B7DA5}">
      <dgm:prSet/>
      <dgm:spPr/>
      <dgm:t>
        <a:bodyPr/>
        <a:lstStyle/>
        <a:p>
          <a:endParaRPr lang="uk-UA"/>
        </a:p>
      </dgm:t>
    </dgm:pt>
    <dgm:pt modelId="{D56340E1-2F4B-4965-9685-1580B5C91CDA}" type="sibTrans" cxnId="{6956030C-EB69-445F-9F67-15DBEA2B7DA5}">
      <dgm:prSet/>
      <dgm:spPr/>
      <dgm:t>
        <a:bodyPr/>
        <a:lstStyle/>
        <a:p>
          <a:endParaRPr lang="uk-UA"/>
        </a:p>
      </dgm:t>
    </dgm:pt>
    <dgm:pt modelId="{74E5843B-87F9-4F74-846F-7B0AF88FE550}">
      <dgm:prSet/>
      <dgm:spPr/>
      <dgm:t>
        <a:bodyPr/>
        <a:lstStyle/>
        <a:p>
          <a:r>
            <a:rPr lang="ru-RU" b="0" i="0"/>
            <a:t>«Брусиловський прорив».</a:t>
          </a:r>
          <a:endParaRPr lang="uk-UA"/>
        </a:p>
      </dgm:t>
    </dgm:pt>
    <dgm:pt modelId="{A75D8389-789C-4583-980B-0F7791F9B463}" type="parTrans" cxnId="{CF9A63BE-045E-4A0C-9D5B-D89C65A8508B}">
      <dgm:prSet/>
      <dgm:spPr/>
      <dgm:t>
        <a:bodyPr/>
        <a:lstStyle/>
        <a:p>
          <a:endParaRPr lang="uk-UA"/>
        </a:p>
      </dgm:t>
    </dgm:pt>
    <dgm:pt modelId="{361D9CAD-25D3-4E58-B704-19431D845F39}" type="sibTrans" cxnId="{CF9A63BE-045E-4A0C-9D5B-D89C65A8508B}">
      <dgm:prSet/>
      <dgm:spPr/>
      <dgm:t>
        <a:bodyPr/>
        <a:lstStyle/>
        <a:p>
          <a:endParaRPr lang="uk-UA"/>
        </a:p>
      </dgm:t>
    </dgm:pt>
    <dgm:pt modelId="{CA50E3FD-B396-4886-86D3-9F738CFE0AE0}">
      <dgm:prSet/>
      <dgm:spPr/>
      <dgm:t>
        <a:bodyPr/>
        <a:lstStyle/>
        <a:p>
          <a:r>
            <a:rPr lang="ru-RU" b="0" i="0"/>
            <a:t>«Листопадовий зрив».</a:t>
          </a:r>
          <a:endParaRPr lang="uk-UA"/>
        </a:p>
      </dgm:t>
    </dgm:pt>
    <dgm:pt modelId="{391135B1-3122-4A63-98FA-C0AB73626985}" type="parTrans" cxnId="{17BF404D-71A4-4667-B606-D37A67E15C52}">
      <dgm:prSet/>
      <dgm:spPr/>
      <dgm:t>
        <a:bodyPr/>
        <a:lstStyle/>
        <a:p>
          <a:endParaRPr lang="uk-UA"/>
        </a:p>
      </dgm:t>
    </dgm:pt>
    <dgm:pt modelId="{861972AC-8476-42FD-949D-60B76BD2BF78}" type="sibTrans" cxnId="{17BF404D-71A4-4667-B606-D37A67E15C52}">
      <dgm:prSet/>
      <dgm:spPr/>
      <dgm:t>
        <a:bodyPr/>
        <a:lstStyle/>
        <a:p>
          <a:endParaRPr lang="uk-UA"/>
        </a:p>
      </dgm:t>
    </dgm:pt>
    <dgm:pt modelId="{8EC3BEFF-3C2E-4708-A456-9645E137BDAE}" type="pres">
      <dgm:prSet presAssocID="{E52F0AE5-6BD5-409A-ABD4-D4231B81CCED}" presName="linear" presStyleCnt="0">
        <dgm:presLayoutVars>
          <dgm:animLvl val="lvl"/>
          <dgm:resizeHandles val="exact"/>
        </dgm:presLayoutVars>
      </dgm:prSet>
      <dgm:spPr/>
    </dgm:pt>
    <dgm:pt modelId="{E6E1A650-F7E1-42EE-AFD3-DD48F12C51C0}" type="pres">
      <dgm:prSet presAssocID="{1D9AFAC7-B482-4F55-A8DA-D47654325955}" presName="parentText" presStyleLbl="node1" presStyleIdx="0" presStyleCnt="4">
        <dgm:presLayoutVars>
          <dgm:chMax val="0"/>
          <dgm:bulletEnabled val="1"/>
        </dgm:presLayoutVars>
      </dgm:prSet>
      <dgm:spPr/>
    </dgm:pt>
    <dgm:pt modelId="{EF4B3E16-37D7-440E-8A7B-9405BACC9B12}" type="pres">
      <dgm:prSet presAssocID="{3C5E3BB9-5846-4B0A-845B-70279BB98A24}" presName="spacer" presStyleCnt="0"/>
      <dgm:spPr/>
    </dgm:pt>
    <dgm:pt modelId="{A9E6C98F-2889-45C6-9BA9-BCD1D5442003}" type="pres">
      <dgm:prSet presAssocID="{BBD9FDB9-D9D9-496A-AF0C-009D272C4598}" presName="parentText" presStyleLbl="node1" presStyleIdx="1" presStyleCnt="4">
        <dgm:presLayoutVars>
          <dgm:chMax val="0"/>
          <dgm:bulletEnabled val="1"/>
        </dgm:presLayoutVars>
      </dgm:prSet>
      <dgm:spPr/>
    </dgm:pt>
    <dgm:pt modelId="{0D347377-5DCF-46D9-9EA1-B9F3A9186083}" type="pres">
      <dgm:prSet presAssocID="{D56340E1-2F4B-4965-9685-1580B5C91CDA}" presName="spacer" presStyleCnt="0"/>
      <dgm:spPr/>
    </dgm:pt>
    <dgm:pt modelId="{354382B3-A63E-4B0A-B686-AFCB9A090702}" type="pres">
      <dgm:prSet presAssocID="{74E5843B-87F9-4F74-846F-7B0AF88FE550}" presName="parentText" presStyleLbl="node1" presStyleIdx="2" presStyleCnt="4">
        <dgm:presLayoutVars>
          <dgm:chMax val="0"/>
          <dgm:bulletEnabled val="1"/>
        </dgm:presLayoutVars>
      </dgm:prSet>
      <dgm:spPr/>
    </dgm:pt>
    <dgm:pt modelId="{FC0D91F3-0063-431C-A5FE-D286AA1D457D}" type="pres">
      <dgm:prSet presAssocID="{361D9CAD-25D3-4E58-B704-19431D845F39}" presName="spacer" presStyleCnt="0"/>
      <dgm:spPr/>
    </dgm:pt>
    <dgm:pt modelId="{3948BBC5-21FC-4F5D-B7E5-EE75E6563AF8}" type="pres">
      <dgm:prSet presAssocID="{CA50E3FD-B396-4886-86D3-9F738CFE0AE0}" presName="parentText" presStyleLbl="node1" presStyleIdx="3" presStyleCnt="4">
        <dgm:presLayoutVars>
          <dgm:chMax val="0"/>
          <dgm:bulletEnabled val="1"/>
        </dgm:presLayoutVars>
      </dgm:prSet>
      <dgm:spPr/>
    </dgm:pt>
  </dgm:ptLst>
  <dgm:cxnLst>
    <dgm:cxn modelId="{6956030C-EB69-445F-9F67-15DBEA2B7DA5}" srcId="{E52F0AE5-6BD5-409A-ABD4-D4231B81CCED}" destId="{BBD9FDB9-D9D9-496A-AF0C-009D272C4598}" srcOrd="1" destOrd="0" parTransId="{E1C37262-8637-464E-ABF4-2887A55B5770}" sibTransId="{D56340E1-2F4B-4965-9685-1580B5C91CDA}"/>
    <dgm:cxn modelId="{C1A34637-F8BF-4970-B37A-439CEEEF9739}" type="presOf" srcId="{E52F0AE5-6BD5-409A-ABD4-D4231B81CCED}" destId="{8EC3BEFF-3C2E-4708-A456-9645E137BDAE}" srcOrd="0" destOrd="0" presId="urn:microsoft.com/office/officeart/2005/8/layout/vList2"/>
    <dgm:cxn modelId="{FEFE6469-D886-4A44-8C27-829599F1D1FF}" type="presOf" srcId="{CA50E3FD-B396-4886-86D3-9F738CFE0AE0}" destId="{3948BBC5-21FC-4F5D-B7E5-EE75E6563AF8}" srcOrd="0" destOrd="0" presId="urn:microsoft.com/office/officeart/2005/8/layout/vList2"/>
    <dgm:cxn modelId="{8DAF7F69-959B-41CF-97FD-BB0817ADBFE8}" type="presOf" srcId="{74E5843B-87F9-4F74-846F-7B0AF88FE550}" destId="{354382B3-A63E-4B0A-B686-AFCB9A090702}" srcOrd="0" destOrd="0" presId="urn:microsoft.com/office/officeart/2005/8/layout/vList2"/>
    <dgm:cxn modelId="{6BD2F04A-FC1F-4A13-B543-CFC40D18B3D5}" type="presOf" srcId="{BBD9FDB9-D9D9-496A-AF0C-009D272C4598}" destId="{A9E6C98F-2889-45C6-9BA9-BCD1D5442003}" srcOrd="0" destOrd="0" presId="urn:microsoft.com/office/officeart/2005/8/layout/vList2"/>
    <dgm:cxn modelId="{17BF404D-71A4-4667-B606-D37A67E15C52}" srcId="{E52F0AE5-6BD5-409A-ABD4-D4231B81CCED}" destId="{CA50E3FD-B396-4886-86D3-9F738CFE0AE0}" srcOrd="3" destOrd="0" parTransId="{391135B1-3122-4A63-98FA-C0AB73626985}" sibTransId="{861972AC-8476-42FD-949D-60B76BD2BF78}"/>
    <dgm:cxn modelId="{CF9A63BE-045E-4A0C-9D5B-D89C65A8508B}" srcId="{E52F0AE5-6BD5-409A-ABD4-D4231B81CCED}" destId="{74E5843B-87F9-4F74-846F-7B0AF88FE550}" srcOrd="2" destOrd="0" parTransId="{A75D8389-789C-4583-980B-0F7791F9B463}" sibTransId="{361D9CAD-25D3-4E58-B704-19431D845F39}"/>
    <dgm:cxn modelId="{19EDC6F3-0851-403B-8B48-EB07A129294C}" type="presOf" srcId="{1D9AFAC7-B482-4F55-A8DA-D47654325955}" destId="{E6E1A650-F7E1-42EE-AFD3-DD48F12C51C0}" srcOrd="0" destOrd="0" presId="urn:microsoft.com/office/officeart/2005/8/layout/vList2"/>
    <dgm:cxn modelId="{6364CBFC-B7C1-46AC-92FD-D951A38595B6}" srcId="{E52F0AE5-6BD5-409A-ABD4-D4231B81CCED}" destId="{1D9AFAC7-B482-4F55-A8DA-D47654325955}" srcOrd="0" destOrd="0" parTransId="{4C864118-848A-4CAB-A74B-FBA98C947A68}" sibTransId="{3C5E3BB9-5846-4B0A-845B-70279BB98A24}"/>
    <dgm:cxn modelId="{4422900E-7E38-45F9-9CEE-62656DF60E1B}" type="presParOf" srcId="{8EC3BEFF-3C2E-4708-A456-9645E137BDAE}" destId="{E6E1A650-F7E1-42EE-AFD3-DD48F12C51C0}" srcOrd="0" destOrd="0" presId="urn:microsoft.com/office/officeart/2005/8/layout/vList2"/>
    <dgm:cxn modelId="{AE476FBB-2DD9-4EBA-A71E-27645622873D}" type="presParOf" srcId="{8EC3BEFF-3C2E-4708-A456-9645E137BDAE}" destId="{EF4B3E16-37D7-440E-8A7B-9405BACC9B12}" srcOrd="1" destOrd="0" presId="urn:microsoft.com/office/officeart/2005/8/layout/vList2"/>
    <dgm:cxn modelId="{48BDAA39-326C-4C61-9D30-3316D20557BD}" type="presParOf" srcId="{8EC3BEFF-3C2E-4708-A456-9645E137BDAE}" destId="{A9E6C98F-2889-45C6-9BA9-BCD1D5442003}" srcOrd="2" destOrd="0" presId="urn:microsoft.com/office/officeart/2005/8/layout/vList2"/>
    <dgm:cxn modelId="{D703789C-662E-4783-BCA8-B000CAFD9D1D}" type="presParOf" srcId="{8EC3BEFF-3C2E-4708-A456-9645E137BDAE}" destId="{0D347377-5DCF-46D9-9EA1-B9F3A9186083}" srcOrd="3" destOrd="0" presId="urn:microsoft.com/office/officeart/2005/8/layout/vList2"/>
    <dgm:cxn modelId="{8F20C9A5-8E28-4F21-A56B-DC0B51EB2189}" type="presParOf" srcId="{8EC3BEFF-3C2E-4708-A456-9645E137BDAE}" destId="{354382B3-A63E-4B0A-B686-AFCB9A090702}" srcOrd="4" destOrd="0" presId="urn:microsoft.com/office/officeart/2005/8/layout/vList2"/>
    <dgm:cxn modelId="{9F4FC5B5-6067-4BAD-B0FA-20E0D7354190}" type="presParOf" srcId="{8EC3BEFF-3C2E-4708-A456-9645E137BDAE}" destId="{FC0D91F3-0063-431C-A5FE-D286AA1D457D}" srcOrd="5" destOrd="0" presId="urn:microsoft.com/office/officeart/2005/8/layout/vList2"/>
    <dgm:cxn modelId="{51CA148D-DDB4-4D2D-99D2-1D0E488F4ADE}" type="presParOf" srcId="{8EC3BEFF-3C2E-4708-A456-9645E137BDAE}" destId="{3948BBC5-21FC-4F5D-B7E5-EE75E6563AF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EC4497A2-C424-4708-8134-BF572424A90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2FC824F-E7E3-407B-8044-5D920C1083FD}">
      <dgm:prSet/>
      <dgm:spPr/>
      <dgm:t>
        <a:bodyPr/>
        <a:lstStyle/>
        <a:p>
          <a:r>
            <a:rPr lang="uk-UA" b="0" i="0"/>
            <a:t>Розгромом Червоною Армією військових частин Української Галицької Армії та укладанням Ризького мирного договору.</a:t>
          </a:r>
          <a:endParaRPr lang="uk-UA"/>
        </a:p>
      </dgm:t>
    </dgm:pt>
    <dgm:pt modelId="{5146781C-5B21-416B-82CF-22BA4DF76DEF}" type="parTrans" cxnId="{8DD1213D-56EF-4BA2-9759-43A7D13C0761}">
      <dgm:prSet/>
      <dgm:spPr/>
      <dgm:t>
        <a:bodyPr/>
        <a:lstStyle/>
        <a:p>
          <a:endParaRPr lang="uk-UA"/>
        </a:p>
      </dgm:t>
    </dgm:pt>
    <dgm:pt modelId="{9F792952-8BCC-450B-B39C-B1F824374A87}" type="sibTrans" cxnId="{8DD1213D-56EF-4BA2-9759-43A7D13C0761}">
      <dgm:prSet/>
      <dgm:spPr/>
      <dgm:t>
        <a:bodyPr/>
        <a:lstStyle/>
        <a:p>
          <a:endParaRPr lang="uk-UA"/>
        </a:p>
      </dgm:t>
    </dgm:pt>
    <dgm:pt modelId="{9BFDCAC2-E161-4585-89B2-8D7B98A99160}">
      <dgm:prSet/>
      <dgm:spPr/>
      <dgm:t>
        <a:bodyPr/>
        <a:lstStyle/>
        <a:p>
          <a:r>
            <a:rPr lang="uk-UA" b="0" i="0"/>
            <a:t>Розгромом Червоною Армією Армії Української Народної Республіки та польської армії маршала Ю. Пілсудського.</a:t>
          </a:r>
          <a:endParaRPr lang="uk-UA"/>
        </a:p>
      </dgm:t>
    </dgm:pt>
    <dgm:pt modelId="{0242E74F-3A22-4DC2-AF8A-492407EA201C}" type="parTrans" cxnId="{7F0417DF-3155-469E-B1D0-C63D61077687}">
      <dgm:prSet/>
      <dgm:spPr/>
      <dgm:t>
        <a:bodyPr/>
        <a:lstStyle/>
        <a:p>
          <a:endParaRPr lang="uk-UA"/>
        </a:p>
      </dgm:t>
    </dgm:pt>
    <dgm:pt modelId="{6819C98B-82A1-4D46-8DB1-6911AA736BF7}" type="sibTrans" cxnId="{7F0417DF-3155-469E-B1D0-C63D61077687}">
      <dgm:prSet/>
      <dgm:spPr/>
      <dgm:t>
        <a:bodyPr/>
        <a:lstStyle/>
        <a:p>
          <a:endParaRPr lang="uk-UA"/>
        </a:p>
      </dgm:t>
    </dgm:pt>
    <dgm:pt modelId="{242A5DE5-04FF-472D-B91D-61CA12703658}" type="pres">
      <dgm:prSet presAssocID="{EC4497A2-C424-4708-8134-BF572424A900}" presName="linear" presStyleCnt="0">
        <dgm:presLayoutVars>
          <dgm:animLvl val="lvl"/>
          <dgm:resizeHandles val="exact"/>
        </dgm:presLayoutVars>
      </dgm:prSet>
      <dgm:spPr/>
    </dgm:pt>
    <dgm:pt modelId="{F16B7667-D549-4478-9415-E7ACBB6EC07A}" type="pres">
      <dgm:prSet presAssocID="{92FC824F-E7E3-407B-8044-5D920C1083FD}" presName="parentText" presStyleLbl="node1" presStyleIdx="0" presStyleCnt="2">
        <dgm:presLayoutVars>
          <dgm:chMax val="0"/>
          <dgm:bulletEnabled val="1"/>
        </dgm:presLayoutVars>
      </dgm:prSet>
      <dgm:spPr/>
    </dgm:pt>
    <dgm:pt modelId="{2B3B12DA-CB02-4D13-8BB8-E344FB3FDFC0}" type="pres">
      <dgm:prSet presAssocID="{9F792952-8BCC-450B-B39C-B1F824374A87}" presName="spacer" presStyleCnt="0"/>
      <dgm:spPr/>
    </dgm:pt>
    <dgm:pt modelId="{7BEC1590-9ED8-4254-AD1B-D3A6D25D6FD9}" type="pres">
      <dgm:prSet presAssocID="{9BFDCAC2-E161-4585-89B2-8D7B98A99160}" presName="parentText" presStyleLbl="node1" presStyleIdx="1" presStyleCnt="2">
        <dgm:presLayoutVars>
          <dgm:chMax val="0"/>
          <dgm:bulletEnabled val="1"/>
        </dgm:presLayoutVars>
      </dgm:prSet>
      <dgm:spPr/>
    </dgm:pt>
  </dgm:ptLst>
  <dgm:cxnLst>
    <dgm:cxn modelId="{CEF4EB1B-8B02-47BB-B0B9-FC44ED4AB751}" type="presOf" srcId="{92FC824F-E7E3-407B-8044-5D920C1083FD}" destId="{F16B7667-D549-4478-9415-E7ACBB6EC07A}" srcOrd="0" destOrd="0" presId="urn:microsoft.com/office/officeart/2005/8/layout/vList2"/>
    <dgm:cxn modelId="{8DD1213D-56EF-4BA2-9759-43A7D13C0761}" srcId="{EC4497A2-C424-4708-8134-BF572424A900}" destId="{92FC824F-E7E3-407B-8044-5D920C1083FD}" srcOrd="0" destOrd="0" parTransId="{5146781C-5B21-416B-82CF-22BA4DF76DEF}" sibTransId="{9F792952-8BCC-450B-B39C-B1F824374A87}"/>
    <dgm:cxn modelId="{F4E449B4-EC11-49FC-94A6-EF1A6ED73EB5}" type="presOf" srcId="{EC4497A2-C424-4708-8134-BF572424A900}" destId="{242A5DE5-04FF-472D-B91D-61CA12703658}" srcOrd="0" destOrd="0" presId="urn:microsoft.com/office/officeart/2005/8/layout/vList2"/>
    <dgm:cxn modelId="{7F0417DF-3155-469E-B1D0-C63D61077687}" srcId="{EC4497A2-C424-4708-8134-BF572424A900}" destId="{9BFDCAC2-E161-4585-89B2-8D7B98A99160}" srcOrd="1" destOrd="0" parTransId="{0242E74F-3A22-4DC2-AF8A-492407EA201C}" sibTransId="{6819C98B-82A1-4D46-8DB1-6911AA736BF7}"/>
    <dgm:cxn modelId="{10A729E3-F882-4455-AA6E-5D5B20DFF05E}" type="presOf" srcId="{9BFDCAC2-E161-4585-89B2-8D7B98A99160}" destId="{7BEC1590-9ED8-4254-AD1B-D3A6D25D6FD9}" srcOrd="0" destOrd="0" presId="urn:microsoft.com/office/officeart/2005/8/layout/vList2"/>
    <dgm:cxn modelId="{B93D2918-CCF8-43AF-9524-9298F642B58C}" type="presParOf" srcId="{242A5DE5-04FF-472D-B91D-61CA12703658}" destId="{F16B7667-D549-4478-9415-E7ACBB6EC07A}" srcOrd="0" destOrd="0" presId="urn:microsoft.com/office/officeart/2005/8/layout/vList2"/>
    <dgm:cxn modelId="{534C2552-0F89-45CE-A8A7-BC72B9A2FE02}" type="presParOf" srcId="{242A5DE5-04FF-472D-B91D-61CA12703658}" destId="{2B3B12DA-CB02-4D13-8BB8-E344FB3FDFC0}" srcOrd="1" destOrd="0" presId="urn:microsoft.com/office/officeart/2005/8/layout/vList2"/>
    <dgm:cxn modelId="{F9AD3D5C-F59E-4D3F-9ECA-ADD129D3A134}" type="presParOf" srcId="{242A5DE5-04FF-472D-B91D-61CA12703658}" destId="{7BEC1590-9ED8-4254-AD1B-D3A6D25D6FD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480071E8-7605-449C-8AB4-D4FC0AE65C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DBC9593-0447-4BD6-8E4A-4E8726469438}">
      <dgm:prSet/>
      <dgm:spPr/>
      <dgm:t>
        <a:bodyPr/>
        <a:lstStyle/>
        <a:p>
          <a:r>
            <a:rPr lang="ru-RU" b="0" i="0"/>
            <a:t>Розгромом Червоною Армією військ генерала П. Врангеля в Криму та основних сил повстанських загонів Н. Махна.</a:t>
          </a:r>
          <a:endParaRPr lang="uk-UA"/>
        </a:p>
      </dgm:t>
    </dgm:pt>
    <dgm:pt modelId="{38ECA1AB-F0E1-4402-B216-F79F75E067AB}" type="parTrans" cxnId="{91D9239D-3C57-417F-85BE-202AA7A3D2BA}">
      <dgm:prSet/>
      <dgm:spPr/>
      <dgm:t>
        <a:bodyPr/>
        <a:lstStyle/>
        <a:p>
          <a:endParaRPr lang="uk-UA"/>
        </a:p>
      </dgm:t>
    </dgm:pt>
    <dgm:pt modelId="{2D404DB3-8647-40CF-AF19-101F0679EDBD}" type="sibTrans" cxnId="{91D9239D-3C57-417F-85BE-202AA7A3D2BA}">
      <dgm:prSet/>
      <dgm:spPr/>
      <dgm:t>
        <a:bodyPr/>
        <a:lstStyle/>
        <a:p>
          <a:endParaRPr lang="uk-UA"/>
        </a:p>
      </dgm:t>
    </dgm:pt>
    <dgm:pt modelId="{C2C55223-DADC-45DE-811D-1CFE5F57308D}">
      <dgm:prSet/>
      <dgm:spPr/>
      <dgm:t>
        <a:bodyPr/>
        <a:lstStyle/>
        <a:p>
          <a:r>
            <a:rPr lang="ru-RU" b="0" i="0"/>
            <a:t>Розгромом Червоною Армією Збройних сил Півдня Росії генерала А. Денікіна та військ Директорії УНР.</a:t>
          </a:r>
          <a:endParaRPr lang="uk-UA"/>
        </a:p>
      </dgm:t>
    </dgm:pt>
    <dgm:pt modelId="{40C04BF6-D4E2-4189-A416-9A544AF3FF65}" type="parTrans" cxnId="{1DA59E90-D547-4916-A08F-075053CA5B3A}">
      <dgm:prSet/>
      <dgm:spPr/>
      <dgm:t>
        <a:bodyPr/>
        <a:lstStyle/>
        <a:p>
          <a:endParaRPr lang="uk-UA"/>
        </a:p>
      </dgm:t>
    </dgm:pt>
    <dgm:pt modelId="{A76A51E1-843C-4C4E-A765-6E9F0214440D}" type="sibTrans" cxnId="{1DA59E90-D547-4916-A08F-075053CA5B3A}">
      <dgm:prSet/>
      <dgm:spPr/>
      <dgm:t>
        <a:bodyPr/>
        <a:lstStyle/>
        <a:p>
          <a:endParaRPr lang="uk-UA"/>
        </a:p>
      </dgm:t>
    </dgm:pt>
    <dgm:pt modelId="{918CCC5A-2042-45BA-9AFA-2DB8D3D03603}" type="pres">
      <dgm:prSet presAssocID="{480071E8-7605-449C-8AB4-D4FC0AE65CD5}" presName="linear" presStyleCnt="0">
        <dgm:presLayoutVars>
          <dgm:animLvl val="lvl"/>
          <dgm:resizeHandles val="exact"/>
        </dgm:presLayoutVars>
      </dgm:prSet>
      <dgm:spPr/>
    </dgm:pt>
    <dgm:pt modelId="{9BDD9DD8-36BF-46B8-AD1A-B7D221282604}" type="pres">
      <dgm:prSet presAssocID="{5DBC9593-0447-4BD6-8E4A-4E8726469438}" presName="parentText" presStyleLbl="node1" presStyleIdx="0" presStyleCnt="2">
        <dgm:presLayoutVars>
          <dgm:chMax val="0"/>
          <dgm:bulletEnabled val="1"/>
        </dgm:presLayoutVars>
      </dgm:prSet>
      <dgm:spPr/>
    </dgm:pt>
    <dgm:pt modelId="{919B95C9-61E7-4402-8F5A-8A94B18A14B8}" type="pres">
      <dgm:prSet presAssocID="{2D404DB3-8647-40CF-AF19-101F0679EDBD}" presName="spacer" presStyleCnt="0"/>
      <dgm:spPr/>
    </dgm:pt>
    <dgm:pt modelId="{54B15CA0-0FE0-49FF-A236-B10EA075C115}" type="pres">
      <dgm:prSet presAssocID="{C2C55223-DADC-45DE-811D-1CFE5F57308D}" presName="parentText" presStyleLbl="node1" presStyleIdx="1" presStyleCnt="2">
        <dgm:presLayoutVars>
          <dgm:chMax val="0"/>
          <dgm:bulletEnabled val="1"/>
        </dgm:presLayoutVars>
      </dgm:prSet>
      <dgm:spPr/>
    </dgm:pt>
  </dgm:ptLst>
  <dgm:cxnLst>
    <dgm:cxn modelId="{755DA81C-9522-40F4-A269-725ED507F0EF}" type="presOf" srcId="{C2C55223-DADC-45DE-811D-1CFE5F57308D}" destId="{54B15CA0-0FE0-49FF-A236-B10EA075C115}" srcOrd="0" destOrd="0" presId="urn:microsoft.com/office/officeart/2005/8/layout/vList2"/>
    <dgm:cxn modelId="{B1FEF439-B756-4BA8-9375-201E35B170EA}" type="presOf" srcId="{5DBC9593-0447-4BD6-8E4A-4E8726469438}" destId="{9BDD9DD8-36BF-46B8-AD1A-B7D221282604}" srcOrd="0" destOrd="0" presId="urn:microsoft.com/office/officeart/2005/8/layout/vList2"/>
    <dgm:cxn modelId="{1DA59E90-D547-4916-A08F-075053CA5B3A}" srcId="{480071E8-7605-449C-8AB4-D4FC0AE65CD5}" destId="{C2C55223-DADC-45DE-811D-1CFE5F57308D}" srcOrd="1" destOrd="0" parTransId="{40C04BF6-D4E2-4189-A416-9A544AF3FF65}" sibTransId="{A76A51E1-843C-4C4E-A765-6E9F0214440D}"/>
    <dgm:cxn modelId="{91D9239D-3C57-417F-85BE-202AA7A3D2BA}" srcId="{480071E8-7605-449C-8AB4-D4FC0AE65CD5}" destId="{5DBC9593-0447-4BD6-8E4A-4E8726469438}" srcOrd="0" destOrd="0" parTransId="{38ECA1AB-F0E1-4402-B216-F79F75E067AB}" sibTransId="{2D404DB3-8647-40CF-AF19-101F0679EDBD}"/>
    <dgm:cxn modelId="{671E88DF-5E56-433E-85ED-C48C58635CEA}" type="presOf" srcId="{480071E8-7605-449C-8AB4-D4FC0AE65CD5}" destId="{918CCC5A-2042-45BA-9AFA-2DB8D3D03603}" srcOrd="0" destOrd="0" presId="urn:microsoft.com/office/officeart/2005/8/layout/vList2"/>
    <dgm:cxn modelId="{62E78F89-A507-4423-8530-DD96A3DE9C0E}" type="presParOf" srcId="{918CCC5A-2042-45BA-9AFA-2DB8D3D03603}" destId="{9BDD9DD8-36BF-46B8-AD1A-B7D221282604}" srcOrd="0" destOrd="0" presId="urn:microsoft.com/office/officeart/2005/8/layout/vList2"/>
    <dgm:cxn modelId="{FA4245C3-577A-4ACE-BF5B-7CDFE15B60B9}" type="presParOf" srcId="{918CCC5A-2042-45BA-9AFA-2DB8D3D03603}" destId="{919B95C9-61E7-4402-8F5A-8A94B18A14B8}" srcOrd="1" destOrd="0" presId="urn:microsoft.com/office/officeart/2005/8/layout/vList2"/>
    <dgm:cxn modelId="{3A66999E-28FC-46DA-A4CF-41EC1A75C8BC}" type="presParOf" srcId="{918CCC5A-2042-45BA-9AFA-2DB8D3D03603}" destId="{54B15CA0-0FE0-49FF-A236-B10EA075C115}"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00B2CD3F-F3FD-40AF-BC12-E5C37796C27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63EBB5B-34B5-48EA-A2D8-EBC8E86F014F}">
      <dgm:prSet/>
      <dgm:spPr/>
      <dgm:t>
        <a:bodyPr/>
        <a:lstStyle/>
        <a:p>
          <a:r>
            <a:rPr lang="uk-UA" b="0" i="0"/>
            <a:t>утручання в бойові дії військ Четверного союзу</a:t>
          </a:r>
          <a:endParaRPr lang="uk-UA"/>
        </a:p>
      </dgm:t>
    </dgm:pt>
    <dgm:pt modelId="{8E6DE0A2-C506-4268-BEC0-E4D796DEA429}" type="parTrans" cxnId="{28193CC7-1148-441C-9EE1-58DCC9AF1E1F}">
      <dgm:prSet/>
      <dgm:spPr/>
      <dgm:t>
        <a:bodyPr/>
        <a:lstStyle/>
        <a:p>
          <a:endParaRPr lang="uk-UA"/>
        </a:p>
      </dgm:t>
    </dgm:pt>
    <dgm:pt modelId="{F25E4234-68FA-437C-8AD9-A6861048032B}" type="sibTrans" cxnId="{28193CC7-1148-441C-9EE1-58DCC9AF1E1F}">
      <dgm:prSet/>
      <dgm:spPr/>
      <dgm:t>
        <a:bodyPr/>
        <a:lstStyle/>
        <a:p>
          <a:endParaRPr lang="uk-UA"/>
        </a:p>
      </dgm:t>
    </dgm:pt>
    <dgm:pt modelId="{D05805D9-F69C-4CDE-BA80-016E684F2DF0}">
      <dgm:prSet/>
      <dgm:spPr/>
      <dgm:t>
        <a:bodyPr/>
        <a:lstStyle/>
        <a:p>
          <a:r>
            <a:rPr lang="uk-UA" b="0" i="0"/>
            <a:t>декларування роздачі поміщицьких земель селянам</a:t>
          </a:r>
          <a:endParaRPr lang="uk-UA"/>
        </a:p>
      </dgm:t>
    </dgm:pt>
    <dgm:pt modelId="{24D2B4A0-CD16-4D55-B3FA-67704F634ECD}" type="parTrans" cxnId="{C4025FCE-106E-4A76-A5C0-6A17DCC2DF5D}">
      <dgm:prSet/>
      <dgm:spPr/>
      <dgm:t>
        <a:bodyPr/>
        <a:lstStyle/>
        <a:p>
          <a:endParaRPr lang="uk-UA"/>
        </a:p>
      </dgm:t>
    </dgm:pt>
    <dgm:pt modelId="{CA792D22-86A6-4C65-847F-21D046BE08D6}" type="sibTrans" cxnId="{C4025FCE-106E-4A76-A5C0-6A17DCC2DF5D}">
      <dgm:prSet/>
      <dgm:spPr/>
      <dgm:t>
        <a:bodyPr/>
        <a:lstStyle/>
        <a:p>
          <a:endParaRPr lang="uk-UA"/>
        </a:p>
      </dgm:t>
    </dgm:pt>
    <dgm:pt modelId="{DC4B2A85-B48D-4F88-853D-D1DA52DB0352}">
      <dgm:prSet/>
      <dgm:spPr/>
      <dgm:t>
        <a:bodyPr/>
        <a:lstStyle/>
        <a:p>
          <a:r>
            <a:rPr lang="uk-UA" b="0" i="0"/>
            <a:t>одночасний наступ білогвардійських військ проти українських армій і Червоної Армії</a:t>
          </a:r>
          <a:endParaRPr lang="uk-UA"/>
        </a:p>
      </dgm:t>
    </dgm:pt>
    <dgm:pt modelId="{DA13CA18-E933-463B-8D03-C85AF3296378}" type="parTrans" cxnId="{5208022F-2E84-4BED-83D9-6BAC09DADA2D}">
      <dgm:prSet/>
      <dgm:spPr/>
      <dgm:t>
        <a:bodyPr/>
        <a:lstStyle/>
        <a:p>
          <a:endParaRPr lang="uk-UA"/>
        </a:p>
      </dgm:t>
    </dgm:pt>
    <dgm:pt modelId="{120D8E1F-6640-4074-BAD4-7759A370E18F}" type="sibTrans" cxnId="{5208022F-2E84-4BED-83D9-6BAC09DADA2D}">
      <dgm:prSet/>
      <dgm:spPr/>
      <dgm:t>
        <a:bodyPr/>
        <a:lstStyle/>
        <a:p>
          <a:endParaRPr lang="uk-UA"/>
        </a:p>
      </dgm:t>
    </dgm:pt>
    <dgm:pt modelId="{93662BEA-BCE9-48DB-8BB0-C03ACF9B5EA1}" type="pres">
      <dgm:prSet presAssocID="{00B2CD3F-F3FD-40AF-BC12-E5C37796C272}" presName="linear" presStyleCnt="0">
        <dgm:presLayoutVars>
          <dgm:animLvl val="lvl"/>
          <dgm:resizeHandles val="exact"/>
        </dgm:presLayoutVars>
      </dgm:prSet>
      <dgm:spPr/>
    </dgm:pt>
    <dgm:pt modelId="{9E10CEFC-1DF4-416A-8261-07FC5A570971}" type="pres">
      <dgm:prSet presAssocID="{363EBB5B-34B5-48EA-A2D8-EBC8E86F014F}" presName="parentText" presStyleLbl="node1" presStyleIdx="0" presStyleCnt="3">
        <dgm:presLayoutVars>
          <dgm:chMax val="0"/>
          <dgm:bulletEnabled val="1"/>
        </dgm:presLayoutVars>
      </dgm:prSet>
      <dgm:spPr/>
    </dgm:pt>
    <dgm:pt modelId="{22FD8A3B-DF43-4D54-BA95-AE0EEBF0B6FE}" type="pres">
      <dgm:prSet presAssocID="{F25E4234-68FA-437C-8AD9-A6861048032B}" presName="spacer" presStyleCnt="0"/>
      <dgm:spPr/>
    </dgm:pt>
    <dgm:pt modelId="{06F22A56-4F80-4A17-BB97-D374189E0D37}" type="pres">
      <dgm:prSet presAssocID="{D05805D9-F69C-4CDE-BA80-016E684F2DF0}" presName="parentText" presStyleLbl="node1" presStyleIdx="1" presStyleCnt="3">
        <dgm:presLayoutVars>
          <dgm:chMax val="0"/>
          <dgm:bulletEnabled val="1"/>
        </dgm:presLayoutVars>
      </dgm:prSet>
      <dgm:spPr/>
    </dgm:pt>
    <dgm:pt modelId="{F4D1DFDB-A357-4838-AD1C-B1987D6FFBCD}" type="pres">
      <dgm:prSet presAssocID="{CA792D22-86A6-4C65-847F-21D046BE08D6}" presName="spacer" presStyleCnt="0"/>
      <dgm:spPr/>
    </dgm:pt>
    <dgm:pt modelId="{F1756E4A-FAE5-4A26-9C4D-B251AD0A063C}" type="pres">
      <dgm:prSet presAssocID="{DC4B2A85-B48D-4F88-853D-D1DA52DB0352}" presName="parentText" presStyleLbl="node1" presStyleIdx="2" presStyleCnt="3">
        <dgm:presLayoutVars>
          <dgm:chMax val="0"/>
          <dgm:bulletEnabled val="1"/>
        </dgm:presLayoutVars>
      </dgm:prSet>
      <dgm:spPr/>
    </dgm:pt>
  </dgm:ptLst>
  <dgm:cxnLst>
    <dgm:cxn modelId="{5208022F-2E84-4BED-83D9-6BAC09DADA2D}" srcId="{00B2CD3F-F3FD-40AF-BC12-E5C37796C272}" destId="{DC4B2A85-B48D-4F88-853D-D1DA52DB0352}" srcOrd="2" destOrd="0" parTransId="{DA13CA18-E933-463B-8D03-C85AF3296378}" sibTransId="{120D8E1F-6640-4074-BAD4-7759A370E18F}"/>
    <dgm:cxn modelId="{6DB5025A-609B-4889-9363-1C34807A459A}" type="presOf" srcId="{00B2CD3F-F3FD-40AF-BC12-E5C37796C272}" destId="{93662BEA-BCE9-48DB-8BB0-C03ACF9B5EA1}" srcOrd="0" destOrd="0" presId="urn:microsoft.com/office/officeart/2005/8/layout/vList2"/>
    <dgm:cxn modelId="{5CB7EE8A-CC2E-400C-81EF-CA19D18A90A9}" type="presOf" srcId="{DC4B2A85-B48D-4F88-853D-D1DA52DB0352}" destId="{F1756E4A-FAE5-4A26-9C4D-B251AD0A063C}" srcOrd="0" destOrd="0" presId="urn:microsoft.com/office/officeart/2005/8/layout/vList2"/>
    <dgm:cxn modelId="{134B8092-34CB-4C58-9E91-F68F7289401F}" type="presOf" srcId="{D05805D9-F69C-4CDE-BA80-016E684F2DF0}" destId="{06F22A56-4F80-4A17-BB97-D374189E0D37}" srcOrd="0" destOrd="0" presId="urn:microsoft.com/office/officeart/2005/8/layout/vList2"/>
    <dgm:cxn modelId="{28193CC7-1148-441C-9EE1-58DCC9AF1E1F}" srcId="{00B2CD3F-F3FD-40AF-BC12-E5C37796C272}" destId="{363EBB5B-34B5-48EA-A2D8-EBC8E86F014F}" srcOrd="0" destOrd="0" parTransId="{8E6DE0A2-C506-4268-BEC0-E4D796DEA429}" sibTransId="{F25E4234-68FA-437C-8AD9-A6861048032B}"/>
    <dgm:cxn modelId="{C4025FCE-106E-4A76-A5C0-6A17DCC2DF5D}" srcId="{00B2CD3F-F3FD-40AF-BC12-E5C37796C272}" destId="{D05805D9-F69C-4CDE-BA80-016E684F2DF0}" srcOrd="1" destOrd="0" parTransId="{24D2B4A0-CD16-4D55-B3FA-67704F634ECD}" sibTransId="{CA792D22-86A6-4C65-847F-21D046BE08D6}"/>
    <dgm:cxn modelId="{093E3EFC-7AF9-4CD6-B41D-F2AFB1023FA0}" type="presOf" srcId="{363EBB5B-34B5-48EA-A2D8-EBC8E86F014F}" destId="{9E10CEFC-1DF4-416A-8261-07FC5A570971}" srcOrd="0" destOrd="0" presId="urn:microsoft.com/office/officeart/2005/8/layout/vList2"/>
    <dgm:cxn modelId="{D2791EDD-254E-4B0D-AB7A-1EC6D0198BA6}" type="presParOf" srcId="{93662BEA-BCE9-48DB-8BB0-C03ACF9B5EA1}" destId="{9E10CEFC-1DF4-416A-8261-07FC5A570971}" srcOrd="0" destOrd="0" presId="urn:microsoft.com/office/officeart/2005/8/layout/vList2"/>
    <dgm:cxn modelId="{201B690E-F011-4ABC-AD56-3015F31F317D}" type="presParOf" srcId="{93662BEA-BCE9-48DB-8BB0-C03ACF9B5EA1}" destId="{22FD8A3B-DF43-4D54-BA95-AE0EEBF0B6FE}" srcOrd="1" destOrd="0" presId="urn:microsoft.com/office/officeart/2005/8/layout/vList2"/>
    <dgm:cxn modelId="{2EDC416A-AF4C-4CE7-9145-97BC842D8B20}" type="presParOf" srcId="{93662BEA-BCE9-48DB-8BB0-C03ACF9B5EA1}" destId="{06F22A56-4F80-4A17-BB97-D374189E0D37}" srcOrd="2" destOrd="0" presId="urn:microsoft.com/office/officeart/2005/8/layout/vList2"/>
    <dgm:cxn modelId="{183BE490-46FC-4B58-B865-7A3B57B065DE}" type="presParOf" srcId="{93662BEA-BCE9-48DB-8BB0-C03ACF9B5EA1}" destId="{F4D1DFDB-A357-4838-AD1C-B1987D6FFBCD}" srcOrd="3" destOrd="0" presId="urn:microsoft.com/office/officeart/2005/8/layout/vList2"/>
    <dgm:cxn modelId="{30CF69B6-B543-4334-86B2-4144379C5022}" type="presParOf" srcId="{93662BEA-BCE9-48DB-8BB0-C03ACF9B5EA1}" destId="{F1756E4A-FAE5-4A26-9C4D-B251AD0A063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4086EC33-DA50-435F-91F3-07BAF40123D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46A8F60-4438-4B9F-A50A-F375D8F4AB5F}">
      <dgm:prSet/>
      <dgm:spPr/>
      <dgm:t>
        <a:bodyPr/>
        <a:lstStyle/>
        <a:p>
          <a:r>
            <a:rPr lang="uk-UA" b="0" i="0"/>
            <a:t>укладення Акта Злуки між УНР і ЗУНР</a:t>
          </a:r>
          <a:endParaRPr lang="uk-UA"/>
        </a:p>
      </dgm:t>
    </dgm:pt>
    <dgm:pt modelId="{09F1F35B-6C01-4043-9715-FF40B5140945}" type="parTrans" cxnId="{02E23191-2307-4440-94B7-B09084A613DB}">
      <dgm:prSet/>
      <dgm:spPr/>
      <dgm:t>
        <a:bodyPr/>
        <a:lstStyle/>
        <a:p>
          <a:endParaRPr lang="uk-UA"/>
        </a:p>
      </dgm:t>
    </dgm:pt>
    <dgm:pt modelId="{07BA6F4A-1613-438D-A7FA-20961565916B}" type="sibTrans" cxnId="{02E23191-2307-4440-94B7-B09084A613DB}">
      <dgm:prSet/>
      <dgm:spPr/>
      <dgm:t>
        <a:bodyPr/>
        <a:lstStyle/>
        <a:p>
          <a:endParaRPr lang="uk-UA"/>
        </a:p>
      </dgm:t>
    </dgm:pt>
    <dgm:pt modelId="{9E277549-C87C-4414-9F5D-7BBD75AE1664}">
      <dgm:prSet/>
      <dgm:spPr/>
      <dgm:t>
        <a:bodyPr/>
        <a:lstStyle/>
        <a:p>
          <a:r>
            <a:rPr lang="uk-UA" b="0" i="0"/>
            <a:t>розрив союзницьких відносин із країнами Антанти</a:t>
          </a:r>
          <a:endParaRPr lang="uk-UA"/>
        </a:p>
      </dgm:t>
    </dgm:pt>
    <dgm:pt modelId="{926D58FF-C750-431C-9828-0ACEFE8413F0}" type="parTrans" cxnId="{39782C49-FDDA-45CA-AD15-7E0DC5EAF9BB}">
      <dgm:prSet/>
      <dgm:spPr/>
      <dgm:t>
        <a:bodyPr/>
        <a:lstStyle/>
        <a:p>
          <a:endParaRPr lang="uk-UA"/>
        </a:p>
      </dgm:t>
    </dgm:pt>
    <dgm:pt modelId="{E4B7AB49-AF30-4E20-AFF6-75F392F85309}" type="sibTrans" cxnId="{39782C49-FDDA-45CA-AD15-7E0DC5EAF9BB}">
      <dgm:prSet/>
      <dgm:spPr/>
      <dgm:t>
        <a:bodyPr/>
        <a:lstStyle/>
        <a:p>
          <a:endParaRPr lang="uk-UA"/>
        </a:p>
      </dgm:t>
    </dgm:pt>
    <dgm:pt modelId="{AAB0F7E2-C2F0-4894-9C2F-66BA636F63F2}">
      <dgm:prSet/>
      <dgm:spPr/>
      <dgm:t>
        <a:bodyPr/>
        <a:lstStyle/>
        <a:p>
          <a:r>
            <a:rPr lang="uk-UA" b="0" i="0"/>
            <a:t>масовий селянський повстанський рух</a:t>
          </a:r>
          <a:endParaRPr lang="uk-UA"/>
        </a:p>
      </dgm:t>
    </dgm:pt>
    <dgm:pt modelId="{087A4AC8-46C6-4D12-A640-ACA8FF57DD86}" type="parTrans" cxnId="{68637581-7F11-4084-A126-8A456432FE4B}">
      <dgm:prSet/>
      <dgm:spPr/>
      <dgm:t>
        <a:bodyPr/>
        <a:lstStyle/>
        <a:p>
          <a:endParaRPr lang="uk-UA"/>
        </a:p>
      </dgm:t>
    </dgm:pt>
    <dgm:pt modelId="{C5226ACB-6FDB-489F-ABC8-210276CDE905}" type="sibTrans" cxnId="{68637581-7F11-4084-A126-8A456432FE4B}">
      <dgm:prSet/>
      <dgm:spPr/>
      <dgm:t>
        <a:bodyPr/>
        <a:lstStyle/>
        <a:p>
          <a:endParaRPr lang="uk-UA"/>
        </a:p>
      </dgm:t>
    </dgm:pt>
    <dgm:pt modelId="{68E65E7B-C2A5-4F40-B4DB-4E8B3462F8FA}">
      <dgm:prSet/>
      <dgm:spPr/>
      <dgm:t>
        <a:bodyPr/>
        <a:lstStyle/>
        <a:p>
          <a:r>
            <a:rPr lang="uk-UA" b="0" i="0"/>
            <a:t>проведення реакційної, шовіністичної політики</a:t>
          </a:r>
          <a:endParaRPr lang="uk-UA"/>
        </a:p>
      </dgm:t>
    </dgm:pt>
    <dgm:pt modelId="{7599762F-C8EE-4D69-B3C6-CFAC680926CE}" type="parTrans" cxnId="{C0BCB653-EDC0-4484-BF43-BEF4F682BF46}">
      <dgm:prSet/>
      <dgm:spPr/>
      <dgm:t>
        <a:bodyPr/>
        <a:lstStyle/>
        <a:p>
          <a:endParaRPr lang="uk-UA"/>
        </a:p>
      </dgm:t>
    </dgm:pt>
    <dgm:pt modelId="{74E658CB-02E1-4A80-9A93-5BB5D66D4EF4}" type="sibTrans" cxnId="{C0BCB653-EDC0-4484-BF43-BEF4F682BF46}">
      <dgm:prSet/>
      <dgm:spPr/>
      <dgm:t>
        <a:bodyPr/>
        <a:lstStyle/>
        <a:p>
          <a:endParaRPr lang="uk-UA"/>
        </a:p>
      </dgm:t>
    </dgm:pt>
    <dgm:pt modelId="{0CCEAEA7-BAAB-43B1-B761-9328C22411BA}" type="pres">
      <dgm:prSet presAssocID="{4086EC33-DA50-435F-91F3-07BAF40123DF}" presName="linear" presStyleCnt="0">
        <dgm:presLayoutVars>
          <dgm:animLvl val="lvl"/>
          <dgm:resizeHandles val="exact"/>
        </dgm:presLayoutVars>
      </dgm:prSet>
      <dgm:spPr/>
    </dgm:pt>
    <dgm:pt modelId="{326A5FC7-A73E-4FC1-A07F-D46B529B8F15}" type="pres">
      <dgm:prSet presAssocID="{246A8F60-4438-4B9F-A50A-F375D8F4AB5F}" presName="parentText" presStyleLbl="node1" presStyleIdx="0" presStyleCnt="4">
        <dgm:presLayoutVars>
          <dgm:chMax val="0"/>
          <dgm:bulletEnabled val="1"/>
        </dgm:presLayoutVars>
      </dgm:prSet>
      <dgm:spPr/>
    </dgm:pt>
    <dgm:pt modelId="{3F100C04-77D3-40F3-85BE-262470103AF7}" type="pres">
      <dgm:prSet presAssocID="{07BA6F4A-1613-438D-A7FA-20961565916B}" presName="spacer" presStyleCnt="0"/>
      <dgm:spPr/>
    </dgm:pt>
    <dgm:pt modelId="{5BF8A0EF-4EED-4C85-BF9F-1571F37302FE}" type="pres">
      <dgm:prSet presAssocID="{9E277549-C87C-4414-9F5D-7BBD75AE1664}" presName="parentText" presStyleLbl="node1" presStyleIdx="1" presStyleCnt="4">
        <dgm:presLayoutVars>
          <dgm:chMax val="0"/>
          <dgm:bulletEnabled val="1"/>
        </dgm:presLayoutVars>
      </dgm:prSet>
      <dgm:spPr/>
    </dgm:pt>
    <dgm:pt modelId="{7CB497D2-5895-4A29-BF1B-2DE7E9D3558C}" type="pres">
      <dgm:prSet presAssocID="{E4B7AB49-AF30-4E20-AFF6-75F392F85309}" presName="spacer" presStyleCnt="0"/>
      <dgm:spPr/>
    </dgm:pt>
    <dgm:pt modelId="{3A06D66B-8DF2-488D-BE91-3242511C04DF}" type="pres">
      <dgm:prSet presAssocID="{AAB0F7E2-C2F0-4894-9C2F-66BA636F63F2}" presName="parentText" presStyleLbl="node1" presStyleIdx="2" presStyleCnt="4">
        <dgm:presLayoutVars>
          <dgm:chMax val="0"/>
          <dgm:bulletEnabled val="1"/>
        </dgm:presLayoutVars>
      </dgm:prSet>
      <dgm:spPr/>
    </dgm:pt>
    <dgm:pt modelId="{39D4C4EA-2B9B-4FD5-8433-4C6700BC292C}" type="pres">
      <dgm:prSet presAssocID="{C5226ACB-6FDB-489F-ABC8-210276CDE905}" presName="spacer" presStyleCnt="0"/>
      <dgm:spPr/>
    </dgm:pt>
    <dgm:pt modelId="{C60DE65B-2F3E-4380-90D6-92E302927E15}" type="pres">
      <dgm:prSet presAssocID="{68E65E7B-C2A5-4F40-B4DB-4E8B3462F8FA}" presName="parentText" presStyleLbl="node1" presStyleIdx="3" presStyleCnt="4">
        <dgm:presLayoutVars>
          <dgm:chMax val="0"/>
          <dgm:bulletEnabled val="1"/>
        </dgm:presLayoutVars>
      </dgm:prSet>
      <dgm:spPr/>
    </dgm:pt>
  </dgm:ptLst>
  <dgm:cxnLst>
    <dgm:cxn modelId="{39782C49-FDDA-45CA-AD15-7E0DC5EAF9BB}" srcId="{4086EC33-DA50-435F-91F3-07BAF40123DF}" destId="{9E277549-C87C-4414-9F5D-7BBD75AE1664}" srcOrd="1" destOrd="0" parTransId="{926D58FF-C750-431C-9828-0ACEFE8413F0}" sibTransId="{E4B7AB49-AF30-4E20-AFF6-75F392F85309}"/>
    <dgm:cxn modelId="{C0BCB653-EDC0-4484-BF43-BEF4F682BF46}" srcId="{4086EC33-DA50-435F-91F3-07BAF40123DF}" destId="{68E65E7B-C2A5-4F40-B4DB-4E8B3462F8FA}" srcOrd="3" destOrd="0" parTransId="{7599762F-C8EE-4D69-B3C6-CFAC680926CE}" sibTransId="{74E658CB-02E1-4A80-9A93-5BB5D66D4EF4}"/>
    <dgm:cxn modelId="{F9343978-5C67-421F-8715-EADDD6699493}" type="presOf" srcId="{9E277549-C87C-4414-9F5D-7BBD75AE1664}" destId="{5BF8A0EF-4EED-4C85-BF9F-1571F37302FE}" srcOrd="0" destOrd="0" presId="urn:microsoft.com/office/officeart/2005/8/layout/vList2"/>
    <dgm:cxn modelId="{68637581-7F11-4084-A126-8A456432FE4B}" srcId="{4086EC33-DA50-435F-91F3-07BAF40123DF}" destId="{AAB0F7E2-C2F0-4894-9C2F-66BA636F63F2}" srcOrd="2" destOrd="0" parTransId="{087A4AC8-46C6-4D12-A640-ACA8FF57DD86}" sibTransId="{C5226ACB-6FDB-489F-ABC8-210276CDE905}"/>
    <dgm:cxn modelId="{02E23191-2307-4440-94B7-B09084A613DB}" srcId="{4086EC33-DA50-435F-91F3-07BAF40123DF}" destId="{246A8F60-4438-4B9F-A50A-F375D8F4AB5F}" srcOrd="0" destOrd="0" parTransId="{09F1F35B-6C01-4043-9715-FF40B5140945}" sibTransId="{07BA6F4A-1613-438D-A7FA-20961565916B}"/>
    <dgm:cxn modelId="{9C64B2A0-E8DA-443E-A603-737D359D15BF}" type="presOf" srcId="{246A8F60-4438-4B9F-A50A-F375D8F4AB5F}" destId="{326A5FC7-A73E-4FC1-A07F-D46B529B8F15}" srcOrd="0" destOrd="0" presId="urn:microsoft.com/office/officeart/2005/8/layout/vList2"/>
    <dgm:cxn modelId="{5DC064A8-A2CB-4F01-9604-FDC5D0B4FD3D}" type="presOf" srcId="{68E65E7B-C2A5-4F40-B4DB-4E8B3462F8FA}" destId="{C60DE65B-2F3E-4380-90D6-92E302927E15}" srcOrd="0" destOrd="0" presId="urn:microsoft.com/office/officeart/2005/8/layout/vList2"/>
    <dgm:cxn modelId="{618363BB-1C1C-4087-B642-D3647AFF0414}" type="presOf" srcId="{4086EC33-DA50-435F-91F3-07BAF40123DF}" destId="{0CCEAEA7-BAAB-43B1-B761-9328C22411BA}" srcOrd="0" destOrd="0" presId="urn:microsoft.com/office/officeart/2005/8/layout/vList2"/>
    <dgm:cxn modelId="{505FADC0-8636-4972-AF6A-5E5A64206CBF}" type="presOf" srcId="{AAB0F7E2-C2F0-4894-9C2F-66BA636F63F2}" destId="{3A06D66B-8DF2-488D-BE91-3242511C04DF}" srcOrd="0" destOrd="0" presId="urn:microsoft.com/office/officeart/2005/8/layout/vList2"/>
    <dgm:cxn modelId="{711AED67-C0E0-45D9-BCB4-502D7573982F}" type="presParOf" srcId="{0CCEAEA7-BAAB-43B1-B761-9328C22411BA}" destId="{326A5FC7-A73E-4FC1-A07F-D46B529B8F15}" srcOrd="0" destOrd="0" presId="urn:microsoft.com/office/officeart/2005/8/layout/vList2"/>
    <dgm:cxn modelId="{CAD763D9-8FCE-4974-A733-326621CF6DB1}" type="presParOf" srcId="{0CCEAEA7-BAAB-43B1-B761-9328C22411BA}" destId="{3F100C04-77D3-40F3-85BE-262470103AF7}" srcOrd="1" destOrd="0" presId="urn:microsoft.com/office/officeart/2005/8/layout/vList2"/>
    <dgm:cxn modelId="{DE47423B-1C8F-4EB1-9595-4D377E8AF5D3}" type="presParOf" srcId="{0CCEAEA7-BAAB-43B1-B761-9328C22411BA}" destId="{5BF8A0EF-4EED-4C85-BF9F-1571F37302FE}" srcOrd="2" destOrd="0" presId="urn:microsoft.com/office/officeart/2005/8/layout/vList2"/>
    <dgm:cxn modelId="{3C282534-A911-4142-B054-E5BE50A2E2C2}" type="presParOf" srcId="{0CCEAEA7-BAAB-43B1-B761-9328C22411BA}" destId="{7CB497D2-5895-4A29-BF1B-2DE7E9D3558C}" srcOrd="3" destOrd="0" presId="urn:microsoft.com/office/officeart/2005/8/layout/vList2"/>
    <dgm:cxn modelId="{595C8184-DE74-422D-9229-81A9294082F8}" type="presParOf" srcId="{0CCEAEA7-BAAB-43B1-B761-9328C22411BA}" destId="{3A06D66B-8DF2-488D-BE91-3242511C04DF}" srcOrd="4" destOrd="0" presId="urn:microsoft.com/office/officeart/2005/8/layout/vList2"/>
    <dgm:cxn modelId="{F6685E0B-4855-470F-BABD-903C3010E2CC}" type="presParOf" srcId="{0CCEAEA7-BAAB-43B1-B761-9328C22411BA}" destId="{39D4C4EA-2B9B-4FD5-8433-4C6700BC292C}" srcOrd="5" destOrd="0" presId="urn:microsoft.com/office/officeart/2005/8/layout/vList2"/>
    <dgm:cxn modelId="{F78BE11B-6144-4D5F-A32B-640A481EE43B}" type="presParOf" srcId="{0CCEAEA7-BAAB-43B1-B761-9328C22411BA}" destId="{C60DE65B-2F3E-4380-90D6-92E302927E15}"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5CBB7E4D-EC59-4C39-B599-1CD106A6B64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1FF692C-32D9-4734-8A7B-5DCD45A74C2D}">
      <dgm:prSet/>
      <dgm:spPr/>
      <dgm:t>
        <a:bodyPr/>
        <a:lstStyle/>
        <a:p>
          <a:r>
            <a:rPr lang="uk-UA" b="0" i="0"/>
            <a:t>Радянської Соціалістичної Республіки Тавриди в червні 1920 р.</a:t>
          </a:r>
          <a:endParaRPr lang="uk-UA"/>
        </a:p>
      </dgm:t>
    </dgm:pt>
    <dgm:pt modelId="{3E9B7722-20B3-42C3-8CD3-CE399813515D}" type="parTrans" cxnId="{BF8DAF29-90A9-4FBA-9AD6-3B8F3E9CE036}">
      <dgm:prSet/>
      <dgm:spPr/>
      <dgm:t>
        <a:bodyPr/>
        <a:lstStyle/>
        <a:p>
          <a:endParaRPr lang="uk-UA"/>
        </a:p>
      </dgm:t>
    </dgm:pt>
    <dgm:pt modelId="{59638C1F-B098-48B1-84A5-955ACA0A2F90}" type="sibTrans" cxnId="{BF8DAF29-90A9-4FBA-9AD6-3B8F3E9CE036}">
      <dgm:prSet/>
      <dgm:spPr/>
      <dgm:t>
        <a:bodyPr/>
        <a:lstStyle/>
        <a:p>
          <a:endParaRPr lang="uk-UA"/>
        </a:p>
      </dgm:t>
    </dgm:pt>
    <dgm:pt modelId="{D5CB9A8E-97BB-4396-84DB-759E80FB07BC}">
      <dgm:prSet/>
      <dgm:spPr/>
      <dgm:t>
        <a:bodyPr/>
        <a:lstStyle/>
        <a:p>
          <a:r>
            <a:rPr lang="uk-UA" b="0" i="0"/>
            <a:t>контрольована Російською армією барона Врангеля в грудні 1920 р.</a:t>
          </a:r>
          <a:endParaRPr lang="uk-UA"/>
        </a:p>
      </dgm:t>
    </dgm:pt>
    <dgm:pt modelId="{86DEC37A-25C5-4560-8955-84ADBD1E2CDC}" type="parTrans" cxnId="{911C31CB-5454-44FE-81BE-3AFEF568382E}">
      <dgm:prSet/>
      <dgm:spPr/>
      <dgm:t>
        <a:bodyPr/>
        <a:lstStyle/>
        <a:p>
          <a:endParaRPr lang="uk-UA"/>
        </a:p>
      </dgm:t>
    </dgm:pt>
    <dgm:pt modelId="{BDAB3C88-8FCA-4965-B3B4-0674A5200289}" type="sibTrans" cxnId="{911C31CB-5454-44FE-81BE-3AFEF568382E}">
      <dgm:prSet/>
      <dgm:spPr/>
      <dgm:t>
        <a:bodyPr/>
        <a:lstStyle/>
        <a:p>
          <a:endParaRPr lang="uk-UA"/>
        </a:p>
      </dgm:t>
    </dgm:pt>
    <dgm:pt modelId="{D20C6CC6-505C-4A77-A845-D4247697374E}">
      <dgm:prSet/>
      <dgm:spPr/>
      <dgm:t>
        <a:bodyPr/>
        <a:lstStyle/>
        <a:p>
          <a:r>
            <a:rPr lang="uk-UA" b="0" i="0"/>
            <a:t>передана УНР за умовами Брест-Литовського договору 1918 р.</a:t>
          </a:r>
          <a:endParaRPr lang="uk-UA"/>
        </a:p>
      </dgm:t>
    </dgm:pt>
    <dgm:pt modelId="{CE0979AF-0068-4884-8500-06CA48007BB5}" type="parTrans" cxnId="{7B5EB332-B9CC-401C-AEB3-C25A281DE77C}">
      <dgm:prSet/>
      <dgm:spPr/>
      <dgm:t>
        <a:bodyPr/>
        <a:lstStyle/>
        <a:p>
          <a:endParaRPr lang="uk-UA"/>
        </a:p>
      </dgm:t>
    </dgm:pt>
    <dgm:pt modelId="{BAEA63A8-EE68-4785-A849-9D9343BD07DF}" type="sibTrans" cxnId="{7B5EB332-B9CC-401C-AEB3-C25A281DE77C}">
      <dgm:prSet/>
      <dgm:spPr/>
      <dgm:t>
        <a:bodyPr/>
        <a:lstStyle/>
        <a:p>
          <a:endParaRPr lang="uk-UA"/>
        </a:p>
      </dgm:t>
    </dgm:pt>
    <dgm:pt modelId="{6D791275-BA16-433B-9FCD-854D03A5C4B2}">
      <dgm:prSet/>
      <dgm:spPr/>
      <dgm:t>
        <a:bodyPr/>
        <a:lstStyle/>
        <a:p>
          <a:r>
            <a:rPr lang="uk-UA" b="0" i="0"/>
            <a:t>окупована військами Антанти наприкінці січня 1919 р.</a:t>
          </a:r>
          <a:endParaRPr lang="uk-UA"/>
        </a:p>
      </dgm:t>
    </dgm:pt>
    <dgm:pt modelId="{2D3C3140-CDA9-4D0E-857E-9D59603DB243}" type="parTrans" cxnId="{C2E8D0C4-A566-412F-8AB8-9730B9EA3CB3}">
      <dgm:prSet/>
      <dgm:spPr/>
      <dgm:t>
        <a:bodyPr/>
        <a:lstStyle/>
        <a:p>
          <a:endParaRPr lang="uk-UA"/>
        </a:p>
      </dgm:t>
    </dgm:pt>
    <dgm:pt modelId="{088E324A-6329-4A54-BA10-9F6566EC3DE6}" type="sibTrans" cxnId="{C2E8D0C4-A566-412F-8AB8-9730B9EA3CB3}">
      <dgm:prSet/>
      <dgm:spPr/>
      <dgm:t>
        <a:bodyPr/>
        <a:lstStyle/>
        <a:p>
          <a:endParaRPr lang="uk-UA"/>
        </a:p>
      </dgm:t>
    </dgm:pt>
    <dgm:pt modelId="{F8A0CF5D-5CC3-4B95-B19F-71AB2975D95D}" type="pres">
      <dgm:prSet presAssocID="{5CBB7E4D-EC59-4C39-B599-1CD106A6B648}" presName="linear" presStyleCnt="0">
        <dgm:presLayoutVars>
          <dgm:animLvl val="lvl"/>
          <dgm:resizeHandles val="exact"/>
        </dgm:presLayoutVars>
      </dgm:prSet>
      <dgm:spPr/>
    </dgm:pt>
    <dgm:pt modelId="{B8458863-27D1-4CA8-831E-3702668C432E}" type="pres">
      <dgm:prSet presAssocID="{E1FF692C-32D9-4734-8A7B-5DCD45A74C2D}" presName="parentText" presStyleLbl="node1" presStyleIdx="0" presStyleCnt="4">
        <dgm:presLayoutVars>
          <dgm:chMax val="0"/>
          <dgm:bulletEnabled val="1"/>
        </dgm:presLayoutVars>
      </dgm:prSet>
      <dgm:spPr/>
    </dgm:pt>
    <dgm:pt modelId="{D6C6F47E-1886-4F16-9C1B-A292C6F4E6C4}" type="pres">
      <dgm:prSet presAssocID="{59638C1F-B098-48B1-84A5-955ACA0A2F90}" presName="spacer" presStyleCnt="0"/>
      <dgm:spPr/>
    </dgm:pt>
    <dgm:pt modelId="{F143B54C-2435-44E5-BDF4-78A6220BBF97}" type="pres">
      <dgm:prSet presAssocID="{D5CB9A8E-97BB-4396-84DB-759E80FB07BC}" presName="parentText" presStyleLbl="node1" presStyleIdx="1" presStyleCnt="4">
        <dgm:presLayoutVars>
          <dgm:chMax val="0"/>
          <dgm:bulletEnabled val="1"/>
        </dgm:presLayoutVars>
      </dgm:prSet>
      <dgm:spPr/>
    </dgm:pt>
    <dgm:pt modelId="{4310C08A-E225-4FA2-8172-0EFDDF297E8F}" type="pres">
      <dgm:prSet presAssocID="{BDAB3C88-8FCA-4965-B3B4-0674A5200289}" presName="spacer" presStyleCnt="0"/>
      <dgm:spPr/>
    </dgm:pt>
    <dgm:pt modelId="{76A81307-269F-4ECE-A9E9-3162CB433377}" type="pres">
      <dgm:prSet presAssocID="{D20C6CC6-505C-4A77-A845-D4247697374E}" presName="parentText" presStyleLbl="node1" presStyleIdx="2" presStyleCnt="4">
        <dgm:presLayoutVars>
          <dgm:chMax val="0"/>
          <dgm:bulletEnabled val="1"/>
        </dgm:presLayoutVars>
      </dgm:prSet>
      <dgm:spPr/>
    </dgm:pt>
    <dgm:pt modelId="{09E8F4A3-F932-4C15-8C02-39518D61E13E}" type="pres">
      <dgm:prSet presAssocID="{BAEA63A8-EE68-4785-A849-9D9343BD07DF}" presName="spacer" presStyleCnt="0"/>
      <dgm:spPr/>
    </dgm:pt>
    <dgm:pt modelId="{4F28E7B9-6923-48C7-98D9-2B6F1A2972AB}" type="pres">
      <dgm:prSet presAssocID="{6D791275-BA16-433B-9FCD-854D03A5C4B2}" presName="parentText" presStyleLbl="node1" presStyleIdx="3" presStyleCnt="4">
        <dgm:presLayoutVars>
          <dgm:chMax val="0"/>
          <dgm:bulletEnabled val="1"/>
        </dgm:presLayoutVars>
      </dgm:prSet>
      <dgm:spPr/>
    </dgm:pt>
  </dgm:ptLst>
  <dgm:cxnLst>
    <dgm:cxn modelId="{56B50829-1556-42FA-8A99-832BD02D9EA0}" type="presOf" srcId="{D5CB9A8E-97BB-4396-84DB-759E80FB07BC}" destId="{F143B54C-2435-44E5-BDF4-78A6220BBF97}" srcOrd="0" destOrd="0" presId="urn:microsoft.com/office/officeart/2005/8/layout/vList2"/>
    <dgm:cxn modelId="{BF8DAF29-90A9-4FBA-9AD6-3B8F3E9CE036}" srcId="{5CBB7E4D-EC59-4C39-B599-1CD106A6B648}" destId="{E1FF692C-32D9-4734-8A7B-5DCD45A74C2D}" srcOrd="0" destOrd="0" parTransId="{3E9B7722-20B3-42C3-8CD3-CE399813515D}" sibTransId="{59638C1F-B098-48B1-84A5-955ACA0A2F90}"/>
    <dgm:cxn modelId="{7B5EB332-B9CC-401C-AEB3-C25A281DE77C}" srcId="{5CBB7E4D-EC59-4C39-B599-1CD106A6B648}" destId="{D20C6CC6-505C-4A77-A845-D4247697374E}" srcOrd="2" destOrd="0" parTransId="{CE0979AF-0068-4884-8500-06CA48007BB5}" sibTransId="{BAEA63A8-EE68-4785-A849-9D9343BD07DF}"/>
    <dgm:cxn modelId="{746EE43B-F605-4A67-B68D-6B7A2CF846AE}" type="presOf" srcId="{E1FF692C-32D9-4734-8A7B-5DCD45A74C2D}" destId="{B8458863-27D1-4CA8-831E-3702668C432E}" srcOrd="0" destOrd="0" presId="urn:microsoft.com/office/officeart/2005/8/layout/vList2"/>
    <dgm:cxn modelId="{89C74D6F-7AE1-41C0-AB79-AA7C6B383F40}" type="presOf" srcId="{6D791275-BA16-433B-9FCD-854D03A5C4B2}" destId="{4F28E7B9-6923-48C7-98D9-2B6F1A2972AB}" srcOrd="0" destOrd="0" presId="urn:microsoft.com/office/officeart/2005/8/layout/vList2"/>
    <dgm:cxn modelId="{60507E73-46F4-495A-9BAA-25E02CC3800D}" type="presOf" srcId="{D20C6CC6-505C-4A77-A845-D4247697374E}" destId="{76A81307-269F-4ECE-A9E9-3162CB433377}" srcOrd="0" destOrd="0" presId="urn:microsoft.com/office/officeart/2005/8/layout/vList2"/>
    <dgm:cxn modelId="{C2E8D0C4-A566-412F-8AB8-9730B9EA3CB3}" srcId="{5CBB7E4D-EC59-4C39-B599-1CD106A6B648}" destId="{6D791275-BA16-433B-9FCD-854D03A5C4B2}" srcOrd="3" destOrd="0" parTransId="{2D3C3140-CDA9-4D0E-857E-9D59603DB243}" sibTransId="{088E324A-6329-4A54-BA10-9F6566EC3DE6}"/>
    <dgm:cxn modelId="{B59CF1C8-7604-4735-B728-55259FA4B85E}" type="presOf" srcId="{5CBB7E4D-EC59-4C39-B599-1CD106A6B648}" destId="{F8A0CF5D-5CC3-4B95-B19F-71AB2975D95D}" srcOrd="0" destOrd="0" presId="urn:microsoft.com/office/officeart/2005/8/layout/vList2"/>
    <dgm:cxn modelId="{911C31CB-5454-44FE-81BE-3AFEF568382E}" srcId="{5CBB7E4D-EC59-4C39-B599-1CD106A6B648}" destId="{D5CB9A8E-97BB-4396-84DB-759E80FB07BC}" srcOrd="1" destOrd="0" parTransId="{86DEC37A-25C5-4560-8955-84ADBD1E2CDC}" sibTransId="{BDAB3C88-8FCA-4965-B3B4-0674A5200289}"/>
    <dgm:cxn modelId="{CB6598BD-CF1D-4534-B87F-969151D43847}" type="presParOf" srcId="{F8A0CF5D-5CC3-4B95-B19F-71AB2975D95D}" destId="{B8458863-27D1-4CA8-831E-3702668C432E}" srcOrd="0" destOrd="0" presId="urn:microsoft.com/office/officeart/2005/8/layout/vList2"/>
    <dgm:cxn modelId="{482462BD-4186-427D-A482-AA4BD5E609AD}" type="presParOf" srcId="{F8A0CF5D-5CC3-4B95-B19F-71AB2975D95D}" destId="{D6C6F47E-1886-4F16-9C1B-A292C6F4E6C4}" srcOrd="1" destOrd="0" presId="urn:microsoft.com/office/officeart/2005/8/layout/vList2"/>
    <dgm:cxn modelId="{DA2DA14D-9CCC-4582-A4F7-D20B6AE46B8E}" type="presParOf" srcId="{F8A0CF5D-5CC3-4B95-B19F-71AB2975D95D}" destId="{F143B54C-2435-44E5-BDF4-78A6220BBF97}" srcOrd="2" destOrd="0" presId="urn:microsoft.com/office/officeart/2005/8/layout/vList2"/>
    <dgm:cxn modelId="{9581739B-1F4B-4890-B83A-D075A6A360A1}" type="presParOf" srcId="{F8A0CF5D-5CC3-4B95-B19F-71AB2975D95D}" destId="{4310C08A-E225-4FA2-8172-0EFDDF297E8F}" srcOrd="3" destOrd="0" presId="urn:microsoft.com/office/officeart/2005/8/layout/vList2"/>
    <dgm:cxn modelId="{B8B2B91A-0A4D-4AD6-AAE4-4F0E4208C090}" type="presParOf" srcId="{F8A0CF5D-5CC3-4B95-B19F-71AB2975D95D}" destId="{76A81307-269F-4ECE-A9E9-3162CB433377}" srcOrd="4" destOrd="0" presId="urn:microsoft.com/office/officeart/2005/8/layout/vList2"/>
    <dgm:cxn modelId="{92FED33E-8F0F-4375-A101-E51B3ABB2933}" type="presParOf" srcId="{F8A0CF5D-5CC3-4B95-B19F-71AB2975D95D}" destId="{09E8F4A3-F932-4C15-8C02-39518D61E13E}" srcOrd="5" destOrd="0" presId="urn:microsoft.com/office/officeart/2005/8/layout/vList2"/>
    <dgm:cxn modelId="{89A44BD2-EA59-46F2-B04B-7476AA02225D}" type="presParOf" srcId="{F8A0CF5D-5CC3-4B95-B19F-71AB2975D95D}" destId="{4F28E7B9-6923-48C7-98D9-2B6F1A2972A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C4FEB9F7-E375-4732-8C89-06F69AECB06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1CD1297-366C-4FC0-B7C9-2DBE1643B03A}">
      <dgm:prSet/>
      <dgm:spPr/>
      <dgm:t>
        <a:bodyPr/>
        <a:lstStyle/>
        <a:p>
          <a:r>
            <a:rPr lang="ru-RU" b="0" i="0"/>
            <a:t>Генерального Секретаріату УНР.</a:t>
          </a:r>
          <a:endParaRPr lang="uk-UA"/>
        </a:p>
      </dgm:t>
    </dgm:pt>
    <dgm:pt modelId="{497DBC19-CBB8-4F30-B39C-3EBF0AF09763}" type="parTrans" cxnId="{CA513386-B5DA-48EC-8ACD-639917C90D7F}">
      <dgm:prSet/>
      <dgm:spPr/>
      <dgm:t>
        <a:bodyPr/>
        <a:lstStyle/>
        <a:p>
          <a:endParaRPr lang="uk-UA"/>
        </a:p>
      </dgm:t>
    </dgm:pt>
    <dgm:pt modelId="{F708E1EA-D498-4468-90AD-779C0532990C}" type="sibTrans" cxnId="{CA513386-B5DA-48EC-8ACD-639917C90D7F}">
      <dgm:prSet/>
      <dgm:spPr/>
      <dgm:t>
        <a:bodyPr/>
        <a:lstStyle/>
        <a:p>
          <a:endParaRPr lang="uk-UA"/>
        </a:p>
      </dgm:t>
    </dgm:pt>
    <dgm:pt modelId="{604888E1-9ADE-4958-866C-91C486625232}">
      <dgm:prSet/>
      <dgm:spPr/>
      <dgm:t>
        <a:bodyPr/>
        <a:lstStyle/>
        <a:p>
          <a:r>
            <a:rPr lang="ru-RU" b="0" i="0"/>
            <a:t>Ради Народних Комісарів УСРР.</a:t>
          </a:r>
          <a:endParaRPr lang="uk-UA"/>
        </a:p>
      </dgm:t>
    </dgm:pt>
    <dgm:pt modelId="{5D6C96A7-4259-43BE-A404-9EB1BDFFDEDF}" type="parTrans" cxnId="{86727D88-AF41-42A8-A639-AA88CFE0739B}">
      <dgm:prSet/>
      <dgm:spPr/>
      <dgm:t>
        <a:bodyPr/>
        <a:lstStyle/>
        <a:p>
          <a:endParaRPr lang="uk-UA"/>
        </a:p>
      </dgm:t>
    </dgm:pt>
    <dgm:pt modelId="{50BD9353-4AD0-4C17-8198-F97BD95B4C71}" type="sibTrans" cxnId="{86727D88-AF41-42A8-A639-AA88CFE0739B}">
      <dgm:prSet/>
      <dgm:spPr/>
      <dgm:t>
        <a:bodyPr/>
        <a:lstStyle/>
        <a:p>
          <a:endParaRPr lang="uk-UA"/>
        </a:p>
      </dgm:t>
    </dgm:pt>
    <dgm:pt modelId="{6004BC35-0003-4509-B9A8-181DB50F7D87}">
      <dgm:prSet/>
      <dgm:spPr/>
      <dgm:t>
        <a:bodyPr/>
        <a:lstStyle/>
        <a:p>
          <a:r>
            <a:rPr lang="ru-RU" b="0" i="0"/>
            <a:t>Ради Міністрів Української Держави.</a:t>
          </a:r>
          <a:endParaRPr lang="uk-UA"/>
        </a:p>
      </dgm:t>
    </dgm:pt>
    <dgm:pt modelId="{A6D00DA0-0E79-49FA-8131-AC9FBDE04637}" type="parTrans" cxnId="{104F5AF2-01D8-4715-8C76-763A846CD7A0}">
      <dgm:prSet/>
      <dgm:spPr/>
      <dgm:t>
        <a:bodyPr/>
        <a:lstStyle/>
        <a:p>
          <a:endParaRPr lang="uk-UA"/>
        </a:p>
      </dgm:t>
    </dgm:pt>
    <dgm:pt modelId="{298F1D91-F887-46D1-A546-92590CF44FEC}" type="sibTrans" cxnId="{104F5AF2-01D8-4715-8C76-763A846CD7A0}">
      <dgm:prSet/>
      <dgm:spPr/>
      <dgm:t>
        <a:bodyPr/>
        <a:lstStyle/>
        <a:p>
          <a:endParaRPr lang="uk-UA"/>
        </a:p>
      </dgm:t>
    </dgm:pt>
    <dgm:pt modelId="{5AB53F21-EA8F-40D0-8AB5-2BACA3D5DED8}">
      <dgm:prSet/>
      <dgm:spPr/>
      <dgm:t>
        <a:bodyPr/>
        <a:lstStyle/>
        <a:p>
          <a:r>
            <a:rPr lang="ru-RU" b="0" i="0"/>
            <a:t>Директорії УНР.</a:t>
          </a:r>
          <a:endParaRPr lang="uk-UA"/>
        </a:p>
      </dgm:t>
    </dgm:pt>
    <dgm:pt modelId="{0E7F1311-C332-4845-9F10-1A08BEA00A8D}" type="parTrans" cxnId="{1374C65F-6139-4B49-8F16-04376ADBBB3A}">
      <dgm:prSet/>
      <dgm:spPr/>
      <dgm:t>
        <a:bodyPr/>
        <a:lstStyle/>
        <a:p>
          <a:endParaRPr lang="uk-UA"/>
        </a:p>
      </dgm:t>
    </dgm:pt>
    <dgm:pt modelId="{147B4A15-76C2-4A86-ABB7-501220DC3BFC}" type="sibTrans" cxnId="{1374C65F-6139-4B49-8F16-04376ADBBB3A}">
      <dgm:prSet/>
      <dgm:spPr/>
      <dgm:t>
        <a:bodyPr/>
        <a:lstStyle/>
        <a:p>
          <a:endParaRPr lang="uk-UA"/>
        </a:p>
      </dgm:t>
    </dgm:pt>
    <dgm:pt modelId="{FF605DF6-0927-46E7-B910-8F449CF9751E}" type="pres">
      <dgm:prSet presAssocID="{C4FEB9F7-E375-4732-8C89-06F69AECB062}" presName="linear" presStyleCnt="0">
        <dgm:presLayoutVars>
          <dgm:animLvl val="lvl"/>
          <dgm:resizeHandles val="exact"/>
        </dgm:presLayoutVars>
      </dgm:prSet>
      <dgm:spPr/>
    </dgm:pt>
    <dgm:pt modelId="{B7CB2594-934B-4284-A350-79C73AE3DE06}" type="pres">
      <dgm:prSet presAssocID="{61CD1297-366C-4FC0-B7C9-2DBE1643B03A}" presName="parentText" presStyleLbl="node1" presStyleIdx="0" presStyleCnt="4">
        <dgm:presLayoutVars>
          <dgm:chMax val="0"/>
          <dgm:bulletEnabled val="1"/>
        </dgm:presLayoutVars>
      </dgm:prSet>
      <dgm:spPr/>
    </dgm:pt>
    <dgm:pt modelId="{C438F1C6-404C-4DB7-915D-BB2B49D70EAE}" type="pres">
      <dgm:prSet presAssocID="{F708E1EA-D498-4468-90AD-779C0532990C}" presName="spacer" presStyleCnt="0"/>
      <dgm:spPr/>
    </dgm:pt>
    <dgm:pt modelId="{E4F9179A-4FCF-4ED6-A8DA-B167572BA9E5}" type="pres">
      <dgm:prSet presAssocID="{604888E1-9ADE-4958-866C-91C486625232}" presName="parentText" presStyleLbl="node1" presStyleIdx="1" presStyleCnt="4">
        <dgm:presLayoutVars>
          <dgm:chMax val="0"/>
          <dgm:bulletEnabled val="1"/>
        </dgm:presLayoutVars>
      </dgm:prSet>
      <dgm:spPr/>
    </dgm:pt>
    <dgm:pt modelId="{800F6457-D98B-445D-81ED-364F6AD9624D}" type="pres">
      <dgm:prSet presAssocID="{50BD9353-4AD0-4C17-8198-F97BD95B4C71}" presName="spacer" presStyleCnt="0"/>
      <dgm:spPr/>
    </dgm:pt>
    <dgm:pt modelId="{7194855E-325E-48DB-A84C-B765F571C4D4}" type="pres">
      <dgm:prSet presAssocID="{6004BC35-0003-4509-B9A8-181DB50F7D87}" presName="parentText" presStyleLbl="node1" presStyleIdx="2" presStyleCnt="4">
        <dgm:presLayoutVars>
          <dgm:chMax val="0"/>
          <dgm:bulletEnabled val="1"/>
        </dgm:presLayoutVars>
      </dgm:prSet>
      <dgm:spPr/>
    </dgm:pt>
    <dgm:pt modelId="{2CA7B9B8-2E33-4D0C-BBB7-D7B4B987EBD8}" type="pres">
      <dgm:prSet presAssocID="{298F1D91-F887-46D1-A546-92590CF44FEC}" presName="spacer" presStyleCnt="0"/>
      <dgm:spPr/>
    </dgm:pt>
    <dgm:pt modelId="{24329275-3603-4260-B812-3751D96AEF61}" type="pres">
      <dgm:prSet presAssocID="{5AB53F21-EA8F-40D0-8AB5-2BACA3D5DED8}" presName="parentText" presStyleLbl="node1" presStyleIdx="3" presStyleCnt="4">
        <dgm:presLayoutVars>
          <dgm:chMax val="0"/>
          <dgm:bulletEnabled val="1"/>
        </dgm:presLayoutVars>
      </dgm:prSet>
      <dgm:spPr/>
    </dgm:pt>
  </dgm:ptLst>
  <dgm:cxnLst>
    <dgm:cxn modelId="{ABB7B430-98D1-4EAC-A164-0983FB3BA37D}" type="presOf" srcId="{61CD1297-366C-4FC0-B7C9-2DBE1643B03A}" destId="{B7CB2594-934B-4284-A350-79C73AE3DE06}" srcOrd="0" destOrd="0" presId="urn:microsoft.com/office/officeart/2005/8/layout/vList2"/>
    <dgm:cxn modelId="{1374C65F-6139-4B49-8F16-04376ADBBB3A}" srcId="{C4FEB9F7-E375-4732-8C89-06F69AECB062}" destId="{5AB53F21-EA8F-40D0-8AB5-2BACA3D5DED8}" srcOrd="3" destOrd="0" parTransId="{0E7F1311-C332-4845-9F10-1A08BEA00A8D}" sibTransId="{147B4A15-76C2-4A86-ABB7-501220DC3BFC}"/>
    <dgm:cxn modelId="{D4337461-231D-4C52-8047-440B79B35F03}" type="presOf" srcId="{5AB53F21-EA8F-40D0-8AB5-2BACA3D5DED8}" destId="{24329275-3603-4260-B812-3751D96AEF61}" srcOrd="0" destOrd="0" presId="urn:microsoft.com/office/officeart/2005/8/layout/vList2"/>
    <dgm:cxn modelId="{A413C04B-8F7B-4D94-9066-EF72E437544E}" type="presOf" srcId="{6004BC35-0003-4509-B9A8-181DB50F7D87}" destId="{7194855E-325E-48DB-A84C-B765F571C4D4}" srcOrd="0" destOrd="0" presId="urn:microsoft.com/office/officeart/2005/8/layout/vList2"/>
    <dgm:cxn modelId="{CA513386-B5DA-48EC-8ACD-639917C90D7F}" srcId="{C4FEB9F7-E375-4732-8C89-06F69AECB062}" destId="{61CD1297-366C-4FC0-B7C9-2DBE1643B03A}" srcOrd="0" destOrd="0" parTransId="{497DBC19-CBB8-4F30-B39C-3EBF0AF09763}" sibTransId="{F708E1EA-D498-4468-90AD-779C0532990C}"/>
    <dgm:cxn modelId="{86727D88-AF41-42A8-A639-AA88CFE0739B}" srcId="{C4FEB9F7-E375-4732-8C89-06F69AECB062}" destId="{604888E1-9ADE-4958-866C-91C486625232}" srcOrd="1" destOrd="0" parTransId="{5D6C96A7-4259-43BE-A404-9EB1BDFFDEDF}" sibTransId="{50BD9353-4AD0-4C17-8198-F97BD95B4C71}"/>
    <dgm:cxn modelId="{6243B7B0-9F32-4CE6-A8A3-AADD5CD4CD73}" type="presOf" srcId="{604888E1-9ADE-4958-866C-91C486625232}" destId="{E4F9179A-4FCF-4ED6-A8DA-B167572BA9E5}" srcOrd="0" destOrd="0" presId="urn:microsoft.com/office/officeart/2005/8/layout/vList2"/>
    <dgm:cxn modelId="{560AFFE4-751E-4741-B59F-7880E59F0E16}" type="presOf" srcId="{C4FEB9F7-E375-4732-8C89-06F69AECB062}" destId="{FF605DF6-0927-46E7-B910-8F449CF9751E}" srcOrd="0" destOrd="0" presId="urn:microsoft.com/office/officeart/2005/8/layout/vList2"/>
    <dgm:cxn modelId="{104F5AF2-01D8-4715-8C76-763A846CD7A0}" srcId="{C4FEB9F7-E375-4732-8C89-06F69AECB062}" destId="{6004BC35-0003-4509-B9A8-181DB50F7D87}" srcOrd="2" destOrd="0" parTransId="{A6D00DA0-0E79-49FA-8131-AC9FBDE04637}" sibTransId="{298F1D91-F887-46D1-A546-92590CF44FEC}"/>
    <dgm:cxn modelId="{DDB34A4A-0D77-46BB-A967-2F44DA30F69E}" type="presParOf" srcId="{FF605DF6-0927-46E7-B910-8F449CF9751E}" destId="{B7CB2594-934B-4284-A350-79C73AE3DE06}" srcOrd="0" destOrd="0" presId="urn:microsoft.com/office/officeart/2005/8/layout/vList2"/>
    <dgm:cxn modelId="{DA4F0D33-3E7E-44B2-973B-BD08D029A7DF}" type="presParOf" srcId="{FF605DF6-0927-46E7-B910-8F449CF9751E}" destId="{C438F1C6-404C-4DB7-915D-BB2B49D70EAE}" srcOrd="1" destOrd="0" presId="urn:microsoft.com/office/officeart/2005/8/layout/vList2"/>
    <dgm:cxn modelId="{8817EA71-8196-403F-87BB-EAFEF5754963}" type="presParOf" srcId="{FF605DF6-0927-46E7-B910-8F449CF9751E}" destId="{E4F9179A-4FCF-4ED6-A8DA-B167572BA9E5}" srcOrd="2" destOrd="0" presId="urn:microsoft.com/office/officeart/2005/8/layout/vList2"/>
    <dgm:cxn modelId="{8BBCE6AC-41C9-41EF-AA16-3E7CF1F0B53C}" type="presParOf" srcId="{FF605DF6-0927-46E7-B910-8F449CF9751E}" destId="{800F6457-D98B-445D-81ED-364F6AD9624D}" srcOrd="3" destOrd="0" presId="urn:microsoft.com/office/officeart/2005/8/layout/vList2"/>
    <dgm:cxn modelId="{9F198AE0-C244-4F4A-95F0-50C904CA4ECB}" type="presParOf" srcId="{FF605DF6-0927-46E7-B910-8F449CF9751E}" destId="{7194855E-325E-48DB-A84C-B765F571C4D4}" srcOrd="4" destOrd="0" presId="urn:microsoft.com/office/officeart/2005/8/layout/vList2"/>
    <dgm:cxn modelId="{D1E37F22-1FF2-4630-A19E-C8BACBD844AA}" type="presParOf" srcId="{FF605DF6-0927-46E7-B910-8F449CF9751E}" destId="{2CA7B9B8-2E33-4D0C-BBB7-D7B4B987EBD8}" srcOrd="5" destOrd="0" presId="urn:microsoft.com/office/officeart/2005/8/layout/vList2"/>
    <dgm:cxn modelId="{E4AA8FE1-2C56-47E8-B4A1-E61F96C1C6D7}" type="presParOf" srcId="{FF605DF6-0927-46E7-B910-8F449CF9751E}" destId="{24329275-3603-4260-B812-3751D96AEF6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7C583992-E6EB-4E5B-B226-23F173C4B79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253B470-1D83-4C68-AE79-ECF7EBFF53F6}">
      <dgm:prSet/>
      <dgm:spPr/>
      <dgm:t>
        <a:bodyPr/>
        <a:lstStyle/>
        <a:p>
          <a:r>
            <a:rPr lang="uk-UA" b="0" i="0"/>
            <a:t>передання Польщі Східної Галичини та Західної Волині</a:t>
          </a:r>
          <a:endParaRPr lang="uk-UA"/>
        </a:p>
      </dgm:t>
    </dgm:pt>
    <dgm:pt modelId="{FCF8D00D-CC27-4E1F-989A-F1801CFB0B29}" type="parTrans" cxnId="{24D54FED-2EBB-4D75-8D87-60EB7F19B642}">
      <dgm:prSet/>
      <dgm:spPr/>
      <dgm:t>
        <a:bodyPr/>
        <a:lstStyle/>
        <a:p>
          <a:endParaRPr lang="uk-UA"/>
        </a:p>
      </dgm:t>
    </dgm:pt>
    <dgm:pt modelId="{F83116D3-1743-4687-AFA2-6A08021872B2}" type="sibTrans" cxnId="{24D54FED-2EBB-4D75-8D87-60EB7F19B642}">
      <dgm:prSet/>
      <dgm:spPr/>
      <dgm:t>
        <a:bodyPr/>
        <a:lstStyle/>
        <a:p>
          <a:endParaRPr lang="uk-UA"/>
        </a:p>
      </dgm:t>
    </dgm:pt>
    <dgm:pt modelId="{6F65AC36-ABDE-454D-ACF8-7DBC7BB0102D}">
      <dgm:prSet/>
      <dgm:spPr/>
      <dgm:t>
        <a:bodyPr/>
        <a:lstStyle/>
        <a:p>
          <a:r>
            <a:rPr lang="uk-UA" b="0" i="0"/>
            <a:t>об’єднання армії УНР та Української Галицької армії (УГА)</a:t>
          </a:r>
          <a:endParaRPr lang="uk-UA"/>
        </a:p>
      </dgm:t>
    </dgm:pt>
    <dgm:pt modelId="{7CCF51A2-E336-441B-B0E2-4C25D45AC024}" type="parTrans" cxnId="{09F653B1-E7D5-4A62-8D0B-C1E28C71977A}">
      <dgm:prSet/>
      <dgm:spPr/>
      <dgm:t>
        <a:bodyPr/>
        <a:lstStyle/>
        <a:p>
          <a:endParaRPr lang="uk-UA"/>
        </a:p>
      </dgm:t>
    </dgm:pt>
    <dgm:pt modelId="{EBAA0D42-57AE-415E-A2D9-76FB1D30F1FC}" type="sibTrans" cxnId="{09F653B1-E7D5-4A62-8D0B-C1E28C71977A}">
      <dgm:prSet/>
      <dgm:spPr/>
      <dgm:t>
        <a:bodyPr/>
        <a:lstStyle/>
        <a:p>
          <a:endParaRPr lang="uk-UA"/>
        </a:p>
      </dgm:t>
    </dgm:pt>
    <dgm:pt modelId="{AD600CCD-17D7-453E-B76F-A55060260D1D}">
      <dgm:prSet/>
      <dgm:spPr/>
      <dgm:t>
        <a:bodyPr/>
        <a:lstStyle/>
        <a:p>
          <a:r>
            <a:rPr lang="uk-UA" b="0" i="0"/>
            <a:t>визнання Польщею ЗУНР та відмова від втручання в її внутрішні справи</a:t>
          </a:r>
          <a:endParaRPr lang="uk-UA"/>
        </a:p>
      </dgm:t>
    </dgm:pt>
    <dgm:pt modelId="{4BDCE5B6-8911-4B98-90A6-AB3856086A81}" type="parTrans" cxnId="{2B3E31E7-7B3F-4F6A-9538-62C9E37E88F9}">
      <dgm:prSet/>
      <dgm:spPr/>
      <dgm:t>
        <a:bodyPr/>
        <a:lstStyle/>
        <a:p>
          <a:endParaRPr lang="uk-UA"/>
        </a:p>
      </dgm:t>
    </dgm:pt>
    <dgm:pt modelId="{62FA3489-60D6-49E7-82B5-FD242F1DBB03}" type="sibTrans" cxnId="{2B3E31E7-7B3F-4F6A-9538-62C9E37E88F9}">
      <dgm:prSet/>
      <dgm:spPr/>
      <dgm:t>
        <a:bodyPr/>
        <a:lstStyle/>
        <a:p>
          <a:endParaRPr lang="uk-UA"/>
        </a:p>
      </dgm:t>
    </dgm:pt>
    <dgm:pt modelId="{2F2F9A60-E054-40AF-887A-A6FF3381E970}">
      <dgm:prSet/>
      <dgm:spPr/>
      <dgm:t>
        <a:bodyPr/>
        <a:lstStyle/>
        <a:p>
          <a:r>
            <a:rPr lang="uk-UA" b="0" i="0"/>
            <a:t>ведення спільних воєнних дій проти радянських військ на території УНР</a:t>
          </a:r>
          <a:endParaRPr lang="uk-UA"/>
        </a:p>
      </dgm:t>
    </dgm:pt>
    <dgm:pt modelId="{CA440380-6335-4DA4-A647-AEE5E407E627}" type="parTrans" cxnId="{FF46AC4D-CBFD-497A-8A99-A9FDE2EE6C68}">
      <dgm:prSet/>
      <dgm:spPr/>
      <dgm:t>
        <a:bodyPr/>
        <a:lstStyle/>
        <a:p>
          <a:endParaRPr lang="uk-UA"/>
        </a:p>
      </dgm:t>
    </dgm:pt>
    <dgm:pt modelId="{D6FEE86D-6DCB-42D5-9778-AD1524FE81B5}" type="sibTrans" cxnId="{FF46AC4D-CBFD-497A-8A99-A9FDE2EE6C68}">
      <dgm:prSet/>
      <dgm:spPr/>
      <dgm:t>
        <a:bodyPr/>
        <a:lstStyle/>
        <a:p>
          <a:endParaRPr lang="uk-UA"/>
        </a:p>
      </dgm:t>
    </dgm:pt>
    <dgm:pt modelId="{CA84F17E-EE81-4BFE-9C38-06485D8D7A09}" type="pres">
      <dgm:prSet presAssocID="{7C583992-E6EB-4E5B-B226-23F173C4B799}" presName="linear" presStyleCnt="0">
        <dgm:presLayoutVars>
          <dgm:animLvl val="lvl"/>
          <dgm:resizeHandles val="exact"/>
        </dgm:presLayoutVars>
      </dgm:prSet>
      <dgm:spPr/>
    </dgm:pt>
    <dgm:pt modelId="{9D2F01DE-6947-4FAA-B64D-EFE1E38C224C}" type="pres">
      <dgm:prSet presAssocID="{B253B470-1D83-4C68-AE79-ECF7EBFF53F6}" presName="parentText" presStyleLbl="node1" presStyleIdx="0" presStyleCnt="4">
        <dgm:presLayoutVars>
          <dgm:chMax val="0"/>
          <dgm:bulletEnabled val="1"/>
        </dgm:presLayoutVars>
      </dgm:prSet>
      <dgm:spPr/>
    </dgm:pt>
    <dgm:pt modelId="{34615A05-642C-43BF-845F-E65F923984D8}" type="pres">
      <dgm:prSet presAssocID="{F83116D3-1743-4687-AFA2-6A08021872B2}" presName="spacer" presStyleCnt="0"/>
      <dgm:spPr/>
    </dgm:pt>
    <dgm:pt modelId="{7E8E543B-8FCA-491C-874A-03A2146BABE5}" type="pres">
      <dgm:prSet presAssocID="{6F65AC36-ABDE-454D-ACF8-7DBC7BB0102D}" presName="parentText" presStyleLbl="node1" presStyleIdx="1" presStyleCnt="4">
        <dgm:presLayoutVars>
          <dgm:chMax val="0"/>
          <dgm:bulletEnabled val="1"/>
        </dgm:presLayoutVars>
      </dgm:prSet>
      <dgm:spPr/>
    </dgm:pt>
    <dgm:pt modelId="{5D80CDBB-4A57-44A5-8805-07CFAC7A4ADB}" type="pres">
      <dgm:prSet presAssocID="{EBAA0D42-57AE-415E-A2D9-76FB1D30F1FC}" presName="spacer" presStyleCnt="0"/>
      <dgm:spPr/>
    </dgm:pt>
    <dgm:pt modelId="{763FE8CD-194C-424B-B7E5-CE503D746D7B}" type="pres">
      <dgm:prSet presAssocID="{AD600CCD-17D7-453E-B76F-A55060260D1D}" presName="parentText" presStyleLbl="node1" presStyleIdx="2" presStyleCnt="4">
        <dgm:presLayoutVars>
          <dgm:chMax val="0"/>
          <dgm:bulletEnabled val="1"/>
        </dgm:presLayoutVars>
      </dgm:prSet>
      <dgm:spPr/>
    </dgm:pt>
    <dgm:pt modelId="{4A12F0E1-E648-41C5-8663-D5E615A89DB8}" type="pres">
      <dgm:prSet presAssocID="{62FA3489-60D6-49E7-82B5-FD242F1DBB03}" presName="spacer" presStyleCnt="0"/>
      <dgm:spPr/>
    </dgm:pt>
    <dgm:pt modelId="{244734F5-AA75-4BF5-8241-8C77254013FA}" type="pres">
      <dgm:prSet presAssocID="{2F2F9A60-E054-40AF-887A-A6FF3381E970}" presName="parentText" presStyleLbl="node1" presStyleIdx="3" presStyleCnt="4">
        <dgm:presLayoutVars>
          <dgm:chMax val="0"/>
          <dgm:bulletEnabled val="1"/>
        </dgm:presLayoutVars>
      </dgm:prSet>
      <dgm:spPr/>
    </dgm:pt>
  </dgm:ptLst>
  <dgm:cxnLst>
    <dgm:cxn modelId="{D580940D-C42C-4E71-AD09-1B5A50194276}" type="presOf" srcId="{6F65AC36-ABDE-454D-ACF8-7DBC7BB0102D}" destId="{7E8E543B-8FCA-491C-874A-03A2146BABE5}" srcOrd="0" destOrd="0" presId="urn:microsoft.com/office/officeart/2005/8/layout/vList2"/>
    <dgm:cxn modelId="{26612C29-68EA-44D2-8588-810C7D068C41}" type="presOf" srcId="{B253B470-1D83-4C68-AE79-ECF7EBFF53F6}" destId="{9D2F01DE-6947-4FAA-B64D-EFE1E38C224C}" srcOrd="0" destOrd="0" presId="urn:microsoft.com/office/officeart/2005/8/layout/vList2"/>
    <dgm:cxn modelId="{FF46AC4D-CBFD-497A-8A99-A9FDE2EE6C68}" srcId="{7C583992-E6EB-4E5B-B226-23F173C4B799}" destId="{2F2F9A60-E054-40AF-887A-A6FF3381E970}" srcOrd="3" destOrd="0" parTransId="{CA440380-6335-4DA4-A647-AEE5E407E627}" sibTransId="{D6FEE86D-6DCB-42D5-9778-AD1524FE81B5}"/>
    <dgm:cxn modelId="{F23F2382-84CC-42EE-97A9-B9F55661FB38}" type="presOf" srcId="{2F2F9A60-E054-40AF-887A-A6FF3381E970}" destId="{244734F5-AA75-4BF5-8241-8C77254013FA}" srcOrd="0" destOrd="0" presId="urn:microsoft.com/office/officeart/2005/8/layout/vList2"/>
    <dgm:cxn modelId="{5D4B2CAE-3CB7-4166-AA26-DE7B9ED9173C}" type="presOf" srcId="{7C583992-E6EB-4E5B-B226-23F173C4B799}" destId="{CA84F17E-EE81-4BFE-9C38-06485D8D7A09}" srcOrd="0" destOrd="0" presId="urn:microsoft.com/office/officeart/2005/8/layout/vList2"/>
    <dgm:cxn modelId="{09F653B1-E7D5-4A62-8D0B-C1E28C71977A}" srcId="{7C583992-E6EB-4E5B-B226-23F173C4B799}" destId="{6F65AC36-ABDE-454D-ACF8-7DBC7BB0102D}" srcOrd="1" destOrd="0" parTransId="{7CCF51A2-E336-441B-B0E2-4C25D45AC024}" sibTransId="{EBAA0D42-57AE-415E-A2D9-76FB1D30F1FC}"/>
    <dgm:cxn modelId="{E5DEBCD0-5316-49EB-A801-2BAD4E41870E}" type="presOf" srcId="{AD600CCD-17D7-453E-B76F-A55060260D1D}" destId="{763FE8CD-194C-424B-B7E5-CE503D746D7B}" srcOrd="0" destOrd="0" presId="urn:microsoft.com/office/officeart/2005/8/layout/vList2"/>
    <dgm:cxn modelId="{2B3E31E7-7B3F-4F6A-9538-62C9E37E88F9}" srcId="{7C583992-E6EB-4E5B-B226-23F173C4B799}" destId="{AD600CCD-17D7-453E-B76F-A55060260D1D}" srcOrd="2" destOrd="0" parTransId="{4BDCE5B6-8911-4B98-90A6-AB3856086A81}" sibTransId="{62FA3489-60D6-49E7-82B5-FD242F1DBB03}"/>
    <dgm:cxn modelId="{24D54FED-2EBB-4D75-8D87-60EB7F19B642}" srcId="{7C583992-E6EB-4E5B-B226-23F173C4B799}" destId="{B253B470-1D83-4C68-AE79-ECF7EBFF53F6}" srcOrd="0" destOrd="0" parTransId="{FCF8D00D-CC27-4E1F-989A-F1801CFB0B29}" sibTransId="{F83116D3-1743-4687-AFA2-6A08021872B2}"/>
    <dgm:cxn modelId="{11BE2B1A-9725-432E-933E-3910D4BE3ED2}" type="presParOf" srcId="{CA84F17E-EE81-4BFE-9C38-06485D8D7A09}" destId="{9D2F01DE-6947-4FAA-B64D-EFE1E38C224C}" srcOrd="0" destOrd="0" presId="urn:microsoft.com/office/officeart/2005/8/layout/vList2"/>
    <dgm:cxn modelId="{41F9A37E-5E4E-40BB-BD70-57D9C3DF5146}" type="presParOf" srcId="{CA84F17E-EE81-4BFE-9C38-06485D8D7A09}" destId="{34615A05-642C-43BF-845F-E65F923984D8}" srcOrd="1" destOrd="0" presId="urn:microsoft.com/office/officeart/2005/8/layout/vList2"/>
    <dgm:cxn modelId="{EC441116-18B0-44DE-A565-E186FE24388C}" type="presParOf" srcId="{CA84F17E-EE81-4BFE-9C38-06485D8D7A09}" destId="{7E8E543B-8FCA-491C-874A-03A2146BABE5}" srcOrd="2" destOrd="0" presId="urn:microsoft.com/office/officeart/2005/8/layout/vList2"/>
    <dgm:cxn modelId="{0B27F14A-81B3-45E3-931D-41F8E1E86790}" type="presParOf" srcId="{CA84F17E-EE81-4BFE-9C38-06485D8D7A09}" destId="{5D80CDBB-4A57-44A5-8805-07CFAC7A4ADB}" srcOrd="3" destOrd="0" presId="urn:microsoft.com/office/officeart/2005/8/layout/vList2"/>
    <dgm:cxn modelId="{2CFB4AB7-39BA-4E7D-A213-370B4FF6D59D}" type="presParOf" srcId="{CA84F17E-EE81-4BFE-9C38-06485D8D7A09}" destId="{763FE8CD-194C-424B-B7E5-CE503D746D7B}" srcOrd="4" destOrd="0" presId="urn:microsoft.com/office/officeart/2005/8/layout/vList2"/>
    <dgm:cxn modelId="{A82CC140-242B-4628-9B54-5E73D52BF86A}" type="presParOf" srcId="{CA84F17E-EE81-4BFE-9C38-06485D8D7A09}" destId="{4A12F0E1-E648-41C5-8663-D5E615A89DB8}" srcOrd="5" destOrd="0" presId="urn:microsoft.com/office/officeart/2005/8/layout/vList2"/>
    <dgm:cxn modelId="{C049AF48-2FC4-46B6-8EF2-D044701271F8}" type="presParOf" srcId="{CA84F17E-EE81-4BFE-9C38-06485D8D7A09}" destId="{244734F5-AA75-4BF5-8241-8C77254013F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FD51F9A2-A87E-40CB-8DD9-77E75E6C24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7738D78-F6EE-4F45-B70A-FF79A0F5C9F7}">
      <dgm:prSet/>
      <dgm:spPr/>
      <dgm:t>
        <a:bodyPr/>
        <a:lstStyle/>
        <a:p>
          <a:r>
            <a:rPr lang="uk-UA" b="0" i="0"/>
            <a:t>надання військово-політичної допомоги в боротьбі проти гетьмана П. Скоропадського</a:t>
          </a:r>
          <a:endParaRPr lang="uk-UA"/>
        </a:p>
      </dgm:t>
    </dgm:pt>
    <dgm:pt modelId="{8D737641-12B8-47CB-AC79-E27A8A97E2F8}" type="parTrans" cxnId="{9BBBE841-FEB7-4CC3-8D8B-7AC7FC474FB1}">
      <dgm:prSet/>
      <dgm:spPr/>
      <dgm:t>
        <a:bodyPr/>
        <a:lstStyle/>
        <a:p>
          <a:endParaRPr lang="uk-UA"/>
        </a:p>
      </dgm:t>
    </dgm:pt>
    <dgm:pt modelId="{9ED7B6B1-B11D-45E8-A643-CD33E0514CD6}" type="sibTrans" cxnId="{9BBBE841-FEB7-4CC3-8D8B-7AC7FC474FB1}">
      <dgm:prSet/>
      <dgm:spPr/>
      <dgm:t>
        <a:bodyPr/>
        <a:lstStyle/>
        <a:p>
          <a:endParaRPr lang="uk-UA"/>
        </a:p>
      </dgm:t>
    </dgm:pt>
    <dgm:pt modelId="{0FD28751-35A0-435D-A277-15AD5272175D}">
      <dgm:prSet/>
      <dgm:spPr/>
      <dgm:t>
        <a:bodyPr/>
        <a:lstStyle/>
        <a:p>
          <a:r>
            <a:rPr lang="uk-UA" b="0" i="0"/>
            <a:t>визнання Директорією кордону між Польщею та УНР по «лінії Керзона»</a:t>
          </a:r>
          <a:endParaRPr lang="uk-UA"/>
        </a:p>
      </dgm:t>
    </dgm:pt>
    <dgm:pt modelId="{25FD0C85-9520-48BA-A97E-56058ECE836F}" type="parTrans" cxnId="{34D0E5DC-C1FB-46E8-B41C-E1AF2289AF55}">
      <dgm:prSet/>
      <dgm:spPr/>
      <dgm:t>
        <a:bodyPr/>
        <a:lstStyle/>
        <a:p>
          <a:endParaRPr lang="uk-UA"/>
        </a:p>
      </dgm:t>
    </dgm:pt>
    <dgm:pt modelId="{561F96D6-53EA-406F-A205-7C986AD91AAF}" type="sibTrans" cxnId="{34D0E5DC-C1FB-46E8-B41C-E1AF2289AF55}">
      <dgm:prSet/>
      <dgm:spPr/>
      <dgm:t>
        <a:bodyPr/>
        <a:lstStyle/>
        <a:p>
          <a:endParaRPr lang="uk-UA"/>
        </a:p>
      </dgm:t>
    </dgm:pt>
    <dgm:pt modelId="{92FD56C1-154D-4576-8BCC-5D5B861B40A2}">
      <dgm:prSet/>
      <dgm:spPr/>
      <dgm:t>
        <a:bodyPr/>
        <a:lstStyle/>
        <a:p>
          <a:r>
            <a:rPr lang="uk-UA" b="0" i="0"/>
            <a:t>визнання Польщею Директорії УНР на чолі з С. Петлюрою верховною владою УНР</a:t>
          </a:r>
          <a:endParaRPr lang="uk-UA"/>
        </a:p>
      </dgm:t>
    </dgm:pt>
    <dgm:pt modelId="{684C304C-39DF-42ED-A67F-BBBD8B5EF200}" type="parTrans" cxnId="{E74B4FC1-3754-418C-B3DD-06917E1C1E73}">
      <dgm:prSet/>
      <dgm:spPr/>
      <dgm:t>
        <a:bodyPr/>
        <a:lstStyle/>
        <a:p>
          <a:endParaRPr lang="uk-UA"/>
        </a:p>
      </dgm:t>
    </dgm:pt>
    <dgm:pt modelId="{2F471BFC-0F9F-441D-8D55-61B81FCF44C2}" type="sibTrans" cxnId="{E74B4FC1-3754-418C-B3DD-06917E1C1E73}">
      <dgm:prSet/>
      <dgm:spPr/>
      <dgm:t>
        <a:bodyPr/>
        <a:lstStyle/>
        <a:p>
          <a:endParaRPr lang="uk-UA"/>
        </a:p>
      </dgm:t>
    </dgm:pt>
    <dgm:pt modelId="{7FDA1CF9-B27F-4832-92AC-1FEEC95E9434}" type="pres">
      <dgm:prSet presAssocID="{FD51F9A2-A87E-40CB-8DD9-77E75E6C2457}" presName="linear" presStyleCnt="0">
        <dgm:presLayoutVars>
          <dgm:animLvl val="lvl"/>
          <dgm:resizeHandles val="exact"/>
        </dgm:presLayoutVars>
      </dgm:prSet>
      <dgm:spPr/>
    </dgm:pt>
    <dgm:pt modelId="{C9993084-AE77-4966-8A39-93914849352C}" type="pres">
      <dgm:prSet presAssocID="{27738D78-F6EE-4F45-B70A-FF79A0F5C9F7}" presName="parentText" presStyleLbl="node1" presStyleIdx="0" presStyleCnt="3">
        <dgm:presLayoutVars>
          <dgm:chMax val="0"/>
          <dgm:bulletEnabled val="1"/>
        </dgm:presLayoutVars>
      </dgm:prSet>
      <dgm:spPr/>
    </dgm:pt>
    <dgm:pt modelId="{AD3E93D7-2E4C-4268-9206-41ED54752753}" type="pres">
      <dgm:prSet presAssocID="{9ED7B6B1-B11D-45E8-A643-CD33E0514CD6}" presName="spacer" presStyleCnt="0"/>
      <dgm:spPr/>
    </dgm:pt>
    <dgm:pt modelId="{E56E49DB-A915-4CB1-A5FD-8B8C86312775}" type="pres">
      <dgm:prSet presAssocID="{0FD28751-35A0-435D-A277-15AD5272175D}" presName="parentText" presStyleLbl="node1" presStyleIdx="1" presStyleCnt="3">
        <dgm:presLayoutVars>
          <dgm:chMax val="0"/>
          <dgm:bulletEnabled val="1"/>
        </dgm:presLayoutVars>
      </dgm:prSet>
      <dgm:spPr/>
    </dgm:pt>
    <dgm:pt modelId="{0C72025C-B7B4-487D-9016-9CD497C1A976}" type="pres">
      <dgm:prSet presAssocID="{561F96D6-53EA-406F-A205-7C986AD91AAF}" presName="spacer" presStyleCnt="0"/>
      <dgm:spPr/>
    </dgm:pt>
    <dgm:pt modelId="{1EFC5977-3BE9-4988-9DB9-EA7247AA99E4}" type="pres">
      <dgm:prSet presAssocID="{92FD56C1-154D-4576-8BCC-5D5B861B40A2}" presName="parentText" presStyleLbl="node1" presStyleIdx="2" presStyleCnt="3">
        <dgm:presLayoutVars>
          <dgm:chMax val="0"/>
          <dgm:bulletEnabled val="1"/>
        </dgm:presLayoutVars>
      </dgm:prSet>
      <dgm:spPr/>
    </dgm:pt>
  </dgm:ptLst>
  <dgm:cxnLst>
    <dgm:cxn modelId="{D8399C04-925B-4A24-A37A-6B26A5E82903}" type="presOf" srcId="{92FD56C1-154D-4576-8BCC-5D5B861B40A2}" destId="{1EFC5977-3BE9-4988-9DB9-EA7247AA99E4}" srcOrd="0" destOrd="0" presId="urn:microsoft.com/office/officeart/2005/8/layout/vList2"/>
    <dgm:cxn modelId="{9BBBE841-FEB7-4CC3-8D8B-7AC7FC474FB1}" srcId="{FD51F9A2-A87E-40CB-8DD9-77E75E6C2457}" destId="{27738D78-F6EE-4F45-B70A-FF79A0F5C9F7}" srcOrd="0" destOrd="0" parTransId="{8D737641-12B8-47CB-AC79-E27A8A97E2F8}" sibTransId="{9ED7B6B1-B11D-45E8-A643-CD33E0514CD6}"/>
    <dgm:cxn modelId="{9823B07D-E1DF-4A36-AA34-59DDBE7C52DF}" type="presOf" srcId="{27738D78-F6EE-4F45-B70A-FF79A0F5C9F7}" destId="{C9993084-AE77-4966-8A39-93914849352C}" srcOrd="0" destOrd="0" presId="urn:microsoft.com/office/officeart/2005/8/layout/vList2"/>
    <dgm:cxn modelId="{69219199-F85B-4EDA-AFCC-EB1C7B897C93}" type="presOf" srcId="{0FD28751-35A0-435D-A277-15AD5272175D}" destId="{E56E49DB-A915-4CB1-A5FD-8B8C86312775}" srcOrd="0" destOrd="0" presId="urn:microsoft.com/office/officeart/2005/8/layout/vList2"/>
    <dgm:cxn modelId="{3524B49B-ADD1-4CE2-AFCB-E9D985BBDD15}" type="presOf" srcId="{FD51F9A2-A87E-40CB-8DD9-77E75E6C2457}" destId="{7FDA1CF9-B27F-4832-92AC-1FEEC95E9434}" srcOrd="0" destOrd="0" presId="urn:microsoft.com/office/officeart/2005/8/layout/vList2"/>
    <dgm:cxn modelId="{E74B4FC1-3754-418C-B3DD-06917E1C1E73}" srcId="{FD51F9A2-A87E-40CB-8DD9-77E75E6C2457}" destId="{92FD56C1-154D-4576-8BCC-5D5B861B40A2}" srcOrd="2" destOrd="0" parTransId="{684C304C-39DF-42ED-A67F-BBBD8B5EF200}" sibTransId="{2F471BFC-0F9F-441D-8D55-61B81FCF44C2}"/>
    <dgm:cxn modelId="{34D0E5DC-C1FB-46E8-B41C-E1AF2289AF55}" srcId="{FD51F9A2-A87E-40CB-8DD9-77E75E6C2457}" destId="{0FD28751-35A0-435D-A277-15AD5272175D}" srcOrd="1" destOrd="0" parTransId="{25FD0C85-9520-48BA-A97E-56058ECE836F}" sibTransId="{561F96D6-53EA-406F-A205-7C986AD91AAF}"/>
    <dgm:cxn modelId="{BA58D1E8-4B9F-4E01-91C1-71E227C6D1B9}" type="presParOf" srcId="{7FDA1CF9-B27F-4832-92AC-1FEEC95E9434}" destId="{C9993084-AE77-4966-8A39-93914849352C}" srcOrd="0" destOrd="0" presId="urn:microsoft.com/office/officeart/2005/8/layout/vList2"/>
    <dgm:cxn modelId="{2CB67EAF-1DD1-493F-92A1-9931B7FC1E5F}" type="presParOf" srcId="{7FDA1CF9-B27F-4832-92AC-1FEEC95E9434}" destId="{AD3E93D7-2E4C-4268-9206-41ED54752753}" srcOrd="1" destOrd="0" presId="urn:microsoft.com/office/officeart/2005/8/layout/vList2"/>
    <dgm:cxn modelId="{94E63893-F284-4428-8C7D-01B0F8CA8B7B}" type="presParOf" srcId="{7FDA1CF9-B27F-4832-92AC-1FEEC95E9434}" destId="{E56E49DB-A915-4CB1-A5FD-8B8C86312775}" srcOrd="2" destOrd="0" presId="urn:microsoft.com/office/officeart/2005/8/layout/vList2"/>
    <dgm:cxn modelId="{1B3A15E0-379D-488E-B649-DC561C04721E}" type="presParOf" srcId="{7FDA1CF9-B27F-4832-92AC-1FEEC95E9434}" destId="{0C72025C-B7B4-487D-9016-9CD497C1A976}" srcOrd="3" destOrd="0" presId="urn:microsoft.com/office/officeart/2005/8/layout/vList2"/>
    <dgm:cxn modelId="{ACBE28D4-1B2D-4BBC-ACA8-39A2CEB8EF0A}" type="presParOf" srcId="{7FDA1CF9-B27F-4832-92AC-1FEEC95E9434}" destId="{1EFC5977-3BE9-4988-9DB9-EA7247AA99E4}"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B8A95423-7B4A-4A86-AB1E-4C47F824E02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FD95F99-F7A5-4FF2-853B-B81B05A1575C}">
      <dgm:prSet/>
      <dgm:spPr/>
      <dgm:t>
        <a:bodyPr/>
        <a:lstStyle/>
        <a:p>
          <a:r>
            <a:rPr lang="uk-UA" b="0" i="0"/>
            <a:t>визнання Польщею Директорії УНР на чолі з С. Петлюрою верховною владою в УНР</a:t>
          </a:r>
          <a:endParaRPr lang="uk-UA"/>
        </a:p>
      </dgm:t>
    </dgm:pt>
    <dgm:pt modelId="{1FBB9C15-B837-4A3C-B71C-FEF2B7B8D339}" type="parTrans" cxnId="{4DA109A6-87D7-457C-B91F-438BA24C5883}">
      <dgm:prSet/>
      <dgm:spPr/>
      <dgm:t>
        <a:bodyPr/>
        <a:lstStyle/>
        <a:p>
          <a:endParaRPr lang="uk-UA"/>
        </a:p>
      </dgm:t>
    </dgm:pt>
    <dgm:pt modelId="{E2162DD5-3B0A-450D-9254-09CD400B53B6}" type="sibTrans" cxnId="{4DA109A6-87D7-457C-B91F-438BA24C5883}">
      <dgm:prSet/>
      <dgm:spPr/>
      <dgm:t>
        <a:bodyPr/>
        <a:lstStyle/>
        <a:p>
          <a:endParaRPr lang="uk-UA"/>
        </a:p>
      </dgm:t>
    </dgm:pt>
    <dgm:pt modelId="{B8A8EE5F-AFC1-40A0-A3E6-D344CB7C4363}">
      <dgm:prSet/>
      <dgm:spPr/>
      <dgm:t>
        <a:bodyPr/>
        <a:lstStyle/>
        <a:p>
          <a:r>
            <a:rPr lang="uk-UA" b="0" i="0"/>
            <a:t>передання Польщі Східної Галичини, Західної Волині</a:t>
          </a:r>
          <a:endParaRPr lang="uk-UA"/>
        </a:p>
      </dgm:t>
    </dgm:pt>
    <dgm:pt modelId="{2EF3FFAF-9FA3-409A-B622-16F3227F21BE}" type="parTrans" cxnId="{337EF8BB-3DC8-433E-AA02-2B3CF54E6D53}">
      <dgm:prSet/>
      <dgm:spPr/>
      <dgm:t>
        <a:bodyPr/>
        <a:lstStyle/>
        <a:p>
          <a:endParaRPr lang="uk-UA"/>
        </a:p>
      </dgm:t>
    </dgm:pt>
    <dgm:pt modelId="{7D7019B5-ECD5-4AC1-BF48-2B35B452BE08}" type="sibTrans" cxnId="{337EF8BB-3DC8-433E-AA02-2B3CF54E6D53}">
      <dgm:prSet/>
      <dgm:spPr/>
      <dgm:t>
        <a:bodyPr/>
        <a:lstStyle/>
        <a:p>
          <a:endParaRPr lang="uk-UA"/>
        </a:p>
      </dgm:t>
    </dgm:pt>
    <dgm:pt modelId="{B2950B01-1B5A-40DA-AB60-C90930DE664A}">
      <dgm:prSet/>
      <dgm:spPr/>
      <dgm:t>
        <a:bodyPr/>
        <a:lstStyle/>
        <a:p>
          <a:r>
            <a:rPr lang="uk-UA" b="0" i="0"/>
            <a:t>об’єднання Армії УНР і Української Галицької армії</a:t>
          </a:r>
          <a:endParaRPr lang="uk-UA"/>
        </a:p>
      </dgm:t>
    </dgm:pt>
    <dgm:pt modelId="{D4BC0EA9-D4E4-425F-9F35-5730608C9268}" type="parTrans" cxnId="{36F0DDB3-8A57-4482-A47D-D9AD3C2AA850}">
      <dgm:prSet/>
      <dgm:spPr/>
      <dgm:t>
        <a:bodyPr/>
        <a:lstStyle/>
        <a:p>
          <a:endParaRPr lang="uk-UA"/>
        </a:p>
      </dgm:t>
    </dgm:pt>
    <dgm:pt modelId="{48A7B518-7B79-44D0-8487-56597189B44D}" type="sibTrans" cxnId="{36F0DDB3-8A57-4482-A47D-D9AD3C2AA850}">
      <dgm:prSet/>
      <dgm:spPr/>
      <dgm:t>
        <a:bodyPr/>
        <a:lstStyle/>
        <a:p>
          <a:endParaRPr lang="uk-UA"/>
        </a:p>
      </dgm:t>
    </dgm:pt>
    <dgm:pt modelId="{654206CB-7A37-4639-B375-376D9E504576}">
      <dgm:prSet/>
      <dgm:spPr/>
      <dgm:t>
        <a:bodyPr/>
        <a:lstStyle/>
        <a:p>
          <a:r>
            <a:rPr lang="uk-UA" b="0" i="0"/>
            <a:t>визнання Польщею ЗУНР та відмова від втручання в її внутрішні справи</a:t>
          </a:r>
          <a:endParaRPr lang="uk-UA"/>
        </a:p>
      </dgm:t>
    </dgm:pt>
    <dgm:pt modelId="{0D04252C-011F-42A0-BE03-2D80CA21191A}" type="parTrans" cxnId="{5AFDD770-8022-4ABA-9D2A-C1BCF4F94F65}">
      <dgm:prSet/>
      <dgm:spPr/>
      <dgm:t>
        <a:bodyPr/>
        <a:lstStyle/>
        <a:p>
          <a:endParaRPr lang="uk-UA"/>
        </a:p>
      </dgm:t>
    </dgm:pt>
    <dgm:pt modelId="{D896CC6B-F437-4E2B-970D-0116269ED2AB}" type="sibTrans" cxnId="{5AFDD770-8022-4ABA-9D2A-C1BCF4F94F65}">
      <dgm:prSet/>
      <dgm:spPr/>
      <dgm:t>
        <a:bodyPr/>
        <a:lstStyle/>
        <a:p>
          <a:endParaRPr lang="uk-UA"/>
        </a:p>
      </dgm:t>
    </dgm:pt>
    <dgm:pt modelId="{CF62C99F-E718-4B81-A6A8-8D866A9A0162}" type="pres">
      <dgm:prSet presAssocID="{B8A95423-7B4A-4A86-AB1E-4C47F824E024}" presName="linear" presStyleCnt="0">
        <dgm:presLayoutVars>
          <dgm:animLvl val="lvl"/>
          <dgm:resizeHandles val="exact"/>
        </dgm:presLayoutVars>
      </dgm:prSet>
      <dgm:spPr/>
    </dgm:pt>
    <dgm:pt modelId="{05C7BBAA-B86A-4847-BE95-4A9324DB4436}" type="pres">
      <dgm:prSet presAssocID="{CFD95F99-F7A5-4FF2-853B-B81B05A1575C}" presName="parentText" presStyleLbl="node1" presStyleIdx="0" presStyleCnt="4">
        <dgm:presLayoutVars>
          <dgm:chMax val="0"/>
          <dgm:bulletEnabled val="1"/>
        </dgm:presLayoutVars>
      </dgm:prSet>
      <dgm:spPr/>
    </dgm:pt>
    <dgm:pt modelId="{BD04E024-352E-4533-BBF1-CDE6313F1A44}" type="pres">
      <dgm:prSet presAssocID="{E2162DD5-3B0A-450D-9254-09CD400B53B6}" presName="spacer" presStyleCnt="0"/>
      <dgm:spPr/>
    </dgm:pt>
    <dgm:pt modelId="{CDEBC2B4-452A-4D28-8FAF-9B18961ABE72}" type="pres">
      <dgm:prSet presAssocID="{B8A8EE5F-AFC1-40A0-A3E6-D344CB7C4363}" presName="parentText" presStyleLbl="node1" presStyleIdx="1" presStyleCnt="4">
        <dgm:presLayoutVars>
          <dgm:chMax val="0"/>
          <dgm:bulletEnabled val="1"/>
        </dgm:presLayoutVars>
      </dgm:prSet>
      <dgm:spPr/>
    </dgm:pt>
    <dgm:pt modelId="{764D0115-E32D-47EA-879D-FEA63E882974}" type="pres">
      <dgm:prSet presAssocID="{7D7019B5-ECD5-4AC1-BF48-2B35B452BE08}" presName="spacer" presStyleCnt="0"/>
      <dgm:spPr/>
    </dgm:pt>
    <dgm:pt modelId="{AFA94350-BFEB-49ED-BBF8-AFC29228C94D}" type="pres">
      <dgm:prSet presAssocID="{B2950B01-1B5A-40DA-AB60-C90930DE664A}" presName="parentText" presStyleLbl="node1" presStyleIdx="2" presStyleCnt="4">
        <dgm:presLayoutVars>
          <dgm:chMax val="0"/>
          <dgm:bulletEnabled val="1"/>
        </dgm:presLayoutVars>
      </dgm:prSet>
      <dgm:spPr/>
    </dgm:pt>
    <dgm:pt modelId="{5B7DE354-2FD5-4DB3-91B6-BDA32CB67837}" type="pres">
      <dgm:prSet presAssocID="{48A7B518-7B79-44D0-8487-56597189B44D}" presName="spacer" presStyleCnt="0"/>
      <dgm:spPr/>
    </dgm:pt>
    <dgm:pt modelId="{DC3280C3-EF49-4774-A045-92C9CB5DCA5B}" type="pres">
      <dgm:prSet presAssocID="{654206CB-7A37-4639-B375-376D9E504576}" presName="parentText" presStyleLbl="node1" presStyleIdx="3" presStyleCnt="4">
        <dgm:presLayoutVars>
          <dgm:chMax val="0"/>
          <dgm:bulletEnabled val="1"/>
        </dgm:presLayoutVars>
      </dgm:prSet>
      <dgm:spPr/>
    </dgm:pt>
  </dgm:ptLst>
  <dgm:cxnLst>
    <dgm:cxn modelId="{76733D0F-F16E-4D33-94A6-6BEE5A9A2DF1}" type="presOf" srcId="{B8A8EE5F-AFC1-40A0-A3E6-D344CB7C4363}" destId="{CDEBC2B4-452A-4D28-8FAF-9B18961ABE72}" srcOrd="0" destOrd="0" presId="urn:microsoft.com/office/officeart/2005/8/layout/vList2"/>
    <dgm:cxn modelId="{1CD36216-CE98-4B27-894C-1302EE112313}" type="presOf" srcId="{CFD95F99-F7A5-4FF2-853B-B81B05A1575C}" destId="{05C7BBAA-B86A-4847-BE95-4A9324DB4436}" srcOrd="0" destOrd="0" presId="urn:microsoft.com/office/officeart/2005/8/layout/vList2"/>
    <dgm:cxn modelId="{5AFDD770-8022-4ABA-9D2A-C1BCF4F94F65}" srcId="{B8A95423-7B4A-4A86-AB1E-4C47F824E024}" destId="{654206CB-7A37-4639-B375-376D9E504576}" srcOrd="3" destOrd="0" parTransId="{0D04252C-011F-42A0-BE03-2D80CA21191A}" sibTransId="{D896CC6B-F437-4E2B-970D-0116269ED2AB}"/>
    <dgm:cxn modelId="{61342CA2-26AA-4DFE-A056-98D5227AE21E}" type="presOf" srcId="{B8A95423-7B4A-4A86-AB1E-4C47F824E024}" destId="{CF62C99F-E718-4B81-A6A8-8D866A9A0162}" srcOrd="0" destOrd="0" presId="urn:microsoft.com/office/officeart/2005/8/layout/vList2"/>
    <dgm:cxn modelId="{4DA109A6-87D7-457C-B91F-438BA24C5883}" srcId="{B8A95423-7B4A-4A86-AB1E-4C47F824E024}" destId="{CFD95F99-F7A5-4FF2-853B-B81B05A1575C}" srcOrd="0" destOrd="0" parTransId="{1FBB9C15-B837-4A3C-B71C-FEF2B7B8D339}" sibTransId="{E2162DD5-3B0A-450D-9254-09CD400B53B6}"/>
    <dgm:cxn modelId="{36F0DDB3-8A57-4482-A47D-D9AD3C2AA850}" srcId="{B8A95423-7B4A-4A86-AB1E-4C47F824E024}" destId="{B2950B01-1B5A-40DA-AB60-C90930DE664A}" srcOrd="2" destOrd="0" parTransId="{D4BC0EA9-D4E4-425F-9F35-5730608C9268}" sibTransId="{48A7B518-7B79-44D0-8487-56597189B44D}"/>
    <dgm:cxn modelId="{337EF8BB-3DC8-433E-AA02-2B3CF54E6D53}" srcId="{B8A95423-7B4A-4A86-AB1E-4C47F824E024}" destId="{B8A8EE5F-AFC1-40A0-A3E6-D344CB7C4363}" srcOrd="1" destOrd="0" parTransId="{2EF3FFAF-9FA3-409A-B622-16F3227F21BE}" sibTransId="{7D7019B5-ECD5-4AC1-BF48-2B35B452BE08}"/>
    <dgm:cxn modelId="{ABF52ABD-1D42-423F-AD2F-9D5F46B1B27A}" type="presOf" srcId="{B2950B01-1B5A-40DA-AB60-C90930DE664A}" destId="{AFA94350-BFEB-49ED-BBF8-AFC29228C94D}" srcOrd="0" destOrd="0" presId="urn:microsoft.com/office/officeart/2005/8/layout/vList2"/>
    <dgm:cxn modelId="{9D1F93C4-2854-472F-BD95-29E056618117}" type="presOf" srcId="{654206CB-7A37-4639-B375-376D9E504576}" destId="{DC3280C3-EF49-4774-A045-92C9CB5DCA5B}" srcOrd="0" destOrd="0" presId="urn:microsoft.com/office/officeart/2005/8/layout/vList2"/>
    <dgm:cxn modelId="{3C7C3508-2EA2-47EE-9F40-40DE28627951}" type="presParOf" srcId="{CF62C99F-E718-4B81-A6A8-8D866A9A0162}" destId="{05C7BBAA-B86A-4847-BE95-4A9324DB4436}" srcOrd="0" destOrd="0" presId="urn:microsoft.com/office/officeart/2005/8/layout/vList2"/>
    <dgm:cxn modelId="{B8DFC7A8-F7E7-47EA-8D17-FD4B93FC6CCA}" type="presParOf" srcId="{CF62C99F-E718-4B81-A6A8-8D866A9A0162}" destId="{BD04E024-352E-4533-BBF1-CDE6313F1A44}" srcOrd="1" destOrd="0" presId="urn:microsoft.com/office/officeart/2005/8/layout/vList2"/>
    <dgm:cxn modelId="{85D23E61-049A-4293-B375-ADCA494020CE}" type="presParOf" srcId="{CF62C99F-E718-4B81-A6A8-8D866A9A0162}" destId="{CDEBC2B4-452A-4D28-8FAF-9B18961ABE72}" srcOrd="2" destOrd="0" presId="urn:microsoft.com/office/officeart/2005/8/layout/vList2"/>
    <dgm:cxn modelId="{E4C4FE6D-083C-4454-9471-085F0F35291A}" type="presParOf" srcId="{CF62C99F-E718-4B81-A6A8-8D866A9A0162}" destId="{764D0115-E32D-47EA-879D-FEA63E882974}" srcOrd="3" destOrd="0" presId="urn:microsoft.com/office/officeart/2005/8/layout/vList2"/>
    <dgm:cxn modelId="{F8E9A793-C155-42E3-BE8C-BBF47FCC5376}" type="presParOf" srcId="{CF62C99F-E718-4B81-A6A8-8D866A9A0162}" destId="{AFA94350-BFEB-49ED-BBF8-AFC29228C94D}" srcOrd="4" destOrd="0" presId="urn:microsoft.com/office/officeart/2005/8/layout/vList2"/>
    <dgm:cxn modelId="{94D7CF9D-0976-4E4F-BE09-6DB39E3A0969}" type="presParOf" srcId="{CF62C99F-E718-4B81-A6A8-8D866A9A0162}" destId="{5B7DE354-2FD5-4DB3-91B6-BDA32CB67837}" srcOrd="5" destOrd="0" presId="urn:microsoft.com/office/officeart/2005/8/layout/vList2"/>
    <dgm:cxn modelId="{0D7C33FB-7805-402B-8AC9-72135E53D15D}" type="presParOf" srcId="{CF62C99F-E718-4B81-A6A8-8D866A9A0162}" destId="{DC3280C3-EF49-4774-A045-92C9CB5DCA5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4E334AF6-53B0-4755-A660-FC6560DD4D3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73D39D6-F707-4EAD-ADDE-629B9BB2A542}">
      <dgm:prSet/>
      <dgm:spPr/>
      <dgm:t>
        <a:bodyPr/>
        <a:lstStyle/>
        <a:p>
          <a:r>
            <a:rPr lang="uk-UA" b="0" i="0"/>
            <a:t>ведення спільних воєнних дій проти радянських військ на території УНР</a:t>
          </a:r>
          <a:endParaRPr lang="uk-UA"/>
        </a:p>
      </dgm:t>
    </dgm:pt>
    <dgm:pt modelId="{87BB814A-84C6-4A3C-93A5-B08B0754DE53}" type="parTrans" cxnId="{A0B8E1D0-1845-4B8F-A076-DAD8D6780DAC}">
      <dgm:prSet/>
      <dgm:spPr/>
      <dgm:t>
        <a:bodyPr/>
        <a:lstStyle/>
        <a:p>
          <a:endParaRPr lang="uk-UA"/>
        </a:p>
      </dgm:t>
    </dgm:pt>
    <dgm:pt modelId="{9F50EC1E-E168-4B29-8A63-004C7F85BDB9}" type="sibTrans" cxnId="{A0B8E1D0-1845-4B8F-A076-DAD8D6780DAC}">
      <dgm:prSet/>
      <dgm:spPr/>
      <dgm:t>
        <a:bodyPr/>
        <a:lstStyle/>
        <a:p>
          <a:endParaRPr lang="uk-UA"/>
        </a:p>
      </dgm:t>
    </dgm:pt>
    <dgm:pt modelId="{FBB2171F-344F-4867-B2CD-84331CC37F4B}">
      <dgm:prSet/>
      <dgm:spPr/>
      <dgm:t>
        <a:bodyPr/>
        <a:lstStyle/>
        <a:p>
          <a:r>
            <a:rPr lang="uk-UA" b="0" i="0"/>
            <a:t>надання військово-політичної допомоги в боротьбі проти гетьмана П. Скоропадського</a:t>
          </a:r>
          <a:endParaRPr lang="uk-UA"/>
        </a:p>
      </dgm:t>
    </dgm:pt>
    <dgm:pt modelId="{18843397-91B0-4251-A619-4EC805CBFE73}" type="parTrans" cxnId="{F07A9FE4-D389-4396-B8EC-6CA1002F1860}">
      <dgm:prSet/>
      <dgm:spPr/>
      <dgm:t>
        <a:bodyPr/>
        <a:lstStyle/>
        <a:p>
          <a:endParaRPr lang="uk-UA"/>
        </a:p>
      </dgm:t>
    </dgm:pt>
    <dgm:pt modelId="{BAD7DC26-F25D-488B-B334-18CF54AC31BD}" type="sibTrans" cxnId="{F07A9FE4-D389-4396-B8EC-6CA1002F1860}">
      <dgm:prSet/>
      <dgm:spPr/>
      <dgm:t>
        <a:bodyPr/>
        <a:lstStyle/>
        <a:p>
          <a:endParaRPr lang="uk-UA"/>
        </a:p>
      </dgm:t>
    </dgm:pt>
    <dgm:pt modelId="{FDC69B0A-321F-45E4-970A-F710D4E7D5D0}">
      <dgm:prSet/>
      <dgm:spPr/>
      <dgm:t>
        <a:bodyPr/>
        <a:lstStyle/>
        <a:p>
          <a:r>
            <a:rPr lang="uk-UA" b="0" i="0"/>
            <a:t>визнання Директорією кордону між Польщею та УНР по «лінії Керзона»</a:t>
          </a:r>
          <a:endParaRPr lang="uk-UA"/>
        </a:p>
      </dgm:t>
    </dgm:pt>
    <dgm:pt modelId="{5388674A-FD99-4B6B-BF2A-EBB9D952CF17}" type="parTrans" cxnId="{89260B5F-09F8-4CB8-9BB7-18E1BEE9DB22}">
      <dgm:prSet/>
      <dgm:spPr/>
      <dgm:t>
        <a:bodyPr/>
        <a:lstStyle/>
        <a:p>
          <a:endParaRPr lang="uk-UA"/>
        </a:p>
      </dgm:t>
    </dgm:pt>
    <dgm:pt modelId="{074C8183-CF2A-4A01-9C6A-718B2C33EDD9}" type="sibTrans" cxnId="{89260B5F-09F8-4CB8-9BB7-18E1BEE9DB22}">
      <dgm:prSet/>
      <dgm:spPr/>
      <dgm:t>
        <a:bodyPr/>
        <a:lstStyle/>
        <a:p>
          <a:endParaRPr lang="uk-UA"/>
        </a:p>
      </dgm:t>
    </dgm:pt>
    <dgm:pt modelId="{5E92807D-45FB-4D38-941A-FDAF5965ECEB}" type="pres">
      <dgm:prSet presAssocID="{4E334AF6-53B0-4755-A660-FC6560DD4D30}" presName="linear" presStyleCnt="0">
        <dgm:presLayoutVars>
          <dgm:animLvl val="lvl"/>
          <dgm:resizeHandles val="exact"/>
        </dgm:presLayoutVars>
      </dgm:prSet>
      <dgm:spPr/>
    </dgm:pt>
    <dgm:pt modelId="{CF8B075C-186F-47C4-B012-EAD0F870B64C}" type="pres">
      <dgm:prSet presAssocID="{073D39D6-F707-4EAD-ADDE-629B9BB2A542}" presName="parentText" presStyleLbl="node1" presStyleIdx="0" presStyleCnt="3">
        <dgm:presLayoutVars>
          <dgm:chMax val="0"/>
          <dgm:bulletEnabled val="1"/>
        </dgm:presLayoutVars>
      </dgm:prSet>
      <dgm:spPr/>
    </dgm:pt>
    <dgm:pt modelId="{0194D28B-DAED-4350-8E23-B2A26CED562F}" type="pres">
      <dgm:prSet presAssocID="{9F50EC1E-E168-4B29-8A63-004C7F85BDB9}" presName="spacer" presStyleCnt="0"/>
      <dgm:spPr/>
    </dgm:pt>
    <dgm:pt modelId="{E4F82D6E-6437-4025-AEF8-D6C0B8AD5C53}" type="pres">
      <dgm:prSet presAssocID="{FBB2171F-344F-4867-B2CD-84331CC37F4B}" presName="parentText" presStyleLbl="node1" presStyleIdx="1" presStyleCnt="3">
        <dgm:presLayoutVars>
          <dgm:chMax val="0"/>
          <dgm:bulletEnabled val="1"/>
        </dgm:presLayoutVars>
      </dgm:prSet>
      <dgm:spPr/>
    </dgm:pt>
    <dgm:pt modelId="{90F65E9B-8164-46CB-AE8B-E02516DAEACC}" type="pres">
      <dgm:prSet presAssocID="{BAD7DC26-F25D-488B-B334-18CF54AC31BD}" presName="spacer" presStyleCnt="0"/>
      <dgm:spPr/>
    </dgm:pt>
    <dgm:pt modelId="{2C55E413-24FA-483E-8B20-EA05587BC875}" type="pres">
      <dgm:prSet presAssocID="{FDC69B0A-321F-45E4-970A-F710D4E7D5D0}" presName="parentText" presStyleLbl="node1" presStyleIdx="2" presStyleCnt="3">
        <dgm:presLayoutVars>
          <dgm:chMax val="0"/>
          <dgm:bulletEnabled val="1"/>
        </dgm:presLayoutVars>
      </dgm:prSet>
      <dgm:spPr/>
    </dgm:pt>
  </dgm:ptLst>
  <dgm:cxnLst>
    <dgm:cxn modelId="{89260B5F-09F8-4CB8-9BB7-18E1BEE9DB22}" srcId="{4E334AF6-53B0-4755-A660-FC6560DD4D30}" destId="{FDC69B0A-321F-45E4-970A-F710D4E7D5D0}" srcOrd="2" destOrd="0" parTransId="{5388674A-FD99-4B6B-BF2A-EBB9D952CF17}" sibTransId="{074C8183-CF2A-4A01-9C6A-718B2C33EDD9}"/>
    <dgm:cxn modelId="{963E0D85-672F-44C0-9B4C-2D68711063D7}" type="presOf" srcId="{FBB2171F-344F-4867-B2CD-84331CC37F4B}" destId="{E4F82D6E-6437-4025-AEF8-D6C0B8AD5C53}" srcOrd="0" destOrd="0" presId="urn:microsoft.com/office/officeart/2005/8/layout/vList2"/>
    <dgm:cxn modelId="{1771B2CA-3119-420C-9B25-05B3F0C86480}" type="presOf" srcId="{FDC69B0A-321F-45E4-970A-F710D4E7D5D0}" destId="{2C55E413-24FA-483E-8B20-EA05587BC875}" srcOrd="0" destOrd="0" presId="urn:microsoft.com/office/officeart/2005/8/layout/vList2"/>
    <dgm:cxn modelId="{A0B8E1D0-1845-4B8F-A076-DAD8D6780DAC}" srcId="{4E334AF6-53B0-4755-A660-FC6560DD4D30}" destId="{073D39D6-F707-4EAD-ADDE-629B9BB2A542}" srcOrd="0" destOrd="0" parTransId="{87BB814A-84C6-4A3C-93A5-B08B0754DE53}" sibTransId="{9F50EC1E-E168-4B29-8A63-004C7F85BDB9}"/>
    <dgm:cxn modelId="{28E884E1-07F3-4E36-A9AC-FA629CBB2D82}" type="presOf" srcId="{4E334AF6-53B0-4755-A660-FC6560DD4D30}" destId="{5E92807D-45FB-4D38-941A-FDAF5965ECEB}" srcOrd="0" destOrd="0" presId="urn:microsoft.com/office/officeart/2005/8/layout/vList2"/>
    <dgm:cxn modelId="{F07A9FE4-D389-4396-B8EC-6CA1002F1860}" srcId="{4E334AF6-53B0-4755-A660-FC6560DD4D30}" destId="{FBB2171F-344F-4867-B2CD-84331CC37F4B}" srcOrd="1" destOrd="0" parTransId="{18843397-91B0-4251-A619-4EC805CBFE73}" sibTransId="{BAD7DC26-F25D-488B-B334-18CF54AC31BD}"/>
    <dgm:cxn modelId="{6AB9CBF8-0591-47C8-9B66-3ED14AB4F8EA}" type="presOf" srcId="{073D39D6-F707-4EAD-ADDE-629B9BB2A542}" destId="{CF8B075C-186F-47C4-B012-EAD0F870B64C}" srcOrd="0" destOrd="0" presId="urn:microsoft.com/office/officeart/2005/8/layout/vList2"/>
    <dgm:cxn modelId="{B60A7A74-B237-455C-8D73-15F6C35C939D}" type="presParOf" srcId="{5E92807D-45FB-4D38-941A-FDAF5965ECEB}" destId="{CF8B075C-186F-47C4-B012-EAD0F870B64C}" srcOrd="0" destOrd="0" presId="urn:microsoft.com/office/officeart/2005/8/layout/vList2"/>
    <dgm:cxn modelId="{8E568220-6C8B-469C-B65B-C0B426922C72}" type="presParOf" srcId="{5E92807D-45FB-4D38-941A-FDAF5965ECEB}" destId="{0194D28B-DAED-4350-8E23-B2A26CED562F}" srcOrd="1" destOrd="0" presId="urn:microsoft.com/office/officeart/2005/8/layout/vList2"/>
    <dgm:cxn modelId="{371344D4-F1F9-430B-B177-978800370068}" type="presParOf" srcId="{5E92807D-45FB-4D38-941A-FDAF5965ECEB}" destId="{E4F82D6E-6437-4025-AEF8-D6C0B8AD5C53}" srcOrd="2" destOrd="0" presId="urn:microsoft.com/office/officeart/2005/8/layout/vList2"/>
    <dgm:cxn modelId="{63A83B94-79BD-4F61-8C65-EE1B65CCC719}" type="presParOf" srcId="{5E92807D-45FB-4D38-941A-FDAF5965ECEB}" destId="{90F65E9B-8164-46CB-AE8B-E02516DAEACC}" srcOrd="3" destOrd="0" presId="urn:microsoft.com/office/officeart/2005/8/layout/vList2"/>
    <dgm:cxn modelId="{86586955-C6AE-4521-90C8-00055C8472F8}" type="presParOf" srcId="{5E92807D-45FB-4D38-941A-FDAF5965ECEB}" destId="{2C55E413-24FA-483E-8B20-EA05587BC875}"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BED32A19-796E-4437-B189-D7489EBA10E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91A313F-0738-4E32-91A0-AEE9DF27F4F2}">
      <dgm:prSet/>
      <dgm:spPr/>
      <dgm:t>
        <a:bodyPr/>
        <a:lstStyle/>
        <a:p>
          <a:r>
            <a:rPr lang="ru-RU" b="0" i="0"/>
            <a:t>Сейм Польської Республіки.</a:t>
          </a:r>
          <a:endParaRPr lang="uk-UA"/>
        </a:p>
      </dgm:t>
    </dgm:pt>
    <dgm:pt modelId="{63A50DAE-8F37-42B3-B778-003F4FB15984}" type="parTrans" cxnId="{A9BBF3D7-3B53-47FD-9AD7-845AC9A8E280}">
      <dgm:prSet/>
      <dgm:spPr/>
      <dgm:t>
        <a:bodyPr/>
        <a:lstStyle/>
        <a:p>
          <a:endParaRPr lang="uk-UA"/>
        </a:p>
      </dgm:t>
    </dgm:pt>
    <dgm:pt modelId="{CF61D9DA-1CE3-4AEB-91A7-FF89671F6E4D}" type="sibTrans" cxnId="{A9BBF3D7-3B53-47FD-9AD7-845AC9A8E280}">
      <dgm:prSet/>
      <dgm:spPr/>
      <dgm:t>
        <a:bodyPr/>
        <a:lstStyle/>
        <a:p>
          <a:endParaRPr lang="uk-UA"/>
        </a:p>
      </dgm:t>
    </dgm:pt>
    <dgm:pt modelId="{1C172DA0-A7D4-494F-9B2E-00235741EC78}">
      <dgm:prSet/>
      <dgm:spPr/>
      <dgm:t>
        <a:bodyPr/>
        <a:lstStyle/>
        <a:p>
          <a:r>
            <a:rPr lang="ru-RU" b="0" i="0"/>
            <a:t>Головний отаман Армії УНР.</a:t>
          </a:r>
          <a:endParaRPr lang="uk-UA"/>
        </a:p>
      </dgm:t>
    </dgm:pt>
    <dgm:pt modelId="{A6FA45FF-351A-414F-80F4-D30895151529}" type="parTrans" cxnId="{F258E819-8D0F-4B30-BCC1-ACC9F6610254}">
      <dgm:prSet/>
      <dgm:spPr/>
      <dgm:t>
        <a:bodyPr/>
        <a:lstStyle/>
        <a:p>
          <a:endParaRPr lang="uk-UA"/>
        </a:p>
      </dgm:t>
    </dgm:pt>
    <dgm:pt modelId="{19A11C1B-37D0-4B4D-B4B2-26F9ECDB29F8}" type="sibTrans" cxnId="{F258E819-8D0F-4B30-BCC1-ACC9F6610254}">
      <dgm:prSet/>
      <dgm:spPr/>
      <dgm:t>
        <a:bodyPr/>
        <a:lstStyle/>
        <a:p>
          <a:endParaRPr lang="uk-UA"/>
        </a:p>
      </dgm:t>
    </dgm:pt>
    <dgm:pt modelId="{397B795D-079E-493F-BA71-5FF5F1254133}">
      <dgm:prSet/>
      <dgm:spPr/>
      <dgm:t>
        <a:bodyPr/>
        <a:lstStyle/>
        <a:p>
          <a:r>
            <a:rPr lang="ru-RU" b="0" i="0"/>
            <a:t>Правитель Півдня Росії П. Врангель.</a:t>
          </a:r>
          <a:endParaRPr lang="uk-UA"/>
        </a:p>
      </dgm:t>
    </dgm:pt>
    <dgm:pt modelId="{DE6A549D-782A-4783-9999-10A281F3130C}" type="parTrans" cxnId="{8DE0BC80-1F39-43B5-815A-9462F81BDF77}">
      <dgm:prSet/>
      <dgm:spPr/>
      <dgm:t>
        <a:bodyPr/>
        <a:lstStyle/>
        <a:p>
          <a:endParaRPr lang="uk-UA"/>
        </a:p>
      </dgm:t>
    </dgm:pt>
    <dgm:pt modelId="{28A4A04C-5BE3-4101-BFE4-6CD4DA3E17D5}" type="sibTrans" cxnId="{8DE0BC80-1F39-43B5-815A-9462F81BDF77}">
      <dgm:prSet/>
      <dgm:spPr/>
      <dgm:t>
        <a:bodyPr/>
        <a:lstStyle/>
        <a:p>
          <a:endParaRPr lang="uk-UA"/>
        </a:p>
      </dgm:t>
    </dgm:pt>
    <dgm:pt modelId="{9EF750B7-FD97-4EAD-A795-A84D229BBDEF}">
      <dgm:prSet/>
      <dgm:spPr/>
      <dgm:t>
        <a:bodyPr/>
        <a:lstStyle/>
        <a:p>
          <a:r>
            <a:rPr lang="ru-RU" b="0" i="0"/>
            <a:t>Голова Ради Народних Комісарів РСФРР.</a:t>
          </a:r>
          <a:endParaRPr lang="uk-UA"/>
        </a:p>
      </dgm:t>
    </dgm:pt>
    <dgm:pt modelId="{7BCCFF86-D86D-4BAE-8D9F-0276387D09B3}" type="parTrans" cxnId="{DFA86BA6-1889-456E-839F-C269E957E496}">
      <dgm:prSet/>
      <dgm:spPr/>
      <dgm:t>
        <a:bodyPr/>
        <a:lstStyle/>
        <a:p>
          <a:endParaRPr lang="uk-UA"/>
        </a:p>
      </dgm:t>
    </dgm:pt>
    <dgm:pt modelId="{CCEAAD19-A3A5-4A74-8855-1461B3E7F3C7}" type="sibTrans" cxnId="{DFA86BA6-1889-456E-839F-C269E957E496}">
      <dgm:prSet/>
      <dgm:spPr/>
      <dgm:t>
        <a:bodyPr/>
        <a:lstStyle/>
        <a:p>
          <a:endParaRPr lang="uk-UA"/>
        </a:p>
      </dgm:t>
    </dgm:pt>
    <dgm:pt modelId="{556D14E9-A530-4F91-9D33-3872C010FA83}" type="pres">
      <dgm:prSet presAssocID="{BED32A19-796E-4437-B189-D7489EBA10E2}" presName="linear" presStyleCnt="0">
        <dgm:presLayoutVars>
          <dgm:animLvl val="lvl"/>
          <dgm:resizeHandles val="exact"/>
        </dgm:presLayoutVars>
      </dgm:prSet>
      <dgm:spPr/>
    </dgm:pt>
    <dgm:pt modelId="{02CAE401-6DF5-4DE2-BFBC-530AB66A949F}" type="pres">
      <dgm:prSet presAssocID="{391A313F-0738-4E32-91A0-AEE9DF27F4F2}" presName="parentText" presStyleLbl="node1" presStyleIdx="0" presStyleCnt="4">
        <dgm:presLayoutVars>
          <dgm:chMax val="0"/>
          <dgm:bulletEnabled val="1"/>
        </dgm:presLayoutVars>
      </dgm:prSet>
      <dgm:spPr/>
    </dgm:pt>
    <dgm:pt modelId="{DD92F677-96C1-4706-81C1-1C5EF4C74E49}" type="pres">
      <dgm:prSet presAssocID="{CF61D9DA-1CE3-4AEB-91A7-FF89671F6E4D}" presName="spacer" presStyleCnt="0"/>
      <dgm:spPr/>
    </dgm:pt>
    <dgm:pt modelId="{5B6B838A-5FAA-4506-B4BC-77EA4682B4F1}" type="pres">
      <dgm:prSet presAssocID="{1C172DA0-A7D4-494F-9B2E-00235741EC78}" presName="parentText" presStyleLbl="node1" presStyleIdx="1" presStyleCnt="4">
        <dgm:presLayoutVars>
          <dgm:chMax val="0"/>
          <dgm:bulletEnabled val="1"/>
        </dgm:presLayoutVars>
      </dgm:prSet>
      <dgm:spPr/>
    </dgm:pt>
    <dgm:pt modelId="{0F81352D-1614-4EC5-95D1-0812E8BB8D78}" type="pres">
      <dgm:prSet presAssocID="{19A11C1B-37D0-4B4D-B4B2-26F9ECDB29F8}" presName="spacer" presStyleCnt="0"/>
      <dgm:spPr/>
    </dgm:pt>
    <dgm:pt modelId="{AF274AA2-1ED0-4BED-86D3-4B7993B5F803}" type="pres">
      <dgm:prSet presAssocID="{397B795D-079E-493F-BA71-5FF5F1254133}" presName="parentText" presStyleLbl="node1" presStyleIdx="2" presStyleCnt="4">
        <dgm:presLayoutVars>
          <dgm:chMax val="0"/>
          <dgm:bulletEnabled val="1"/>
        </dgm:presLayoutVars>
      </dgm:prSet>
      <dgm:spPr/>
    </dgm:pt>
    <dgm:pt modelId="{6D363C25-B2DA-48ED-BB89-D57340E84163}" type="pres">
      <dgm:prSet presAssocID="{28A4A04C-5BE3-4101-BFE4-6CD4DA3E17D5}" presName="spacer" presStyleCnt="0"/>
      <dgm:spPr/>
    </dgm:pt>
    <dgm:pt modelId="{0E555681-9653-4040-BF2B-F7F1DF78A216}" type="pres">
      <dgm:prSet presAssocID="{9EF750B7-FD97-4EAD-A795-A84D229BBDEF}" presName="parentText" presStyleLbl="node1" presStyleIdx="3" presStyleCnt="4">
        <dgm:presLayoutVars>
          <dgm:chMax val="0"/>
          <dgm:bulletEnabled val="1"/>
        </dgm:presLayoutVars>
      </dgm:prSet>
      <dgm:spPr/>
    </dgm:pt>
  </dgm:ptLst>
  <dgm:cxnLst>
    <dgm:cxn modelId="{2DC8C80C-D712-4F27-A4C4-1C88A1552253}" type="presOf" srcId="{9EF750B7-FD97-4EAD-A795-A84D229BBDEF}" destId="{0E555681-9653-4040-BF2B-F7F1DF78A216}" srcOrd="0" destOrd="0" presId="urn:microsoft.com/office/officeart/2005/8/layout/vList2"/>
    <dgm:cxn modelId="{F258E819-8D0F-4B30-BCC1-ACC9F6610254}" srcId="{BED32A19-796E-4437-B189-D7489EBA10E2}" destId="{1C172DA0-A7D4-494F-9B2E-00235741EC78}" srcOrd="1" destOrd="0" parTransId="{A6FA45FF-351A-414F-80F4-D30895151529}" sibTransId="{19A11C1B-37D0-4B4D-B4B2-26F9ECDB29F8}"/>
    <dgm:cxn modelId="{1F906F32-2868-412A-BF27-FE4ABB5ED210}" type="presOf" srcId="{1C172DA0-A7D4-494F-9B2E-00235741EC78}" destId="{5B6B838A-5FAA-4506-B4BC-77EA4682B4F1}" srcOrd="0" destOrd="0" presId="urn:microsoft.com/office/officeart/2005/8/layout/vList2"/>
    <dgm:cxn modelId="{3A0C5C75-28AB-4887-9C59-6DD09F1C76BB}" type="presOf" srcId="{BED32A19-796E-4437-B189-D7489EBA10E2}" destId="{556D14E9-A530-4F91-9D33-3872C010FA83}" srcOrd="0" destOrd="0" presId="urn:microsoft.com/office/officeart/2005/8/layout/vList2"/>
    <dgm:cxn modelId="{EB39ED79-1358-4227-BE20-1BBC8FDC671A}" type="presOf" srcId="{391A313F-0738-4E32-91A0-AEE9DF27F4F2}" destId="{02CAE401-6DF5-4DE2-BFBC-530AB66A949F}" srcOrd="0" destOrd="0" presId="urn:microsoft.com/office/officeart/2005/8/layout/vList2"/>
    <dgm:cxn modelId="{8DE0BC80-1F39-43B5-815A-9462F81BDF77}" srcId="{BED32A19-796E-4437-B189-D7489EBA10E2}" destId="{397B795D-079E-493F-BA71-5FF5F1254133}" srcOrd="2" destOrd="0" parTransId="{DE6A549D-782A-4783-9999-10A281F3130C}" sibTransId="{28A4A04C-5BE3-4101-BFE4-6CD4DA3E17D5}"/>
    <dgm:cxn modelId="{2F772797-5DD3-4ECD-BC4D-113CC18CBCBB}" type="presOf" srcId="{397B795D-079E-493F-BA71-5FF5F1254133}" destId="{AF274AA2-1ED0-4BED-86D3-4B7993B5F803}" srcOrd="0" destOrd="0" presId="urn:microsoft.com/office/officeart/2005/8/layout/vList2"/>
    <dgm:cxn modelId="{DFA86BA6-1889-456E-839F-C269E957E496}" srcId="{BED32A19-796E-4437-B189-D7489EBA10E2}" destId="{9EF750B7-FD97-4EAD-A795-A84D229BBDEF}" srcOrd="3" destOrd="0" parTransId="{7BCCFF86-D86D-4BAE-8D9F-0276387D09B3}" sibTransId="{CCEAAD19-A3A5-4A74-8855-1461B3E7F3C7}"/>
    <dgm:cxn modelId="{A9BBF3D7-3B53-47FD-9AD7-845AC9A8E280}" srcId="{BED32A19-796E-4437-B189-D7489EBA10E2}" destId="{391A313F-0738-4E32-91A0-AEE9DF27F4F2}" srcOrd="0" destOrd="0" parTransId="{63A50DAE-8F37-42B3-B778-003F4FB15984}" sibTransId="{CF61D9DA-1CE3-4AEB-91A7-FF89671F6E4D}"/>
    <dgm:cxn modelId="{95A376A6-97BF-4B25-B64B-523993799F13}" type="presParOf" srcId="{556D14E9-A530-4F91-9D33-3872C010FA83}" destId="{02CAE401-6DF5-4DE2-BFBC-530AB66A949F}" srcOrd="0" destOrd="0" presId="urn:microsoft.com/office/officeart/2005/8/layout/vList2"/>
    <dgm:cxn modelId="{95FE1D32-1116-430D-8730-AA5CC06BFFD1}" type="presParOf" srcId="{556D14E9-A530-4F91-9D33-3872C010FA83}" destId="{DD92F677-96C1-4706-81C1-1C5EF4C74E49}" srcOrd="1" destOrd="0" presId="urn:microsoft.com/office/officeart/2005/8/layout/vList2"/>
    <dgm:cxn modelId="{2FEED9BF-7DBA-4825-9349-D6D2DDF322C9}" type="presParOf" srcId="{556D14E9-A530-4F91-9D33-3872C010FA83}" destId="{5B6B838A-5FAA-4506-B4BC-77EA4682B4F1}" srcOrd="2" destOrd="0" presId="urn:microsoft.com/office/officeart/2005/8/layout/vList2"/>
    <dgm:cxn modelId="{3A20478C-B662-4FEA-B87C-4A7722BED9FE}" type="presParOf" srcId="{556D14E9-A530-4F91-9D33-3872C010FA83}" destId="{0F81352D-1614-4EC5-95D1-0812E8BB8D78}" srcOrd="3" destOrd="0" presId="urn:microsoft.com/office/officeart/2005/8/layout/vList2"/>
    <dgm:cxn modelId="{D62E8478-F9C1-4962-8533-7331E398D53D}" type="presParOf" srcId="{556D14E9-A530-4F91-9D33-3872C010FA83}" destId="{AF274AA2-1ED0-4BED-86D3-4B7993B5F803}" srcOrd="4" destOrd="0" presId="urn:microsoft.com/office/officeart/2005/8/layout/vList2"/>
    <dgm:cxn modelId="{380597F1-346B-4731-B437-B2C4696A63DD}" type="presParOf" srcId="{556D14E9-A530-4F91-9D33-3872C010FA83}" destId="{6D363C25-B2DA-48ED-BB89-D57340E84163}" srcOrd="5" destOrd="0" presId="urn:microsoft.com/office/officeart/2005/8/layout/vList2"/>
    <dgm:cxn modelId="{265385F1-3AB2-49FF-BDD2-1F28BD6790C1}" type="presParOf" srcId="{556D14E9-A530-4F91-9D33-3872C010FA83}" destId="{0E555681-9653-4040-BF2B-F7F1DF78A21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1F82D5A8-99C3-4A50-8482-EBDE227FF95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712B329-5611-4D3E-91F8-BD847B71B1DF}">
      <dgm:prSet/>
      <dgm:spPr/>
      <dgm:t>
        <a:bodyPr/>
        <a:lstStyle/>
        <a:p>
          <a:r>
            <a:rPr lang="uk-UA" b="0" i="0"/>
            <a:t>утрата УНР західноукраїнських земель</a:t>
          </a:r>
          <a:endParaRPr lang="uk-UA"/>
        </a:p>
      </dgm:t>
    </dgm:pt>
    <dgm:pt modelId="{F3C2399C-CE19-49D9-B940-CD065307F864}" type="parTrans" cxnId="{5A75B432-2B61-4C71-B1AF-0332F35E27B6}">
      <dgm:prSet/>
      <dgm:spPr/>
      <dgm:t>
        <a:bodyPr/>
        <a:lstStyle/>
        <a:p>
          <a:endParaRPr lang="uk-UA"/>
        </a:p>
      </dgm:t>
    </dgm:pt>
    <dgm:pt modelId="{80C0087F-B876-423D-A910-403181B800EA}" type="sibTrans" cxnId="{5A75B432-2B61-4C71-B1AF-0332F35E27B6}">
      <dgm:prSet/>
      <dgm:spPr/>
      <dgm:t>
        <a:bodyPr/>
        <a:lstStyle/>
        <a:p>
          <a:endParaRPr lang="uk-UA"/>
        </a:p>
      </dgm:t>
    </dgm:pt>
    <dgm:pt modelId="{23A16724-5279-46A3-A822-24C895AEBA20}">
      <dgm:prSet/>
      <dgm:spPr/>
      <dgm:t>
        <a:bodyPr/>
        <a:lstStyle/>
        <a:p>
          <a:r>
            <a:rPr lang="uk-UA" b="0" i="0"/>
            <a:t>контрнаступ радянських військ на Варшаву</a:t>
          </a:r>
          <a:endParaRPr lang="uk-UA"/>
        </a:p>
      </dgm:t>
    </dgm:pt>
    <dgm:pt modelId="{66F4EB1F-9373-4D56-8555-34CC2940E12B}" type="parTrans" cxnId="{B401A21C-1DF7-40E3-BF0F-1C273FA1BB9F}">
      <dgm:prSet/>
      <dgm:spPr/>
      <dgm:t>
        <a:bodyPr/>
        <a:lstStyle/>
        <a:p>
          <a:endParaRPr lang="uk-UA"/>
        </a:p>
      </dgm:t>
    </dgm:pt>
    <dgm:pt modelId="{72C7A56D-5D76-4919-85AF-2AF102DF2388}" type="sibTrans" cxnId="{B401A21C-1DF7-40E3-BF0F-1C273FA1BB9F}">
      <dgm:prSet/>
      <dgm:spPr/>
      <dgm:t>
        <a:bodyPr/>
        <a:lstStyle/>
        <a:p>
          <a:endParaRPr lang="uk-UA"/>
        </a:p>
      </dgm:t>
    </dgm:pt>
    <dgm:pt modelId="{310028BA-30DB-43A6-AD48-37C45A0092B1}">
      <dgm:prSet/>
      <dgm:spPr/>
      <dgm:t>
        <a:bodyPr/>
        <a:lstStyle/>
        <a:p>
          <a:r>
            <a:rPr lang="uk-UA" b="0" i="0"/>
            <a:t>визнання Польщею Української СРР</a:t>
          </a:r>
          <a:endParaRPr lang="uk-UA"/>
        </a:p>
      </dgm:t>
    </dgm:pt>
    <dgm:pt modelId="{27C9C637-10CF-41DB-8744-82A520967302}" type="parTrans" cxnId="{C98170E3-DF31-48C4-9CC1-AEA69CAA9909}">
      <dgm:prSet/>
      <dgm:spPr/>
      <dgm:t>
        <a:bodyPr/>
        <a:lstStyle/>
        <a:p>
          <a:endParaRPr lang="uk-UA"/>
        </a:p>
      </dgm:t>
    </dgm:pt>
    <dgm:pt modelId="{0B550F58-AD40-4C93-8593-0F6C7F695424}" type="sibTrans" cxnId="{C98170E3-DF31-48C4-9CC1-AEA69CAA9909}">
      <dgm:prSet/>
      <dgm:spPr/>
      <dgm:t>
        <a:bodyPr/>
        <a:lstStyle/>
        <a:p>
          <a:endParaRPr lang="uk-UA"/>
        </a:p>
      </dgm:t>
    </dgm:pt>
    <dgm:pt modelId="{798C52EF-686A-484C-BB67-D949F1AAF9B5}">
      <dgm:prSet/>
      <dgm:spPr/>
      <dgm:t>
        <a:bodyPr/>
        <a:lstStyle/>
        <a:p>
          <a:r>
            <a:rPr lang="uk-UA" b="0" i="0"/>
            <a:t>проголошення створення Галицької СРР</a:t>
          </a:r>
          <a:endParaRPr lang="uk-UA"/>
        </a:p>
      </dgm:t>
    </dgm:pt>
    <dgm:pt modelId="{065C8701-9541-4D5F-9C8B-E5948286ABE2}" type="parTrans" cxnId="{FB95ADDD-957F-4C75-A811-1C341C3BC644}">
      <dgm:prSet/>
      <dgm:spPr/>
      <dgm:t>
        <a:bodyPr/>
        <a:lstStyle/>
        <a:p>
          <a:endParaRPr lang="uk-UA"/>
        </a:p>
      </dgm:t>
    </dgm:pt>
    <dgm:pt modelId="{E4707618-5330-4ED6-AFB4-DDBC360E80C2}" type="sibTrans" cxnId="{FB95ADDD-957F-4C75-A811-1C341C3BC644}">
      <dgm:prSet/>
      <dgm:spPr/>
      <dgm:t>
        <a:bodyPr/>
        <a:lstStyle/>
        <a:p>
          <a:endParaRPr lang="uk-UA"/>
        </a:p>
      </dgm:t>
    </dgm:pt>
    <dgm:pt modelId="{612154B9-A365-48E8-8E5A-F728AA28D23F}" type="pres">
      <dgm:prSet presAssocID="{1F82D5A8-99C3-4A50-8482-EBDE227FF958}" presName="linear" presStyleCnt="0">
        <dgm:presLayoutVars>
          <dgm:animLvl val="lvl"/>
          <dgm:resizeHandles val="exact"/>
        </dgm:presLayoutVars>
      </dgm:prSet>
      <dgm:spPr/>
    </dgm:pt>
    <dgm:pt modelId="{4A2122E4-084A-40FD-84F1-746B71209C20}" type="pres">
      <dgm:prSet presAssocID="{0712B329-5611-4D3E-91F8-BD847B71B1DF}" presName="parentText" presStyleLbl="node1" presStyleIdx="0" presStyleCnt="4">
        <dgm:presLayoutVars>
          <dgm:chMax val="0"/>
          <dgm:bulletEnabled val="1"/>
        </dgm:presLayoutVars>
      </dgm:prSet>
      <dgm:spPr/>
    </dgm:pt>
    <dgm:pt modelId="{9F01F267-3730-409A-A691-BE4B62C40768}" type="pres">
      <dgm:prSet presAssocID="{80C0087F-B876-423D-A910-403181B800EA}" presName="spacer" presStyleCnt="0"/>
      <dgm:spPr/>
    </dgm:pt>
    <dgm:pt modelId="{383CBD4D-70E2-431A-AADC-D53BFB9BFBEB}" type="pres">
      <dgm:prSet presAssocID="{23A16724-5279-46A3-A822-24C895AEBA20}" presName="parentText" presStyleLbl="node1" presStyleIdx="1" presStyleCnt="4">
        <dgm:presLayoutVars>
          <dgm:chMax val="0"/>
          <dgm:bulletEnabled val="1"/>
        </dgm:presLayoutVars>
      </dgm:prSet>
      <dgm:spPr/>
    </dgm:pt>
    <dgm:pt modelId="{6687FCCD-DF5C-492B-8166-6B6E78276BFC}" type="pres">
      <dgm:prSet presAssocID="{72C7A56D-5D76-4919-85AF-2AF102DF2388}" presName="spacer" presStyleCnt="0"/>
      <dgm:spPr/>
    </dgm:pt>
    <dgm:pt modelId="{38B4BC84-3A92-480A-ADE6-CCF2307D6BF6}" type="pres">
      <dgm:prSet presAssocID="{310028BA-30DB-43A6-AD48-37C45A0092B1}" presName="parentText" presStyleLbl="node1" presStyleIdx="2" presStyleCnt="4">
        <dgm:presLayoutVars>
          <dgm:chMax val="0"/>
          <dgm:bulletEnabled val="1"/>
        </dgm:presLayoutVars>
      </dgm:prSet>
      <dgm:spPr/>
    </dgm:pt>
    <dgm:pt modelId="{954E8BCA-4B0A-46D5-9154-3F96580C0DC4}" type="pres">
      <dgm:prSet presAssocID="{0B550F58-AD40-4C93-8593-0F6C7F695424}" presName="spacer" presStyleCnt="0"/>
      <dgm:spPr/>
    </dgm:pt>
    <dgm:pt modelId="{623D1970-952B-473C-AA85-AC9521248747}" type="pres">
      <dgm:prSet presAssocID="{798C52EF-686A-484C-BB67-D949F1AAF9B5}" presName="parentText" presStyleLbl="node1" presStyleIdx="3" presStyleCnt="4">
        <dgm:presLayoutVars>
          <dgm:chMax val="0"/>
          <dgm:bulletEnabled val="1"/>
        </dgm:presLayoutVars>
      </dgm:prSet>
      <dgm:spPr/>
    </dgm:pt>
  </dgm:ptLst>
  <dgm:cxnLst>
    <dgm:cxn modelId="{B401A21C-1DF7-40E3-BF0F-1C273FA1BB9F}" srcId="{1F82D5A8-99C3-4A50-8482-EBDE227FF958}" destId="{23A16724-5279-46A3-A822-24C895AEBA20}" srcOrd="1" destOrd="0" parTransId="{66F4EB1F-9373-4D56-8555-34CC2940E12B}" sibTransId="{72C7A56D-5D76-4919-85AF-2AF102DF2388}"/>
    <dgm:cxn modelId="{5A75B432-2B61-4C71-B1AF-0332F35E27B6}" srcId="{1F82D5A8-99C3-4A50-8482-EBDE227FF958}" destId="{0712B329-5611-4D3E-91F8-BD847B71B1DF}" srcOrd="0" destOrd="0" parTransId="{F3C2399C-CE19-49D9-B940-CD065307F864}" sibTransId="{80C0087F-B876-423D-A910-403181B800EA}"/>
    <dgm:cxn modelId="{6CAC5D5F-8643-4F55-B268-486DE494241C}" type="presOf" srcId="{0712B329-5611-4D3E-91F8-BD847B71B1DF}" destId="{4A2122E4-084A-40FD-84F1-746B71209C20}" srcOrd="0" destOrd="0" presId="urn:microsoft.com/office/officeart/2005/8/layout/vList2"/>
    <dgm:cxn modelId="{0CDC1D8A-036F-4060-91AA-1DAD7FFF9115}" type="presOf" srcId="{1F82D5A8-99C3-4A50-8482-EBDE227FF958}" destId="{612154B9-A365-48E8-8E5A-F728AA28D23F}" srcOrd="0" destOrd="0" presId="urn:microsoft.com/office/officeart/2005/8/layout/vList2"/>
    <dgm:cxn modelId="{294BA3B7-4371-42F8-80D7-F243EC1D64B7}" type="presOf" srcId="{310028BA-30DB-43A6-AD48-37C45A0092B1}" destId="{38B4BC84-3A92-480A-ADE6-CCF2307D6BF6}" srcOrd="0" destOrd="0" presId="urn:microsoft.com/office/officeart/2005/8/layout/vList2"/>
    <dgm:cxn modelId="{FB95ADDD-957F-4C75-A811-1C341C3BC644}" srcId="{1F82D5A8-99C3-4A50-8482-EBDE227FF958}" destId="{798C52EF-686A-484C-BB67-D949F1AAF9B5}" srcOrd="3" destOrd="0" parTransId="{065C8701-9541-4D5F-9C8B-E5948286ABE2}" sibTransId="{E4707618-5330-4ED6-AFB4-DDBC360E80C2}"/>
    <dgm:cxn modelId="{C98170E3-DF31-48C4-9CC1-AEA69CAA9909}" srcId="{1F82D5A8-99C3-4A50-8482-EBDE227FF958}" destId="{310028BA-30DB-43A6-AD48-37C45A0092B1}" srcOrd="2" destOrd="0" parTransId="{27C9C637-10CF-41DB-8744-82A520967302}" sibTransId="{0B550F58-AD40-4C93-8593-0F6C7F695424}"/>
    <dgm:cxn modelId="{7ABA80E6-AA26-4F93-AA06-F08226998BB8}" type="presOf" srcId="{798C52EF-686A-484C-BB67-D949F1AAF9B5}" destId="{623D1970-952B-473C-AA85-AC9521248747}" srcOrd="0" destOrd="0" presId="urn:microsoft.com/office/officeart/2005/8/layout/vList2"/>
    <dgm:cxn modelId="{5EC968E7-55FF-4C51-AD42-F147E0C66414}" type="presOf" srcId="{23A16724-5279-46A3-A822-24C895AEBA20}" destId="{383CBD4D-70E2-431A-AADC-D53BFB9BFBEB}" srcOrd="0" destOrd="0" presId="urn:microsoft.com/office/officeart/2005/8/layout/vList2"/>
    <dgm:cxn modelId="{058341E8-1F2C-4842-9A97-1007F2ADDEC2}" type="presParOf" srcId="{612154B9-A365-48E8-8E5A-F728AA28D23F}" destId="{4A2122E4-084A-40FD-84F1-746B71209C20}" srcOrd="0" destOrd="0" presId="urn:microsoft.com/office/officeart/2005/8/layout/vList2"/>
    <dgm:cxn modelId="{3FDACB10-BD73-4291-9500-48894D189C60}" type="presParOf" srcId="{612154B9-A365-48E8-8E5A-F728AA28D23F}" destId="{9F01F267-3730-409A-A691-BE4B62C40768}" srcOrd="1" destOrd="0" presId="urn:microsoft.com/office/officeart/2005/8/layout/vList2"/>
    <dgm:cxn modelId="{47930ACF-CA62-4D97-90E2-C4393A55168B}" type="presParOf" srcId="{612154B9-A365-48E8-8E5A-F728AA28D23F}" destId="{383CBD4D-70E2-431A-AADC-D53BFB9BFBEB}" srcOrd="2" destOrd="0" presId="urn:microsoft.com/office/officeart/2005/8/layout/vList2"/>
    <dgm:cxn modelId="{3A056F6E-8452-4BB6-98E5-5ED394C97B75}" type="presParOf" srcId="{612154B9-A365-48E8-8E5A-F728AA28D23F}" destId="{6687FCCD-DF5C-492B-8166-6B6E78276BFC}" srcOrd="3" destOrd="0" presId="urn:microsoft.com/office/officeart/2005/8/layout/vList2"/>
    <dgm:cxn modelId="{C6B14468-74DC-4E95-80B6-2965ED85D3CB}" type="presParOf" srcId="{612154B9-A365-48E8-8E5A-F728AA28D23F}" destId="{38B4BC84-3A92-480A-ADE6-CCF2307D6BF6}" srcOrd="4" destOrd="0" presId="urn:microsoft.com/office/officeart/2005/8/layout/vList2"/>
    <dgm:cxn modelId="{FE8D2A21-1BAC-4852-867A-ED93D5C0B1F9}" type="presParOf" srcId="{612154B9-A365-48E8-8E5A-F728AA28D23F}" destId="{954E8BCA-4B0A-46D5-9154-3F96580C0DC4}" srcOrd="5" destOrd="0" presId="urn:microsoft.com/office/officeart/2005/8/layout/vList2"/>
    <dgm:cxn modelId="{5975B5D0-B99D-4990-8350-E588FD342BB1}" type="presParOf" srcId="{612154B9-A365-48E8-8E5A-F728AA28D23F}" destId="{623D1970-952B-473C-AA85-AC952124874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0F206125-5B2F-4B91-BB5A-AE15C819664F}"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438BE11D-7865-4D8B-BFFE-46042BFAEB41}">
      <dgm:prSet/>
      <dgm:spPr/>
      <dgm:t>
        <a:bodyPr/>
        <a:lstStyle/>
        <a:p>
          <a:r>
            <a:rPr lang="ru-RU" b="0" i="0"/>
            <a:t>1918 р.</a:t>
          </a:r>
          <a:endParaRPr lang="uk-UA"/>
        </a:p>
      </dgm:t>
    </dgm:pt>
    <dgm:pt modelId="{3F37FC55-BEE6-45E8-8387-D94FB88D0DC4}" type="parTrans" cxnId="{BF1411D6-7978-4DD2-B935-F44EDBBABFBB}">
      <dgm:prSet/>
      <dgm:spPr/>
      <dgm:t>
        <a:bodyPr/>
        <a:lstStyle/>
        <a:p>
          <a:endParaRPr lang="uk-UA"/>
        </a:p>
      </dgm:t>
    </dgm:pt>
    <dgm:pt modelId="{E09A2D2D-11B8-4BCA-B3A3-0AB8FF0EE523}" type="sibTrans" cxnId="{BF1411D6-7978-4DD2-B935-F44EDBBABFBB}">
      <dgm:prSet/>
      <dgm:spPr/>
      <dgm:t>
        <a:bodyPr/>
        <a:lstStyle/>
        <a:p>
          <a:endParaRPr lang="uk-UA"/>
        </a:p>
      </dgm:t>
    </dgm:pt>
    <dgm:pt modelId="{4A038273-121A-45EE-8A21-77AF45652FC5}">
      <dgm:prSet/>
      <dgm:spPr/>
      <dgm:t>
        <a:bodyPr/>
        <a:lstStyle/>
        <a:p>
          <a:r>
            <a:rPr lang="ru-RU" b="0" i="0"/>
            <a:t>1919 р.</a:t>
          </a:r>
          <a:endParaRPr lang="uk-UA"/>
        </a:p>
      </dgm:t>
    </dgm:pt>
    <dgm:pt modelId="{608413B8-2653-4829-A7CA-40C24F48DB37}" type="parTrans" cxnId="{177CEC45-A0F1-4070-9861-DE6945CEF09D}">
      <dgm:prSet/>
      <dgm:spPr/>
      <dgm:t>
        <a:bodyPr/>
        <a:lstStyle/>
        <a:p>
          <a:endParaRPr lang="uk-UA"/>
        </a:p>
      </dgm:t>
    </dgm:pt>
    <dgm:pt modelId="{1D1EEFF0-B8E5-4E6B-8FE4-EB1119D72045}" type="sibTrans" cxnId="{177CEC45-A0F1-4070-9861-DE6945CEF09D}">
      <dgm:prSet/>
      <dgm:spPr/>
      <dgm:t>
        <a:bodyPr/>
        <a:lstStyle/>
        <a:p>
          <a:endParaRPr lang="uk-UA"/>
        </a:p>
      </dgm:t>
    </dgm:pt>
    <dgm:pt modelId="{96E280B0-F8EF-4663-9DC1-EBF78323D914}">
      <dgm:prSet/>
      <dgm:spPr/>
      <dgm:t>
        <a:bodyPr/>
        <a:lstStyle/>
        <a:p>
          <a:r>
            <a:rPr lang="ru-RU" b="0" i="0"/>
            <a:t>1920 р.</a:t>
          </a:r>
          <a:endParaRPr lang="uk-UA"/>
        </a:p>
      </dgm:t>
    </dgm:pt>
    <dgm:pt modelId="{70B4BE0E-989B-411C-9E3E-D8B278054521}" type="parTrans" cxnId="{40A349A3-2194-427A-A2A9-2E528D527A7E}">
      <dgm:prSet/>
      <dgm:spPr/>
      <dgm:t>
        <a:bodyPr/>
        <a:lstStyle/>
        <a:p>
          <a:endParaRPr lang="uk-UA"/>
        </a:p>
      </dgm:t>
    </dgm:pt>
    <dgm:pt modelId="{480EFFE4-4E77-4CEE-9A3F-FBEB4D521835}" type="sibTrans" cxnId="{40A349A3-2194-427A-A2A9-2E528D527A7E}">
      <dgm:prSet/>
      <dgm:spPr/>
      <dgm:t>
        <a:bodyPr/>
        <a:lstStyle/>
        <a:p>
          <a:endParaRPr lang="uk-UA"/>
        </a:p>
      </dgm:t>
    </dgm:pt>
    <dgm:pt modelId="{2A686A29-5B48-41D1-AE62-2248F48C1A9B}">
      <dgm:prSet/>
      <dgm:spPr/>
      <dgm:t>
        <a:bodyPr/>
        <a:lstStyle/>
        <a:p>
          <a:r>
            <a:rPr lang="ru-RU" b="0" i="0"/>
            <a:t>1921 р.</a:t>
          </a:r>
          <a:endParaRPr lang="uk-UA"/>
        </a:p>
      </dgm:t>
    </dgm:pt>
    <dgm:pt modelId="{76AE1118-EEAB-4AF5-A7B2-91F4917F2BA3}" type="parTrans" cxnId="{72C3D3C6-B0C8-405C-9C58-D378501F4280}">
      <dgm:prSet/>
      <dgm:spPr/>
      <dgm:t>
        <a:bodyPr/>
        <a:lstStyle/>
        <a:p>
          <a:endParaRPr lang="uk-UA"/>
        </a:p>
      </dgm:t>
    </dgm:pt>
    <dgm:pt modelId="{153AD55D-9450-4550-BFE3-340B8460102F}" type="sibTrans" cxnId="{72C3D3C6-B0C8-405C-9C58-D378501F4280}">
      <dgm:prSet/>
      <dgm:spPr/>
      <dgm:t>
        <a:bodyPr/>
        <a:lstStyle/>
        <a:p>
          <a:endParaRPr lang="uk-UA"/>
        </a:p>
      </dgm:t>
    </dgm:pt>
    <dgm:pt modelId="{5B83807E-49D4-48F2-BF05-7FAF6CB25C89}" type="pres">
      <dgm:prSet presAssocID="{0F206125-5B2F-4B91-BB5A-AE15C819664F}" presName="compositeShape" presStyleCnt="0">
        <dgm:presLayoutVars>
          <dgm:chMax val="7"/>
          <dgm:dir/>
          <dgm:resizeHandles val="exact"/>
        </dgm:presLayoutVars>
      </dgm:prSet>
      <dgm:spPr/>
    </dgm:pt>
    <dgm:pt modelId="{D4F131BA-FED4-4608-92A6-B901724B2A43}" type="pres">
      <dgm:prSet presAssocID="{438BE11D-7865-4D8B-BFFE-46042BFAEB41}" presName="circ1" presStyleLbl="vennNode1" presStyleIdx="0" presStyleCnt="4"/>
      <dgm:spPr/>
    </dgm:pt>
    <dgm:pt modelId="{14E53016-9E00-44EB-B195-C09C2B7EF569}" type="pres">
      <dgm:prSet presAssocID="{438BE11D-7865-4D8B-BFFE-46042BFAEB41}" presName="circ1Tx" presStyleLbl="revTx" presStyleIdx="0" presStyleCnt="0">
        <dgm:presLayoutVars>
          <dgm:chMax val="0"/>
          <dgm:chPref val="0"/>
          <dgm:bulletEnabled val="1"/>
        </dgm:presLayoutVars>
      </dgm:prSet>
      <dgm:spPr/>
    </dgm:pt>
    <dgm:pt modelId="{97DF0447-78C7-4F2E-84E4-397F15E8E3FC}" type="pres">
      <dgm:prSet presAssocID="{4A038273-121A-45EE-8A21-77AF45652FC5}" presName="circ2" presStyleLbl="vennNode1" presStyleIdx="1" presStyleCnt="4"/>
      <dgm:spPr/>
    </dgm:pt>
    <dgm:pt modelId="{8A9B577D-5B12-4E61-B5F3-5DF57E4C017A}" type="pres">
      <dgm:prSet presAssocID="{4A038273-121A-45EE-8A21-77AF45652FC5}" presName="circ2Tx" presStyleLbl="revTx" presStyleIdx="0" presStyleCnt="0">
        <dgm:presLayoutVars>
          <dgm:chMax val="0"/>
          <dgm:chPref val="0"/>
          <dgm:bulletEnabled val="1"/>
        </dgm:presLayoutVars>
      </dgm:prSet>
      <dgm:spPr/>
    </dgm:pt>
    <dgm:pt modelId="{AA744215-98C8-45C9-AE87-524144DFB726}" type="pres">
      <dgm:prSet presAssocID="{96E280B0-F8EF-4663-9DC1-EBF78323D914}" presName="circ3" presStyleLbl="vennNode1" presStyleIdx="2" presStyleCnt="4"/>
      <dgm:spPr/>
    </dgm:pt>
    <dgm:pt modelId="{0126340F-1B53-4A44-823F-78890A2BACFB}" type="pres">
      <dgm:prSet presAssocID="{96E280B0-F8EF-4663-9DC1-EBF78323D914}" presName="circ3Tx" presStyleLbl="revTx" presStyleIdx="0" presStyleCnt="0">
        <dgm:presLayoutVars>
          <dgm:chMax val="0"/>
          <dgm:chPref val="0"/>
          <dgm:bulletEnabled val="1"/>
        </dgm:presLayoutVars>
      </dgm:prSet>
      <dgm:spPr/>
    </dgm:pt>
    <dgm:pt modelId="{C463B28B-636C-46EB-842F-140E63451C7C}" type="pres">
      <dgm:prSet presAssocID="{2A686A29-5B48-41D1-AE62-2248F48C1A9B}" presName="circ4" presStyleLbl="vennNode1" presStyleIdx="3" presStyleCnt="4"/>
      <dgm:spPr/>
    </dgm:pt>
    <dgm:pt modelId="{CCA94970-9C40-4641-A6B6-631B929CF749}" type="pres">
      <dgm:prSet presAssocID="{2A686A29-5B48-41D1-AE62-2248F48C1A9B}" presName="circ4Tx" presStyleLbl="revTx" presStyleIdx="0" presStyleCnt="0">
        <dgm:presLayoutVars>
          <dgm:chMax val="0"/>
          <dgm:chPref val="0"/>
          <dgm:bulletEnabled val="1"/>
        </dgm:presLayoutVars>
      </dgm:prSet>
      <dgm:spPr/>
    </dgm:pt>
  </dgm:ptLst>
  <dgm:cxnLst>
    <dgm:cxn modelId="{A976290B-7431-4EC9-AAA7-3BF70B6B8E7D}" type="presOf" srcId="{438BE11D-7865-4D8B-BFFE-46042BFAEB41}" destId="{D4F131BA-FED4-4608-92A6-B901724B2A43}" srcOrd="0" destOrd="0" presId="urn:microsoft.com/office/officeart/2005/8/layout/venn1"/>
    <dgm:cxn modelId="{177CEC45-A0F1-4070-9861-DE6945CEF09D}" srcId="{0F206125-5B2F-4B91-BB5A-AE15C819664F}" destId="{4A038273-121A-45EE-8A21-77AF45652FC5}" srcOrd="1" destOrd="0" parTransId="{608413B8-2653-4829-A7CA-40C24F48DB37}" sibTransId="{1D1EEFF0-B8E5-4E6B-8FE4-EB1119D72045}"/>
    <dgm:cxn modelId="{C6E0C64A-9A55-4959-8104-B0F2959C97AB}" type="presOf" srcId="{438BE11D-7865-4D8B-BFFE-46042BFAEB41}" destId="{14E53016-9E00-44EB-B195-C09C2B7EF569}" srcOrd="1" destOrd="0" presId="urn:microsoft.com/office/officeart/2005/8/layout/venn1"/>
    <dgm:cxn modelId="{34CDCF4B-BA5B-4081-8AC3-2492FEF05B12}" type="presOf" srcId="{0F206125-5B2F-4B91-BB5A-AE15C819664F}" destId="{5B83807E-49D4-48F2-BF05-7FAF6CB25C89}" srcOrd="0" destOrd="0" presId="urn:microsoft.com/office/officeart/2005/8/layout/venn1"/>
    <dgm:cxn modelId="{543BFA4D-C3BB-474B-81FF-7F3463DA04B1}" type="presOf" srcId="{2A686A29-5B48-41D1-AE62-2248F48C1A9B}" destId="{C463B28B-636C-46EB-842F-140E63451C7C}" srcOrd="0" destOrd="0" presId="urn:microsoft.com/office/officeart/2005/8/layout/venn1"/>
    <dgm:cxn modelId="{3D765753-F672-475A-9DF5-6475E1CFA4FA}" type="presOf" srcId="{96E280B0-F8EF-4663-9DC1-EBF78323D914}" destId="{AA744215-98C8-45C9-AE87-524144DFB726}" srcOrd="0" destOrd="0" presId="urn:microsoft.com/office/officeart/2005/8/layout/venn1"/>
    <dgm:cxn modelId="{40A349A3-2194-427A-A2A9-2E528D527A7E}" srcId="{0F206125-5B2F-4B91-BB5A-AE15C819664F}" destId="{96E280B0-F8EF-4663-9DC1-EBF78323D914}" srcOrd="2" destOrd="0" parTransId="{70B4BE0E-989B-411C-9E3E-D8B278054521}" sibTransId="{480EFFE4-4E77-4CEE-9A3F-FBEB4D521835}"/>
    <dgm:cxn modelId="{F7F4C7A4-A63C-4A86-BBFC-141D557B97A7}" type="presOf" srcId="{2A686A29-5B48-41D1-AE62-2248F48C1A9B}" destId="{CCA94970-9C40-4641-A6B6-631B929CF749}" srcOrd="1" destOrd="0" presId="urn:microsoft.com/office/officeart/2005/8/layout/venn1"/>
    <dgm:cxn modelId="{866D32C3-50F4-4CEA-BF4F-7E88819E35C2}" type="presOf" srcId="{4A038273-121A-45EE-8A21-77AF45652FC5}" destId="{8A9B577D-5B12-4E61-B5F3-5DF57E4C017A}" srcOrd="1" destOrd="0" presId="urn:microsoft.com/office/officeart/2005/8/layout/venn1"/>
    <dgm:cxn modelId="{72C3D3C6-B0C8-405C-9C58-D378501F4280}" srcId="{0F206125-5B2F-4B91-BB5A-AE15C819664F}" destId="{2A686A29-5B48-41D1-AE62-2248F48C1A9B}" srcOrd="3" destOrd="0" parTransId="{76AE1118-EEAB-4AF5-A7B2-91F4917F2BA3}" sibTransId="{153AD55D-9450-4550-BFE3-340B8460102F}"/>
    <dgm:cxn modelId="{BF1411D6-7978-4DD2-B935-F44EDBBABFBB}" srcId="{0F206125-5B2F-4B91-BB5A-AE15C819664F}" destId="{438BE11D-7865-4D8B-BFFE-46042BFAEB41}" srcOrd="0" destOrd="0" parTransId="{3F37FC55-BEE6-45E8-8387-D94FB88D0DC4}" sibTransId="{E09A2D2D-11B8-4BCA-B3A3-0AB8FF0EE523}"/>
    <dgm:cxn modelId="{EE49AFD6-1D4E-4C80-952B-5F98C95B5554}" type="presOf" srcId="{4A038273-121A-45EE-8A21-77AF45652FC5}" destId="{97DF0447-78C7-4F2E-84E4-397F15E8E3FC}" srcOrd="0" destOrd="0" presId="urn:microsoft.com/office/officeart/2005/8/layout/venn1"/>
    <dgm:cxn modelId="{53AB32D9-3ACE-48DE-B099-2909AB426399}" type="presOf" srcId="{96E280B0-F8EF-4663-9DC1-EBF78323D914}" destId="{0126340F-1B53-4A44-823F-78890A2BACFB}" srcOrd="1" destOrd="0" presId="urn:microsoft.com/office/officeart/2005/8/layout/venn1"/>
    <dgm:cxn modelId="{D8E5CBA9-48C3-4621-9DB5-9E291EED3CBF}" type="presParOf" srcId="{5B83807E-49D4-48F2-BF05-7FAF6CB25C89}" destId="{D4F131BA-FED4-4608-92A6-B901724B2A43}" srcOrd="0" destOrd="0" presId="urn:microsoft.com/office/officeart/2005/8/layout/venn1"/>
    <dgm:cxn modelId="{39E9BC37-1101-40DC-B19A-9876D1D3A3B0}" type="presParOf" srcId="{5B83807E-49D4-48F2-BF05-7FAF6CB25C89}" destId="{14E53016-9E00-44EB-B195-C09C2B7EF569}" srcOrd="1" destOrd="0" presId="urn:microsoft.com/office/officeart/2005/8/layout/venn1"/>
    <dgm:cxn modelId="{1CC55D39-07A3-46C3-9F5F-CBCDE69B1A8B}" type="presParOf" srcId="{5B83807E-49D4-48F2-BF05-7FAF6CB25C89}" destId="{97DF0447-78C7-4F2E-84E4-397F15E8E3FC}" srcOrd="2" destOrd="0" presId="urn:microsoft.com/office/officeart/2005/8/layout/venn1"/>
    <dgm:cxn modelId="{73F7FD89-1F4E-4F03-A774-8BB669510D85}" type="presParOf" srcId="{5B83807E-49D4-48F2-BF05-7FAF6CB25C89}" destId="{8A9B577D-5B12-4E61-B5F3-5DF57E4C017A}" srcOrd="3" destOrd="0" presId="urn:microsoft.com/office/officeart/2005/8/layout/venn1"/>
    <dgm:cxn modelId="{9C7F2820-3226-45AD-8242-511B3BA71B0B}" type="presParOf" srcId="{5B83807E-49D4-48F2-BF05-7FAF6CB25C89}" destId="{AA744215-98C8-45C9-AE87-524144DFB726}" srcOrd="4" destOrd="0" presId="urn:microsoft.com/office/officeart/2005/8/layout/venn1"/>
    <dgm:cxn modelId="{F30DFE25-0495-4268-A4B1-13E42E4558DA}" type="presParOf" srcId="{5B83807E-49D4-48F2-BF05-7FAF6CB25C89}" destId="{0126340F-1B53-4A44-823F-78890A2BACFB}" srcOrd="5" destOrd="0" presId="urn:microsoft.com/office/officeart/2005/8/layout/venn1"/>
    <dgm:cxn modelId="{0BE0EE5D-BA69-4DD5-A494-770E5D0E3C86}" type="presParOf" srcId="{5B83807E-49D4-48F2-BF05-7FAF6CB25C89}" destId="{C463B28B-636C-46EB-842F-140E63451C7C}" srcOrd="6" destOrd="0" presId="urn:microsoft.com/office/officeart/2005/8/layout/venn1"/>
    <dgm:cxn modelId="{7C14AEC4-91C0-45B8-A353-996699616CF7}" type="presParOf" srcId="{5B83807E-49D4-48F2-BF05-7FAF6CB25C89}" destId="{CCA94970-9C40-4641-A6B6-631B929CF749}" srcOrd="7"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1684308D-1EFC-487A-9015-5B3AFBB8EA6D}"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3EA19B54-8625-44C6-A354-2CE07B2E09FD}">
      <dgm:prSet/>
      <dgm:spPr/>
      <dgm:t>
        <a:bodyPr/>
        <a:lstStyle/>
        <a:p>
          <a:r>
            <a:rPr lang="uk-UA" b="0" i="0"/>
            <a:t>Ризі</a:t>
          </a:r>
          <a:endParaRPr lang="uk-UA"/>
        </a:p>
      </dgm:t>
    </dgm:pt>
    <dgm:pt modelId="{37031166-31B6-4136-B266-56AE3F69041E}" type="parTrans" cxnId="{5888D9E4-4F22-4BBD-AD9D-7A7A0095145F}">
      <dgm:prSet/>
      <dgm:spPr/>
      <dgm:t>
        <a:bodyPr/>
        <a:lstStyle/>
        <a:p>
          <a:endParaRPr lang="uk-UA"/>
        </a:p>
      </dgm:t>
    </dgm:pt>
    <dgm:pt modelId="{DB7753CF-1FB8-492D-A08C-10B09D649F4E}" type="sibTrans" cxnId="{5888D9E4-4F22-4BBD-AD9D-7A7A0095145F}">
      <dgm:prSet/>
      <dgm:spPr/>
      <dgm:t>
        <a:bodyPr/>
        <a:lstStyle/>
        <a:p>
          <a:endParaRPr lang="uk-UA"/>
        </a:p>
      </dgm:t>
    </dgm:pt>
    <dgm:pt modelId="{D0397496-BE0E-4A84-BA6E-F36086FD04BC}">
      <dgm:prSet/>
      <dgm:spPr/>
      <dgm:t>
        <a:bodyPr/>
        <a:lstStyle/>
        <a:p>
          <a:r>
            <a:rPr lang="uk-UA" b="0" i="0"/>
            <a:t>Бресті</a:t>
          </a:r>
          <a:endParaRPr lang="uk-UA"/>
        </a:p>
      </dgm:t>
    </dgm:pt>
    <dgm:pt modelId="{177570F3-11FF-4696-A6C6-9B264F90F0B1}" type="parTrans" cxnId="{3EA50B30-0A7F-45E6-AE14-56C4740A3FB5}">
      <dgm:prSet/>
      <dgm:spPr/>
      <dgm:t>
        <a:bodyPr/>
        <a:lstStyle/>
        <a:p>
          <a:endParaRPr lang="uk-UA"/>
        </a:p>
      </dgm:t>
    </dgm:pt>
    <dgm:pt modelId="{495D3A36-A212-4997-84EB-383831CEFE8B}" type="sibTrans" cxnId="{3EA50B30-0A7F-45E6-AE14-56C4740A3FB5}">
      <dgm:prSet/>
      <dgm:spPr/>
      <dgm:t>
        <a:bodyPr/>
        <a:lstStyle/>
        <a:p>
          <a:endParaRPr lang="uk-UA"/>
        </a:p>
      </dgm:t>
    </dgm:pt>
    <dgm:pt modelId="{5E9C3BA5-1517-43A8-90E4-069DD5513FFA}">
      <dgm:prSet/>
      <dgm:spPr/>
      <dgm:t>
        <a:bodyPr/>
        <a:lstStyle/>
        <a:p>
          <a:r>
            <a:rPr lang="uk-UA" b="0" i="0"/>
            <a:t>Варшаві</a:t>
          </a:r>
          <a:endParaRPr lang="uk-UA"/>
        </a:p>
      </dgm:t>
    </dgm:pt>
    <dgm:pt modelId="{861C96CB-F624-4615-BE84-7DBBE95ED60C}" type="parTrans" cxnId="{51556218-BBE6-474D-BEBF-31B5933568E3}">
      <dgm:prSet/>
      <dgm:spPr/>
      <dgm:t>
        <a:bodyPr/>
        <a:lstStyle/>
        <a:p>
          <a:endParaRPr lang="uk-UA"/>
        </a:p>
      </dgm:t>
    </dgm:pt>
    <dgm:pt modelId="{1CCF983F-C6E4-44E6-91A2-9FC882F604E5}" type="sibTrans" cxnId="{51556218-BBE6-474D-BEBF-31B5933568E3}">
      <dgm:prSet/>
      <dgm:spPr/>
      <dgm:t>
        <a:bodyPr/>
        <a:lstStyle/>
        <a:p>
          <a:endParaRPr lang="uk-UA"/>
        </a:p>
      </dgm:t>
    </dgm:pt>
    <dgm:pt modelId="{AD6AD4C1-8AC0-4A73-9ACD-99D544DE9E5E}">
      <dgm:prSet/>
      <dgm:spPr/>
      <dgm:t>
        <a:bodyPr/>
        <a:lstStyle/>
        <a:p>
          <a:r>
            <a:rPr lang="uk-UA" b="0" i="0"/>
            <a:t>Києві</a:t>
          </a:r>
          <a:endParaRPr lang="uk-UA"/>
        </a:p>
      </dgm:t>
    </dgm:pt>
    <dgm:pt modelId="{49E8520C-4307-43D8-8371-7E25C8863C5C}" type="parTrans" cxnId="{0A2F425C-CE4E-4E26-81E4-ABF2379AC581}">
      <dgm:prSet/>
      <dgm:spPr/>
      <dgm:t>
        <a:bodyPr/>
        <a:lstStyle/>
        <a:p>
          <a:endParaRPr lang="uk-UA"/>
        </a:p>
      </dgm:t>
    </dgm:pt>
    <dgm:pt modelId="{3EDFC769-A166-4F26-B72A-E1E041DEA8C8}" type="sibTrans" cxnId="{0A2F425C-CE4E-4E26-81E4-ABF2379AC581}">
      <dgm:prSet/>
      <dgm:spPr/>
      <dgm:t>
        <a:bodyPr/>
        <a:lstStyle/>
        <a:p>
          <a:endParaRPr lang="uk-UA"/>
        </a:p>
      </dgm:t>
    </dgm:pt>
    <dgm:pt modelId="{DFF59134-B6CD-48B1-A9C6-2FC7FE9D308C}" type="pres">
      <dgm:prSet presAssocID="{1684308D-1EFC-487A-9015-5B3AFBB8EA6D}" presName="linearFlow" presStyleCnt="0">
        <dgm:presLayoutVars>
          <dgm:dir/>
          <dgm:resizeHandles val="exact"/>
        </dgm:presLayoutVars>
      </dgm:prSet>
      <dgm:spPr/>
    </dgm:pt>
    <dgm:pt modelId="{7C4EA1D2-FFF8-4F10-AF5A-539DA4EA8A84}" type="pres">
      <dgm:prSet presAssocID="{3EA19B54-8625-44C6-A354-2CE07B2E09FD}" presName="composite" presStyleCnt="0"/>
      <dgm:spPr/>
    </dgm:pt>
    <dgm:pt modelId="{34AF1BCB-8C28-4D11-91AC-707F9D9E11C6}" type="pres">
      <dgm:prSet presAssocID="{3EA19B54-8625-44C6-A354-2CE07B2E09FD}" presName="imgShp" presStyleLbl="fgImgPlace1" presStyleIdx="0" presStyleCnt="4"/>
      <dgm:spPr/>
    </dgm:pt>
    <dgm:pt modelId="{786DDF1C-5F3D-49C7-B11A-95A18BCD4820}" type="pres">
      <dgm:prSet presAssocID="{3EA19B54-8625-44C6-A354-2CE07B2E09FD}" presName="txShp" presStyleLbl="node1" presStyleIdx="0" presStyleCnt="4">
        <dgm:presLayoutVars>
          <dgm:bulletEnabled val="1"/>
        </dgm:presLayoutVars>
      </dgm:prSet>
      <dgm:spPr/>
    </dgm:pt>
    <dgm:pt modelId="{0988957B-5961-48C6-B115-D1A69C13942F}" type="pres">
      <dgm:prSet presAssocID="{DB7753CF-1FB8-492D-A08C-10B09D649F4E}" presName="spacing" presStyleCnt="0"/>
      <dgm:spPr/>
    </dgm:pt>
    <dgm:pt modelId="{44637697-E3AB-4DDA-8E58-122D3F737DDD}" type="pres">
      <dgm:prSet presAssocID="{D0397496-BE0E-4A84-BA6E-F36086FD04BC}" presName="composite" presStyleCnt="0"/>
      <dgm:spPr/>
    </dgm:pt>
    <dgm:pt modelId="{6E35392F-4C65-488E-90B8-7FF65AE5848E}" type="pres">
      <dgm:prSet presAssocID="{D0397496-BE0E-4A84-BA6E-F36086FD04BC}" presName="imgShp" presStyleLbl="fgImgPlace1" presStyleIdx="1" presStyleCnt="4"/>
      <dgm:spPr/>
    </dgm:pt>
    <dgm:pt modelId="{35189C5C-67A8-4AB3-9356-68CBAFAE12A0}" type="pres">
      <dgm:prSet presAssocID="{D0397496-BE0E-4A84-BA6E-F36086FD04BC}" presName="txShp" presStyleLbl="node1" presStyleIdx="1" presStyleCnt="4">
        <dgm:presLayoutVars>
          <dgm:bulletEnabled val="1"/>
        </dgm:presLayoutVars>
      </dgm:prSet>
      <dgm:spPr/>
    </dgm:pt>
    <dgm:pt modelId="{7C6330BA-0AE7-409E-A282-FB58E5AEAE3B}" type="pres">
      <dgm:prSet presAssocID="{495D3A36-A212-4997-84EB-383831CEFE8B}" presName="spacing" presStyleCnt="0"/>
      <dgm:spPr/>
    </dgm:pt>
    <dgm:pt modelId="{043C9733-89C3-46EF-8C0E-EE25844243CA}" type="pres">
      <dgm:prSet presAssocID="{5E9C3BA5-1517-43A8-90E4-069DD5513FFA}" presName="composite" presStyleCnt="0"/>
      <dgm:spPr/>
    </dgm:pt>
    <dgm:pt modelId="{C4EE91B5-268A-4CB3-B8C4-73F3C61488D0}" type="pres">
      <dgm:prSet presAssocID="{5E9C3BA5-1517-43A8-90E4-069DD5513FFA}" presName="imgShp" presStyleLbl="fgImgPlace1" presStyleIdx="2" presStyleCnt="4"/>
      <dgm:spPr/>
    </dgm:pt>
    <dgm:pt modelId="{43AB03D6-6CD3-46FD-B3F2-45C5C715AB9E}" type="pres">
      <dgm:prSet presAssocID="{5E9C3BA5-1517-43A8-90E4-069DD5513FFA}" presName="txShp" presStyleLbl="node1" presStyleIdx="2" presStyleCnt="4">
        <dgm:presLayoutVars>
          <dgm:bulletEnabled val="1"/>
        </dgm:presLayoutVars>
      </dgm:prSet>
      <dgm:spPr/>
    </dgm:pt>
    <dgm:pt modelId="{84753D35-DF21-4589-AD9C-88BA8FA60F3E}" type="pres">
      <dgm:prSet presAssocID="{1CCF983F-C6E4-44E6-91A2-9FC882F604E5}" presName="spacing" presStyleCnt="0"/>
      <dgm:spPr/>
    </dgm:pt>
    <dgm:pt modelId="{A7A77A70-6478-4B38-8A51-0FD3C0238977}" type="pres">
      <dgm:prSet presAssocID="{AD6AD4C1-8AC0-4A73-9ACD-99D544DE9E5E}" presName="composite" presStyleCnt="0"/>
      <dgm:spPr/>
    </dgm:pt>
    <dgm:pt modelId="{78F650FD-31E0-4468-A0FA-1BB90F1E3C6E}" type="pres">
      <dgm:prSet presAssocID="{AD6AD4C1-8AC0-4A73-9ACD-99D544DE9E5E}" presName="imgShp" presStyleLbl="fgImgPlace1" presStyleIdx="3" presStyleCnt="4"/>
      <dgm:spPr/>
    </dgm:pt>
    <dgm:pt modelId="{94C63E91-8F48-4865-BEC7-FE632D0B5D62}" type="pres">
      <dgm:prSet presAssocID="{AD6AD4C1-8AC0-4A73-9ACD-99D544DE9E5E}" presName="txShp" presStyleLbl="node1" presStyleIdx="3" presStyleCnt="4">
        <dgm:presLayoutVars>
          <dgm:bulletEnabled val="1"/>
        </dgm:presLayoutVars>
      </dgm:prSet>
      <dgm:spPr/>
    </dgm:pt>
  </dgm:ptLst>
  <dgm:cxnLst>
    <dgm:cxn modelId="{E5BB4717-6E99-42A2-AA69-81DA8C096F76}" type="presOf" srcId="{D0397496-BE0E-4A84-BA6E-F36086FD04BC}" destId="{35189C5C-67A8-4AB3-9356-68CBAFAE12A0}" srcOrd="0" destOrd="0" presId="urn:microsoft.com/office/officeart/2005/8/layout/vList3"/>
    <dgm:cxn modelId="{51556218-BBE6-474D-BEBF-31B5933568E3}" srcId="{1684308D-1EFC-487A-9015-5B3AFBB8EA6D}" destId="{5E9C3BA5-1517-43A8-90E4-069DD5513FFA}" srcOrd="2" destOrd="0" parTransId="{861C96CB-F624-4615-BE84-7DBBE95ED60C}" sibTransId="{1CCF983F-C6E4-44E6-91A2-9FC882F604E5}"/>
    <dgm:cxn modelId="{3EA50B30-0A7F-45E6-AE14-56C4740A3FB5}" srcId="{1684308D-1EFC-487A-9015-5B3AFBB8EA6D}" destId="{D0397496-BE0E-4A84-BA6E-F36086FD04BC}" srcOrd="1" destOrd="0" parTransId="{177570F3-11FF-4696-A6C6-9B264F90F0B1}" sibTransId="{495D3A36-A212-4997-84EB-383831CEFE8B}"/>
    <dgm:cxn modelId="{CF387E5B-6D01-4687-A0FE-6F995560036D}" type="presOf" srcId="{5E9C3BA5-1517-43A8-90E4-069DD5513FFA}" destId="{43AB03D6-6CD3-46FD-B3F2-45C5C715AB9E}" srcOrd="0" destOrd="0" presId="urn:microsoft.com/office/officeart/2005/8/layout/vList3"/>
    <dgm:cxn modelId="{0A2F425C-CE4E-4E26-81E4-ABF2379AC581}" srcId="{1684308D-1EFC-487A-9015-5B3AFBB8EA6D}" destId="{AD6AD4C1-8AC0-4A73-9ACD-99D544DE9E5E}" srcOrd="3" destOrd="0" parTransId="{49E8520C-4307-43D8-8371-7E25C8863C5C}" sibTransId="{3EDFC769-A166-4F26-B72A-E1E041DEA8C8}"/>
    <dgm:cxn modelId="{07746643-CA69-4A73-B9BB-F9B7FC164746}" type="presOf" srcId="{1684308D-1EFC-487A-9015-5B3AFBB8EA6D}" destId="{DFF59134-B6CD-48B1-A9C6-2FC7FE9D308C}" srcOrd="0" destOrd="0" presId="urn:microsoft.com/office/officeart/2005/8/layout/vList3"/>
    <dgm:cxn modelId="{BDF57EC0-F834-459A-8039-D0ECFFDDE00B}" type="presOf" srcId="{3EA19B54-8625-44C6-A354-2CE07B2E09FD}" destId="{786DDF1C-5F3D-49C7-B11A-95A18BCD4820}" srcOrd="0" destOrd="0" presId="urn:microsoft.com/office/officeart/2005/8/layout/vList3"/>
    <dgm:cxn modelId="{5888D9E4-4F22-4BBD-AD9D-7A7A0095145F}" srcId="{1684308D-1EFC-487A-9015-5B3AFBB8EA6D}" destId="{3EA19B54-8625-44C6-A354-2CE07B2E09FD}" srcOrd="0" destOrd="0" parTransId="{37031166-31B6-4136-B266-56AE3F69041E}" sibTransId="{DB7753CF-1FB8-492D-A08C-10B09D649F4E}"/>
    <dgm:cxn modelId="{1EB483FD-C8CD-4BF2-A876-BC927FA5258A}" type="presOf" srcId="{AD6AD4C1-8AC0-4A73-9ACD-99D544DE9E5E}" destId="{94C63E91-8F48-4865-BEC7-FE632D0B5D62}" srcOrd="0" destOrd="0" presId="urn:microsoft.com/office/officeart/2005/8/layout/vList3"/>
    <dgm:cxn modelId="{255F4121-7E82-4F35-9C96-26A2EDA77808}" type="presParOf" srcId="{DFF59134-B6CD-48B1-A9C6-2FC7FE9D308C}" destId="{7C4EA1D2-FFF8-4F10-AF5A-539DA4EA8A84}" srcOrd="0" destOrd="0" presId="urn:microsoft.com/office/officeart/2005/8/layout/vList3"/>
    <dgm:cxn modelId="{492821D3-C05F-4C9F-82CC-771B0E555296}" type="presParOf" srcId="{7C4EA1D2-FFF8-4F10-AF5A-539DA4EA8A84}" destId="{34AF1BCB-8C28-4D11-91AC-707F9D9E11C6}" srcOrd="0" destOrd="0" presId="urn:microsoft.com/office/officeart/2005/8/layout/vList3"/>
    <dgm:cxn modelId="{C8BC5040-5784-4415-A679-19E318BFF1C5}" type="presParOf" srcId="{7C4EA1D2-FFF8-4F10-AF5A-539DA4EA8A84}" destId="{786DDF1C-5F3D-49C7-B11A-95A18BCD4820}" srcOrd="1" destOrd="0" presId="urn:microsoft.com/office/officeart/2005/8/layout/vList3"/>
    <dgm:cxn modelId="{9BB0DF1E-8C22-42A0-B7DC-3F2D5930C60D}" type="presParOf" srcId="{DFF59134-B6CD-48B1-A9C6-2FC7FE9D308C}" destId="{0988957B-5961-48C6-B115-D1A69C13942F}" srcOrd="1" destOrd="0" presId="urn:microsoft.com/office/officeart/2005/8/layout/vList3"/>
    <dgm:cxn modelId="{DDD5833A-8CB0-429E-BA8B-462069E4A74A}" type="presParOf" srcId="{DFF59134-B6CD-48B1-A9C6-2FC7FE9D308C}" destId="{44637697-E3AB-4DDA-8E58-122D3F737DDD}" srcOrd="2" destOrd="0" presId="urn:microsoft.com/office/officeart/2005/8/layout/vList3"/>
    <dgm:cxn modelId="{EB84E4A7-540B-4919-B719-36EEE26FD2E0}" type="presParOf" srcId="{44637697-E3AB-4DDA-8E58-122D3F737DDD}" destId="{6E35392F-4C65-488E-90B8-7FF65AE5848E}" srcOrd="0" destOrd="0" presId="urn:microsoft.com/office/officeart/2005/8/layout/vList3"/>
    <dgm:cxn modelId="{FA326130-8E4F-4CD8-93C4-59ACBEEB7E41}" type="presParOf" srcId="{44637697-E3AB-4DDA-8E58-122D3F737DDD}" destId="{35189C5C-67A8-4AB3-9356-68CBAFAE12A0}" srcOrd="1" destOrd="0" presId="urn:microsoft.com/office/officeart/2005/8/layout/vList3"/>
    <dgm:cxn modelId="{93A06697-B754-4C97-95C2-A132DD4BC757}" type="presParOf" srcId="{DFF59134-B6CD-48B1-A9C6-2FC7FE9D308C}" destId="{7C6330BA-0AE7-409E-A282-FB58E5AEAE3B}" srcOrd="3" destOrd="0" presId="urn:microsoft.com/office/officeart/2005/8/layout/vList3"/>
    <dgm:cxn modelId="{562A4F47-7636-4D3F-B69E-C1D5E135CBF7}" type="presParOf" srcId="{DFF59134-B6CD-48B1-A9C6-2FC7FE9D308C}" destId="{043C9733-89C3-46EF-8C0E-EE25844243CA}" srcOrd="4" destOrd="0" presId="urn:microsoft.com/office/officeart/2005/8/layout/vList3"/>
    <dgm:cxn modelId="{3A74EF9E-67C3-4843-97E5-AA7A243C3C63}" type="presParOf" srcId="{043C9733-89C3-46EF-8C0E-EE25844243CA}" destId="{C4EE91B5-268A-4CB3-B8C4-73F3C61488D0}" srcOrd="0" destOrd="0" presId="urn:microsoft.com/office/officeart/2005/8/layout/vList3"/>
    <dgm:cxn modelId="{4B6D440B-5453-4697-9842-51D8F59015CC}" type="presParOf" srcId="{043C9733-89C3-46EF-8C0E-EE25844243CA}" destId="{43AB03D6-6CD3-46FD-B3F2-45C5C715AB9E}" srcOrd="1" destOrd="0" presId="urn:microsoft.com/office/officeart/2005/8/layout/vList3"/>
    <dgm:cxn modelId="{1394C9ED-70D3-43A7-805D-A958DB4E29E0}" type="presParOf" srcId="{DFF59134-B6CD-48B1-A9C6-2FC7FE9D308C}" destId="{84753D35-DF21-4589-AD9C-88BA8FA60F3E}" srcOrd="5" destOrd="0" presId="urn:microsoft.com/office/officeart/2005/8/layout/vList3"/>
    <dgm:cxn modelId="{ED46FCC4-5EBE-43AA-87C3-184104851E9C}" type="presParOf" srcId="{DFF59134-B6CD-48B1-A9C6-2FC7FE9D308C}" destId="{A7A77A70-6478-4B38-8A51-0FD3C0238977}" srcOrd="6" destOrd="0" presId="urn:microsoft.com/office/officeart/2005/8/layout/vList3"/>
    <dgm:cxn modelId="{4B272001-4ABE-4CBC-9926-C0D78CA29C1D}" type="presParOf" srcId="{A7A77A70-6478-4B38-8A51-0FD3C0238977}" destId="{78F650FD-31E0-4468-A0FA-1BB90F1E3C6E}" srcOrd="0" destOrd="0" presId="urn:microsoft.com/office/officeart/2005/8/layout/vList3"/>
    <dgm:cxn modelId="{634C6A47-5EED-4148-82AC-A2B697F4AC0D}" type="presParOf" srcId="{A7A77A70-6478-4B38-8A51-0FD3C0238977}" destId="{94C63E91-8F48-4865-BEC7-FE632D0B5D62}"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D3D7C02B-7DE2-4DD3-8539-A0E95C34797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38E162B-35AD-4379-B54F-E8992D93D816}">
      <dgm:prSet/>
      <dgm:spPr/>
      <dgm:t>
        <a:bodyPr/>
        <a:lstStyle/>
        <a:p>
          <a:r>
            <a:rPr lang="uk-UA" b="0" i="0"/>
            <a:t>проголошення Акта Злуки УНР та ЗУНР.</a:t>
          </a:r>
          <a:endParaRPr lang="uk-UA"/>
        </a:p>
      </dgm:t>
    </dgm:pt>
    <dgm:pt modelId="{7CCED260-E7E5-4001-8865-9E50E486AAE1}" type="parTrans" cxnId="{28AA16AC-9C6B-41CE-B114-347B4DC350D1}">
      <dgm:prSet/>
      <dgm:spPr/>
      <dgm:t>
        <a:bodyPr/>
        <a:lstStyle/>
        <a:p>
          <a:endParaRPr lang="uk-UA"/>
        </a:p>
      </dgm:t>
    </dgm:pt>
    <dgm:pt modelId="{C4B9C678-0B39-4F21-85F7-2370893EA2B3}" type="sibTrans" cxnId="{28AA16AC-9C6B-41CE-B114-347B4DC350D1}">
      <dgm:prSet/>
      <dgm:spPr/>
      <dgm:t>
        <a:bodyPr/>
        <a:lstStyle/>
        <a:p>
          <a:endParaRPr lang="uk-UA"/>
        </a:p>
      </dgm:t>
    </dgm:pt>
    <dgm:pt modelId="{E81D36B3-CC5E-4C91-B8CE-F8F0BC632254}">
      <dgm:prSet/>
      <dgm:spPr/>
      <dgm:t>
        <a:bodyPr/>
        <a:lstStyle/>
        <a:p>
          <a:r>
            <a:rPr lang="uk-UA" b="0" i="0"/>
            <a:t>поразки радянської Росії у війні з Польщею.</a:t>
          </a:r>
          <a:endParaRPr lang="uk-UA"/>
        </a:p>
      </dgm:t>
    </dgm:pt>
    <dgm:pt modelId="{779BC548-B375-464F-AB6C-65572BC3B90C}" type="parTrans" cxnId="{6486F19E-7826-4B67-BD86-D932F4333BF9}">
      <dgm:prSet/>
      <dgm:spPr/>
      <dgm:t>
        <a:bodyPr/>
        <a:lstStyle/>
        <a:p>
          <a:endParaRPr lang="uk-UA"/>
        </a:p>
      </dgm:t>
    </dgm:pt>
    <dgm:pt modelId="{250B6E0A-EA83-4789-9C09-54D2D0A9F8C3}" type="sibTrans" cxnId="{6486F19E-7826-4B67-BD86-D932F4333BF9}">
      <dgm:prSet/>
      <dgm:spPr/>
      <dgm:t>
        <a:bodyPr/>
        <a:lstStyle/>
        <a:p>
          <a:endParaRPr lang="uk-UA"/>
        </a:p>
      </dgm:t>
    </dgm:pt>
    <dgm:pt modelId="{5366B70B-8B54-4EE8-A188-0A03C3E34970}">
      <dgm:prSet/>
      <dgm:spPr/>
      <dgm:t>
        <a:bodyPr/>
        <a:lstStyle/>
        <a:p>
          <a:r>
            <a:rPr lang="uk-UA" b="0" i="0"/>
            <a:t>окупації німецькими та австро-угорськими військами України.</a:t>
          </a:r>
          <a:endParaRPr lang="uk-UA"/>
        </a:p>
      </dgm:t>
    </dgm:pt>
    <dgm:pt modelId="{9561C345-1EB3-4390-B3CF-BAA5CAD22944}" type="parTrans" cxnId="{F8C52CA5-E3EF-4D6E-81CD-37A52ECC6B0E}">
      <dgm:prSet/>
      <dgm:spPr/>
      <dgm:t>
        <a:bodyPr/>
        <a:lstStyle/>
        <a:p>
          <a:endParaRPr lang="uk-UA"/>
        </a:p>
      </dgm:t>
    </dgm:pt>
    <dgm:pt modelId="{06C04F4D-A10F-4F49-AE82-51122C88A50B}" type="sibTrans" cxnId="{F8C52CA5-E3EF-4D6E-81CD-37A52ECC6B0E}">
      <dgm:prSet/>
      <dgm:spPr/>
      <dgm:t>
        <a:bodyPr/>
        <a:lstStyle/>
        <a:p>
          <a:endParaRPr lang="uk-UA"/>
        </a:p>
      </dgm:t>
    </dgm:pt>
    <dgm:pt modelId="{C82C3083-6C98-4D74-977B-185BCD111CB5}">
      <dgm:prSet/>
      <dgm:spPr/>
      <dgm:t>
        <a:bodyPr/>
        <a:lstStyle/>
        <a:p>
          <a:r>
            <a:rPr lang="uk-UA" b="0" i="0"/>
            <a:t>визнання країнами Антанти приналежності Східної Галичини до Польщі.</a:t>
          </a:r>
          <a:endParaRPr lang="uk-UA"/>
        </a:p>
      </dgm:t>
    </dgm:pt>
    <dgm:pt modelId="{9C5CE623-A477-4CFA-BDE8-FF261A4A5024}" type="parTrans" cxnId="{4B693E91-79D4-42B1-B974-ABF8A78A8A78}">
      <dgm:prSet/>
      <dgm:spPr/>
      <dgm:t>
        <a:bodyPr/>
        <a:lstStyle/>
        <a:p>
          <a:endParaRPr lang="uk-UA"/>
        </a:p>
      </dgm:t>
    </dgm:pt>
    <dgm:pt modelId="{FDD79F7C-B9B3-4DC5-98FF-9ED3146A3829}" type="sibTrans" cxnId="{4B693E91-79D4-42B1-B974-ABF8A78A8A78}">
      <dgm:prSet/>
      <dgm:spPr/>
      <dgm:t>
        <a:bodyPr/>
        <a:lstStyle/>
        <a:p>
          <a:endParaRPr lang="uk-UA"/>
        </a:p>
      </dgm:t>
    </dgm:pt>
    <dgm:pt modelId="{7A610893-E29F-4949-B207-C04935BC0485}" type="pres">
      <dgm:prSet presAssocID="{D3D7C02B-7DE2-4DD3-8539-A0E95C347975}" presName="linear" presStyleCnt="0">
        <dgm:presLayoutVars>
          <dgm:animLvl val="lvl"/>
          <dgm:resizeHandles val="exact"/>
        </dgm:presLayoutVars>
      </dgm:prSet>
      <dgm:spPr/>
    </dgm:pt>
    <dgm:pt modelId="{626186D7-2634-4208-8221-B99645B98101}" type="pres">
      <dgm:prSet presAssocID="{338E162B-35AD-4379-B54F-E8992D93D816}" presName="parentText" presStyleLbl="node1" presStyleIdx="0" presStyleCnt="4">
        <dgm:presLayoutVars>
          <dgm:chMax val="0"/>
          <dgm:bulletEnabled val="1"/>
        </dgm:presLayoutVars>
      </dgm:prSet>
      <dgm:spPr/>
    </dgm:pt>
    <dgm:pt modelId="{506514EE-2DF4-43D4-96E5-7EF96BDEBC29}" type="pres">
      <dgm:prSet presAssocID="{C4B9C678-0B39-4F21-85F7-2370893EA2B3}" presName="spacer" presStyleCnt="0"/>
      <dgm:spPr/>
    </dgm:pt>
    <dgm:pt modelId="{54B6DA10-7AC3-4FAA-898D-1EFB9204F75D}" type="pres">
      <dgm:prSet presAssocID="{E81D36B3-CC5E-4C91-B8CE-F8F0BC632254}" presName="parentText" presStyleLbl="node1" presStyleIdx="1" presStyleCnt="4">
        <dgm:presLayoutVars>
          <dgm:chMax val="0"/>
          <dgm:bulletEnabled val="1"/>
        </dgm:presLayoutVars>
      </dgm:prSet>
      <dgm:spPr/>
    </dgm:pt>
    <dgm:pt modelId="{11307439-B3F5-4241-89A5-80D7E22A43C3}" type="pres">
      <dgm:prSet presAssocID="{250B6E0A-EA83-4789-9C09-54D2D0A9F8C3}" presName="spacer" presStyleCnt="0"/>
      <dgm:spPr/>
    </dgm:pt>
    <dgm:pt modelId="{B2E2F5AE-A4C6-461C-BF6E-E17BD63C1B9A}" type="pres">
      <dgm:prSet presAssocID="{5366B70B-8B54-4EE8-A188-0A03C3E34970}" presName="parentText" presStyleLbl="node1" presStyleIdx="2" presStyleCnt="4">
        <dgm:presLayoutVars>
          <dgm:chMax val="0"/>
          <dgm:bulletEnabled val="1"/>
        </dgm:presLayoutVars>
      </dgm:prSet>
      <dgm:spPr/>
    </dgm:pt>
    <dgm:pt modelId="{D875D526-88FC-4C69-A84B-9E3863193EDD}" type="pres">
      <dgm:prSet presAssocID="{06C04F4D-A10F-4F49-AE82-51122C88A50B}" presName="spacer" presStyleCnt="0"/>
      <dgm:spPr/>
    </dgm:pt>
    <dgm:pt modelId="{867EB4CC-0C57-4A77-A45E-1475F1BE26FB}" type="pres">
      <dgm:prSet presAssocID="{C82C3083-6C98-4D74-977B-185BCD111CB5}" presName="parentText" presStyleLbl="node1" presStyleIdx="3" presStyleCnt="4">
        <dgm:presLayoutVars>
          <dgm:chMax val="0"/>
          <dgm:bulletEnabled val="1"/>
        </dgm:presLayoutVars>
      </dgm:prSet>
      <dgm:spPr/>
    </dgm:pt>
  </dgm:ptLst>
  <dgm:cxnLst>
    <dgm:cxn modelId="{4EB94821-A631-480B-991B-8F9F8268A90B}" type="presOf" srcId="{338E162B-35AD-4379-B54F-E8992D93D816}" destId="{626186D7-2634-4208-8221-B99645B98101}" srcOrd="0" destOrd="0" presId="urn:microsoft.com/office/officeart/2005/8/layout/vList2"/>
    <dgm:cxn modelId="{B4F26A4B-B435-4158-A8A9-0F4E01BB1C73}" type="presOf" srcId="{C82C3083-6C98-4D74-977B-185BCD111CB5}" destId="{867EB4CC-0C57-4A77-A45E-1475F1BE26FB}" srcOrd="0" destOrd="0" presId="urn:microsoft.com/office/officeart/2005/8/layout/vList2"/>
    <dgm:cxn modelId="{4B693E91-79D4-42B1-B974-ABF8A78A8A78}" srcId="{D3D7C02B-7DE2-4DD3-8539-A0E95C347975}" destId="{C82C3083-6C98-4D74-977B-185BCD111CB5}" srcOrd="3" destOrd="0" parTransId="{9C5CE623-A477-4CFA-BDE8-FF261A4A5024}" sibTransId="{FDD79F7C-B9B3-4DC5-98FF-9ED3146A3829}"/>
    <dgm:cxn modelId="{A8D8C699-5C6D-4101-A750-B78E8E720F09}" type="presOf" srcId="{D3D7C02B-7DE2-4DD3-8539-A0E95C347975}" destId="{7A610893-E29F-4949-B207-C04935BC0485}" srcOrd="0" destOrd="0" presId="urn:microsoft.com/office/officeart/2005/8/layout/vList2"/>
    <dgm:cxn modelId="{6486F19E-7826-4B67-BD86-D932F4333BF9}" srcId="{D3D7C02B-7DE2-4DD3-8539-A0E95C347975}" destId="{E81D36B3-CC5E-4C91-B8CE-F8F0BC632254}" srcOrd="1" destOrd="0" parTransId="{779BC548-B375-464F-AB6C-65572BC3B90C}" sibTransId="{250B6E0A-EA83-4789-9C09-54D2D0A9F8C3}"/>
    <dgm:cxn modelId="{307273A3-AE11-4620-9C3B-24F1A6FA4E0C}" type="presOf" srcId="{5366B70B-8B54-4EE8-A188-0A03C3E34970}" destId="{B2E2F5AE-A4C6-461C-BF6E-E17BD63C1B9A}" srcOrd="0" destOrd="0" presId="urn:microsoft.com/office/officeart/2005/8/layout/vList2"/>
    <dgm:cxn modelId="{F8C52CA5-E3EF-4D6E-81CD-37A52ECC6B0E}" srcId="{D3D7C02B-7DE2-4DD3-8539-A0E95C347975}" destId="{5366B70B-8B54-4EE8-A188-0A03C3E34970}" srcOrd="2" destOrd="0" parTransId="{9561C345-1EB3-4390-B3CF-BAA5CAD22944}" sibTransId="{06C04F4D-A10F-4F49-AE82-51122C88A50B}"/>
    <dgm:cxn modelId="{2DF3D4A5-0D42-465B-A6FE-0D0D3E936EF1}" type="presOf" srcId="{E81D36B3-CC5E-4C91-B8CE-F8F0BC632254}" destId="{54B6DA10-7AC3-4FAA-898D-1EFB9204F75D}" srcOrd="0" destOrd="0" presId="urn:microsoft.com/office/officeart/2005/8/layout/vList2"/>
    <dgm:cxn modelId="{28AA16AC-9C6B-41CE-B114-347B4DC350D1}" srcId="{D3D7C02B-7DE2-4DD3-8539-A0E95C347975}" destId="{338E162B-35AD-4379-B54F-E8992D93D816}" srcOrd="0" destOrd="0" parTransId="{7CCED260-E7E5-4001-8865-9E50E486AAE1}" sibTransId="{C4B9C678-0B39-4F21-85F7-2370893EA2B3}"/>
    <dgm:cxn modelId="{7D4AEFFD-CB70-4416-B214-943456D3B6D9}" type="presParOf" srcId="{7A610893-E29F-4949-B207-C04935BC0485}" destId="{626186D7-2634-4208-8221-B99645B98101}" srcOrd="0" destOrd="0" presId="urn:microsoft.com/office/officeart/2005/8/layout/vList2"/>
    <dgm:cxn modelId="{409D7AB6-0EFD-456F-81A2-74DE381CE7A8}" type="presParOf" srcId="{7A610893-E29F-4949-B207-C04935BC0485}" destId="{506514EE-2DF4-43D4-96E5-7EF96BDEBC29}" srcOrd="1" destOrd="0" presId="urn:microsoft.com/office/officeart/2005/8/layout/vList2"/>
    <dgm:cxn modelId="{86C4D64A-FA4F-411A-9FA6-3945FB683587}" type="presParOf" srcId="{7A610893-E29F-4949-B207-C04935BC0485}" destId="{54B6DA10-7AC3-4FAA-898D-1EFB9204F75D}" srcOrd="2" destOrd="0" presId="urn:microsoft.com/office/officeart/2005/8/layout/vList2"/>
    <dgm:cxn modelId="{AD406135-E007-4FAD-A28D-708DDFA3B3E0}" type="presParOf" srcId="{7A610893-E29F-4949-B207-C04935BC0485}" destId="{11307439-B3F5-4241-89A5-80D7E22A43C3}" srcOrd="3" destOrd="0" presId="urn:microsoft.com/office/officeart/2005/8/layout/vList2"/>
    <dgm:cxn modelId="{7ED45346-F4D6-4B35-8A3D-118207117A35}" type="presParOf" srcId="{7A610893-E29F-4949-B207-C04935BC0485}" destId="{B2E2F5AE-A4C6-461C-BF6E-E17BD63C1B9A}" srcOrd="4" destOrd="0" presId="urn:microsoft.com/office/officeart/2005/8/layout/vList2"/>
    <dgm:cxn modelId="{A0AC14EF-4CD2-4D05-9E6A-EF38D52D5CC9}" type="presParOf" srcId="{7A610893-E29F-4949-B207-C04935BC0485}" destId="{D875D526-88FC-4C69-A84B-9E3863193EDD}" srcOrd="5" destOrd="0" presId="urn:microsoft.com/office/officeart/2005/8/layout/vList2"/>
    <dgm:cxn modelId="{16443E9F-BD51-4211-9094-F675E9F9E1F9}" type="presParOf" srcId="{7A610893-E29F-4949-B207-C04935BC0485}" destId="{867EB4CC-0C57-4A77-A45E-1475F1BE26F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217E6602-BA51-4E64-A23A-ACECC8996C5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BEA2EB8-81E2-4356-B412-FC7818943D20}">
      <dgm:prSet/>
      <dgm:spPr/>
      <dgm:t>
        <a:bodyPr/>
        <a:lstStyle/>
        <a:p>
          <a:r>
            <a:rPr lang="uk-UA" b="0" i="0"/>
            <a:t>Української Народної Республіки.</a:t>
          </a:r>
          <a:endParaRPr lang="uk-UA"/>
        </a:p>
      </dgm:t>
    </dgm:pt>
    <dgm:pt modelId="{34B965D2-6EA9-4686-A955-542B48540C88}" type="parTrans" cxnId="{FEC6A6F0-FC94-4120-9C99-7559372DAF74}">
      <dgm:prSet/>
      <dgm:spPr/>
      <dgm:t>
        <a:bodyPr/>
        <a:lstStyle/>
        <a:p>
          <a:endParaRPr lang="uk-UA"/>
        </a:p>
      </dgm:t>
    </dgm:pt>
    <dgm:pt modelId="{A2B56090-9C34-420B-AF2E-F030EED59F6E}" type="sibTrans" cxnId="{FEC6A6F0-FC94-4120-9C99-7559372DAF74}">
      <dgm:prSet/>
      <dgm:spPr/>
      <dgm:t>
        <a:bodyPr/>
        <a:lstStyle/>
        <a:p>
          <a:endParaRPr lang="uk-UA"/>
        </a:p>
      </dgm:t>
    </dgm:pt>
    <dgm:pt modelId="{6815621D-1C0E-47D6-BE1B-BF32DE5BBAC9}">
      <dgm:prSet/>
      <dgm:spPr/>
      <dgm:t>
        <a:bodyPr/>
        <a:lstStyle/>
        <a:p>
          <a:r>
            <a:rPr lang="uk-UA" b="0" i="0"/>
            <a:t>Західноукраїнської Народної Республіки.</a:t>
          </a:r>
          <a:endParaRPr lang="uk-UA"/>
        </a:p>
      </dgm:t>
    </dgm:pt>
    <dgm:pt modelId="{3E4A2080-E94F-4809-9F79-0A84B0FA8929}" type="parTrans" cxnId="{FC64949F-32C7-4F2F-863A-9F1703A01A85}">
      <dgm:prSet/>
      <dgm:spPr/>
      <dgm:t>
        <a:bodyPr/>
        <a:lstStyle/>
        <a:p>
          <a:endParaRPr lang="uk-UA"/>
        </a:p>
      </dgm:t>
    </dgm:pt>
    <dgm:pt modelId="{8CA9D420-7135-4C19-A3BC-BCE965EC319F}" type="sibTrans" cxnId="{FC64949F-32C7-4F2F-863A-9F1703A01A85}">
      <dgm:prSet/>
      <dgm:spPr/>
      <dgm:t>
        <a:bodyPr/>
        <a:lstStyle/>
        <a:p>
          <a:endParaRPr lang="uk-UA"/>
        </a:p>
      </dgm:t>
    </dgm:pt>
    <dgm:pt modelId="{9A2C5056-3B24-4D46-B9F9-1FB6EC0892CD}">
      <dgm:prSet/>
      <dgm:spPr/>
      <dgm:t>
        <a:bodyPr/>
        <a:lstStyle/>
        <a:p>
          <a:r>
            <a:rPr lang="uk-UA" b="0" i="0"/>
            <a:t>Української Держави гетьмана П. Скоропадського.</a:t>
          </a:r>
          <a:endParaRPr lang="uk-UA"/>
        </a:p>
      </dgm:t>
    </dgm:pt>
    <dgm:pt modelId="{B57F7EC2-B7FE-4CAF-A7C8-B945E22C0A57}" type="parTrans" cxnId="{532F03F1-F2A6-49C0-8408-57BAA928B327}">
      <dgm:prSet/>
      <dgm:spPr/>
      <dgm:t>
        <a:bodyPr/>
        <a:lstStyle/>
        <a:p>
          <a:endParaRPr lang="uk-UA"/>
        </a:p>
      </dgm:t>
    </dgm:pt>
    <dgm:pt modelId="{5921AB5E-86DE-41A9-9589-44F56EB46851}" type="sibTrans" cxnId="{532F03F1-F2A6-49C0-8408-57BAA928B327}">
      <dgm:prSet/>
      <dgm:spPr/>
      <dgm:t>
        <a:bodyPr/>
        <a:lstStyle/>
        <a:p>
          <a:endParaRPr lang="uk-UA"/>
        </a:p>
      </dgm:t>
    </dgm:pt>
    <dgm:pt modelId="{99C75B16-1B7C-4BE2-B1EF-AEF8F2C9F9D0}">
      <dgm:prSet/>
      <dgm:spPr/>
      <dgm:t>
        <a:bodyPr/>
        <a:lstStyle/>
        <a:p>
          <a:r>
            <a:rPr lang="uk-UA" b="0" i="0"/>
            <a:t>Української Соціалістичної Радянської Республіки.</a:t>
          </a:r>
          <a:endParaRPr lang="uk-UA"/>
        </a:p>
      </dgm:t>
    </dgm:pt>
    <dgm:pt modelId="{52E6A8A2-7260-414D-91A3-2B19C0892B48}" type="parTrans" cxnId="{121D625D-11AB-490D-8298-E50470E0C22F}">
      <dgm:prSet/>
      <dgm:spPr/>
      <dgm:t>
        <a:bodyPr/>
        <a:lstStyle/>
        <a:p>
          <a:endParaRPr lang="uk-UA"/>
        </a:p>
      </dgm:t>
    </dgm:pt>
    <dgm:pt modelId="{E79B5F37-11BD-4D79-A192-B0594EFD1308}" type="sibTrans" cxnId="{121D625D-11AB-490D-8298-E50470E0C22F}">
      <dgm:prSet/>
      <dgm:spPr/>
      <dgm:t>
        <a:bodyPr/>
        <a:lstStyle/>
        <a:p>
          <a:endParaRPr lang="uk-UA"/>
        </a:p>
      </dgm:t>
    </dgm:pt>
    <dgm:pt modelId="{DB498B8A-56CB-4F8E-A0F4-F7CE5626A5A2}" type="pres">
      <dgm:prSet presAssocID="{217E6602-BA51-4E64-A23A-ACECC8996C57}" presName="linear" presStyleCnt="0">
        <dgm:presLayoutVars>
          <dgm:animLvl val="lvl"/>
          <dgm:resizeHandles val="exact"/>
        </dgm:presLayoutVars>
      </dgm:prSet>
      <dgm:spPr/>
    </dgm:pt>
    <dgm:pt modelId="{7B73FEB3-A309-40EB-90BB-5674900CF532}" type="pres">
      <dgm:prSet presAssocID="{0BEA2EB8-81E2-4356-B412-FC7818943D20}" presName="parentText" presStyleLbl="node1" presStyleIdx="0" presStyleCnt="4">
        <dgm:presLayoutVars>
          <dgm:chMax val="0"/>
          <dgm:bulletEnabled val="1"/>
        </dgm:presLayoutVars>
      </dgm:prSet>
      <dgm:spPr/>
    </dgm:pt>
    <dgm:pt modelId="{D542DCEB-B43B-48F6-AD4E-6C0A53BC8DF8}" type="pres">
      <dgm:prSet presAssocID="{A2B56090-9C34-420B-AF2E-F030EED59F6E}" presName="spacer" presStyleCnt="0"/>
      <dgm:spPr/>
    </dgm:pt>
    <dgm:pt modelId="{D0061789-1DB0-4B5A-988A-C001A1F71068}" type="pres">
      <dgm:prSet presAssocID="{6815621D-1C0E-47D6-BE1B-BF32DE5BBAC9}" presName="parentText" presStyleLbl="node1" presStyleIdx="1" presStyleCnt="4">
        <dgm:presLayoutVars>
          <dgm:chMax val="0"/>
          <dgm:bulletEnabled val="1"/>
        </dgm:presLayoutVars>
      </dgm:prSet>
      <dgm:spPr/>
    </dgm:pt>
    <dgm:pt modelId="{DDEC9073-674F-41A0-9BEF-85D08F2A611E}" type="pres">
      <dgm:prSet presAssocID="{8CA9D420-7135-4C19-A3BC-BCE965EC319F}" presName="spacer" presStyleCnt="0"/>
      <dgm:spPr/>
    </dgm:pt>
    <dgm:pt modelId="{F03F9818-3110-44DB-9F3D-17B01E32BF98}" type="pres">
      <dgm:prSet presAssocID="{9A2C5056-3B24-4D46-B9F9-1FB6EC0892CD}" presName="parentText" presStyleLbl="node1" presStyleIdx="2" presStyleCnt="4">
        <dgm:presLayoutVars>
          <dgm:chMax val="0"/>
          <dgm:bulletEnabled val="1"/>
        </dgm:presLayoutVars>
      </dgm:prSet>
      <dgm:spPr/>
    </dgm:pt>
    <dgm:pt modelId="{50B830B9-A460-4235-9C9C-83FE5200B56F}" type="pres">
      <dgm:prSet presAssocID="{5921AB5E-86DE-41A9-9589-44F56EB46851}" presName="spacer" presStyleCnt="0"/>
      <dgm:spPr/>
    </dgm:pt>
    <dgm:pt modelId="{F02457C1-8398-4A12-8657-C9300F6D0EC4}" type="pres">
      <dgm:prSet presAssocID="{99C75B16-1B7C-4BE2-B1EF-AEF8F2C9F9D0}" presName="parentText" presStyleLbl="node1" presStyleIdx="3" presStyleCnt="4">
        <dgm:presLayoutVars>
          <dgm:chMax val="0"/>
          <dgm:bulletEnabled val="1"/>
        </dgm:presLayoutVars>
      </dgm:prSet>
      <dgm:spPr/>
    </dgm:pt>
  </dgm:ptLst>
  <dgm:cxnLst>
    <dgm:cxn modelId="{C2FB2F06-3CB5-4DDB-95D6-14C5120B7080}" type="presOf" srcId="{6815621D-1C0E-47D6-BE1B-BF32DE5BBAC9}" destId="{D0061789-1DB0-4B5A-988A-C001A1F71068}" srcOrd="0" destOrd="0" presId="urn:microsoft.com/office/officeart/2005/8/layout/vList2"/>
    <dgm:cxn modelId="{05B67614-C1BD-4743-9E20-160C16C4C576}" type="presOf" srcId="{217E6602-BA51-4E64-A23A-ACECC8996C57}" destId="{DB498B8A-56CB-4F8E-A0F4-F7CE5626A5A2}" srcOrd="0" destOrd="0" presId="urn:microsoft.com/office/officeart/2005/8/layout/vList2"/>
    <dgm:cxn modelId="{15A07838-1D0C-4452-A446-CEC0720E4950}" type="presOf" srcId="{9A2C5056-3B24-4D46-B9F9-1FB6EC0892CD}" destId="{F03F9818-3110-44DB-9F3D-17B01E32BF98}" srcOrd="0" destOrd="0" presId="urn:microsoft.com/office/officeart/2005/8/layout/vList2"/>
    <dgm:cxn modelId="{121D625D-11AB-490D-8298-E50470E0C22F}" srcId="{217E6602-BA51-4E64-A23A-ACECC8996C57}" destId="{99C75B16-1B7C-4BE2-B1EF-AEF8F2C9F9D0}" srcOrd="3" destOrd="0" parTransId="{52E6A8A2-7260-414D-91A3-2B19C0892B48}" sibTransId="{E79B5F37-11BD-4D79-A192-B0594EFD1308}"/>
    <dgm:cxn modelId="{AE971142-50FF-4ED2-BE8A-5D6EE72A071B}" type="presOf" srcId="{99C75B16-1B7C-4BE2-B1EF-AEF8F2C9F9D0}" destId="{F02457C1-8398-4A12-8657-C9300F6D0EC4}" srcOrd="0" destOrd="0" presId="urn:microsoft.com/office/officeart/2005/8/layout/vList2"/>
    <dgm:cxn modelId="{9521CB4C-38CD-4367-A9C4-79A944A93956}" type="presOf" srcId="{0BEA2EB8-81E2-4356-B412-FC7818943D20}" destId="{7B73FEB3-A309-40EB-90BB-5674900CF532}" srcOrd="0" destOrd="0" presId="urn:microsoft.com/office/officeart/2005/8/layout/vList2"/>
    <dgm:cxn modelId="{FC64949F-32C7-4F2F-863A-9F1703A01A85}" srcId="{217E6602-BA51-4E64-A23A-ACECC8996C57}" destId="{6815621D-1C0E-47D6-BE1B-BF32DE5BBAC9}" srcOrd="1" destOrd="0" parTransId="{3E4A2080-E94F-4809-9F79-0A84B0FA8929}" sibTransId="{8CA9D420-7135-4C19-A3BC-BCE965EC319F}"/>
    <dgm:cxn modelId="{FEC6A6F0-FC94-4120-9C99-7559372DAF74}" srcId="{217E6602-BA51-4E64-A23A-ACECC8996C57}" destId="{0BEA2EB8-81E2-4356-B412-FC7818943D20}" srcOrd="0" destOrd="0" parTransId="{34B965D2-6EA9-4686-A955-542B48540C88}" sibTransId="{A2B56090-9C34-420B-AF2E-F030EED59F6E}"/>
    <dgm:cxn modelId="{532F03F1-F2A6-49C0-8408-57BAA928B327}" srcId="{217E6602-BA51-4E64-A23A-ACECC8996C57}" destId="{9A2C5056-3B24-4D46-B9F9-1FB6EC0892CD}" srcOrd="2" destOrd="0" parTransId="{B57F7EC2-B7FE-4CAF-A7C8-B945E22C0A57}" sibTransId="{5921AB5E-86DE-41A9-9589-44F56EB46851}"/>
    <dgm:cxn modelId="{B9040471-27EF-407E-9E79-9350AE54CAAD}" type="presParOf" srcId="{DB498B8A-56CB-4F8E-A0F4-F7CE5626A5A2}" destId="{7B73FEB3-A309-40EB-90BB-5674900CF532}" srcOrd="0" destOrd="0" presId="urn:microsoft.com/office/officeart/2005/8/layout/vList2"/>
    <dgm:cxn modelId="{CF6581A5-35E4-4D00-9B86-7A6990AC41E5}" type="presParOf" srcId="{DB498B8A-56CB-4F8E-A0F4-F7CE5626A5A2}" destId="{D542DCEB-B43B-48F6-AD4E-6C0A53BC8DF8}" srcOrd="1" destOrd="0" presId="urn:microsoft.com/office/officeart/2005/8/layout/vList2"/>
    <dgm:cxn modelId="{20A19F9E-6042-4262-A68D-21525F3CF0CE}" type="presParOf" srcId="{DB498B8A-56CB-4F8E-A0F4-F7CE5626A5A2}" destId="{D0061789-1DB0-4B5A-988A-C001A1F71068}" srcOrd="2" destOrd="0" presId="urn:microsoft.com/office/officeart/2005/8/layout/vList2"/>
    <dgm:cxn modelId="{923979B9-7E2D-4233-ACA6-4E058C62A77D}" type="presParOf" srcId="{DB498B8A-56CB-4F8E-A0F4-F7CE5626A5A2}" destId="{DDEC9073-674F-41A0-9BEF-85D08F2A611E}" srcOrd="3" destOrd="0" presId="urn:microsoft.com/office/officeart/2005/8/layout/vList2"/>
    <dgm:cxn modelId="{993A1302-B4F3-4284-8A6A-EC3CDD0B9772}" type="presParOf" srcId="{DB498B8A-56CB-4F8E-A0F4-F7CE5626A5A2}" destId="{F03F9818-3110-44DB-9F3D-17B01E32BF98}" srcOrd="4" destOrd="0" presId="urn:microsoft.com/office/officeart/2005/8/layout/vList2"/>
    <dgm:cxn modelId="{EFDF8ED9-29EC-47B9-9843-ED99AA07CB06}" type="presParOf" srcId="{DB498B8A-56CB-4F8E-A0F4-F7CE5626A5A2}" destId="{50B830B9-A460-4235-9C9C-83FE5200B56F}" srcOrd="5" destOrd="0" presId="urn:microsoft.com/office/officeart/2005/8/layout/vList2"/>
    <dgm:cxn modelId="{33014B58-2ACF-4CAE-9330-C10772302F07}" type="presParOf" srcId="{DB498B8A-56CB-4F8E-A0F4-F7CE5626A5A2}" destId="{F02457C1-8398-4A12-8657-C9300F6D0EC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C0E9B1A1-4E76-407D-8A14-1A544CF9AC8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E5B6DE5-57FC-464D-AC1D-09A6F7F8BA75}">
      <dgm:prSet/>
      <dgm:spPr/>
      <dgm:t>
        <a:bodyPr/>
        <a:lstStyle/>
        <a:p>
          <a:r>
            <a:rPr lang="uk-UA" b="0" i="0"/>
            <a:t>націоналізація підприємств великої промисловості, транспорту та банків</a:t>
          </a:r>
          <a:endParaRPr lang="uk-UA"/>
        </a:p>
      </dgm:t>
    </dgm:pt>
    <dgm:pt modelId="{D5814E0A-E42B-4D0A-864D-097565FE4252}" type="parTrans" cxnId="{625C3A43-81DE-4D88-9B1B-856EAF4FFDF9}">
      <dgm:prSet/>
      <dgm:spPr/>
      <dgm:t>
        <a:bodyPr/>
        <a:lstStyle/>
        <a:p>
          <a:endParaRPr lang="uk-UA"/>
        </a:p>
      </dgm:t>
    </dgm:pt>
    <dgm:pt modelId="{894BAA30-77E4-4C38-8718-ADAD30B8D823}" type="sibTrans" cxnId="{625C3A43-81DE-4D88-9B1B-856EAF4FFDF9}">
      <dgm:prSet/>
      <dgm:spPr/>
      <dgm:t>
        <a:bodyPr/>
        <a:lstStyle/>
        <a:p>
          <a:endParaRPr lang="uk-UA"/>
        </a:p>
      </dgm:t>
    </dgm:pt>
    <dgm:pt modelId="{34D8D076-2014-4D38-8385-BB245E4229C6}">
      <dgm:prSet/>
      <dgm:spPr/>
      <dgm:t>
        <a:bodyPr/>
        <a:lstStyle/>
        <a:p>
          <a:r>
            <a:rPr lang="uk-UA" b="0" i="0"/>
            <a:t>викуп державою поміщицьких земель та їх зрівняльний розподіл між селянами</a:t>
          </a:r>
          <a:endParaRPr lang="uk-UA"/>
        </a:p>
      </dgm:t>
    </dgm:pt>
    <dgm:pt modelId="{751C65A9-15C0-49A2-B425-6FB35F65E789}" type="parTrans" cxnId="{55835C61-DBDA-40ED-B0D2-3541B5924AC7}">
      <dgm:prSet/>
      <dgm:spPr/>
      <dgm:t>
        <a:bodyPr/>
        <a:lstStyle/>
        <a:p>
          <a:endParaRPr lang="uk-UA"/>
        </a:p>
      </dgm:t>
    </dgm:pt>
    <dgm:pt modelId="{2BE183A6-507F-442A-8900-6D49F60755CC}" type="sibTrans" cxnId="{55835C61-DBDA-40ED-B0D2-3541B5924AC7}">
      <dgm:prSet/>
      <dgm:spPr/>
      <dgm:t>
        <a:bodyPr/>
        <a:lstStyle/>
        <a:p>
          <a:endParaRPr lang="uk-UA"/>
        </a:p>
      </dgm:t>
    </dgm:pt>
    <dgm:pt modelId="{B9EFB81C-4EE2-4F9A-9FF3-CFD5810E1374}">
      <dgm:prSet/>
      <dgm:spPr/>
      <dgm:t>
        <a:bodyPr/>
        <a:lstStyle/>
        <a:p>
          <a:r>
            <a:rPr lang="uk-UA" b="0" i="0"/>
            <a:t>запровадження загальної трудової повинності, створення таборів примусових робіт</a:t>
          </a:r>
          <a:endParaRPr lang="uk-UA"/>
        </a:p>
      </dgm:t>
    </dgm:pt>
    <dgm:pt modelId="{5EFBB786-14F3-4D34-BED0-1F7EE39A6F8F}" type="parTrans" cxnId="{72BE903C-81DE-485F-B180-C172481E737D}">
      <dgm:prSet/>
      <dgm:spPr/>
      <dgm:t>
        <a:bodyPr/>
        <a:lstStyle/>
        <a:p>
          <a:endParaRPr lang="uk-UA"/>
        </a:p>
      </dgm:t>
    </dgm:pt>
    <dgm:pt modelId="{C910017D-E51A-4DB0-83F4-8144BF4AB343}" type="sibTrans" cxnId="{72BE903C-81DE-485F-B180-C172481E737D}">
      <dgm:prSet/>
      <dgm:spPr/>
      <dgm:t>
        <a:bodyPr/>
        <a:lstStyle/>
        <a:p>
          <a:endParaRPr lang="uk-UA"/>
        </a:p>
      </dgm:t>
    </dgm:pt>
    <dgm:pt modelId="{DB18E69A-0BDC-46B7-9341-80403153D0B7}" type="pres">
      <dgm:prSet presAssocID="{C0E9B1A1-4E76-407D-8A14-1A544CF9AC87}" presName="linear" presStyleCnt="0">
        <dgm:presLayoutVars>
          <dgm:animLvl val="lvl"/>
          <dgm:resizeHandles val="exact"/>
        </dgm:presLayoutVars>
      </dgm:prSet>
      <dgm:spPr/>
    </dgm:pt>
    <dgm:pt modelId="{C4081595-08FF-460A-9051-57EA5BCE0D43}" type="pres">
      <dgm:prSet presAssocID="{6E5B6DE5-57FC-464D-AC1D-09A6F7F8BA75}" presName="parentText" presStyleLbl="node1" presStyleIdx="0" presStyleCnt="3">
        <dgm:presLayoutVars>
          <dgm:chMax val="0"/>
          <dgm:bulletEnabled val="1"/>
        </dgm:presLayoutVars>
      </dgm:prSet>
      <dgm:spPr/>
    </dgm:pt>
    <dgm:pt modelId="{E9B2F55A-599E-48D4-A7D6-73396C3155EC}" type="pres">
      <dgm:prSet presAssocID="{894BAA30-77E4-4C38-8718-ADAD30B8D823}" presName="spacer" presStyleCnt="0"/>
      <dgm:spPr/>
    </dgm:pt>
    <dgm:pt modelId="{CAFD5DE3-292B-4F5A-8C77-1A56DBF9F812}" type="pres">
      <dgm:prSet presAssocID="{34D8D076-2014-4D38-8385-BB245E4229C6}" presName="parentText" presStyleLbl="node1" presStyleIdx="1" presStyleCnt="3">
        <dgm:presLayoutVars>
          <dgm:chMax val="0"/>
          <dgm:bulletEnabled val="1"/>
        </dgm:presLayoutVars>
      </dgm:prSet>
      <dgm:spPr/>
    </dgm:pt>
    <dgm:pt modelId="{746C5581-A21F-44D1-AE32-9BD2F19246FC}" type="pres">
      <dgm:prSet presAssocID="{2BE183A6-507F-442A-8900-6D49F60755CC}" presName="spacer" presStyleCnt="0"/>
      <dgm:spPr/>
    </dgm:pt>
    <dgm:pt modelId="{1F4BA08B-3370-443E-ABEE-4EFFCC421C35}" type="pres">
      <dgm:prSet presAssocID="{B9EFB81C-4EE2-4F9A-9FF3-CFD5810E1374}" presName="parentText" presStyleLbl="node1" presStyleIdx="2" presStyleCnt="3">
        <dgm:presLayoutVars>
          <dgm:chMax val="0"/>
          <dgm:bulletEnabled val="1"/>
        </dgm:presLayoutVars>
      </dgm:prSet>
      <dgm:spPr/>
    </dgm:pt>
  </dgm:ptLst>
  <dgm:cxnLst>
    <dgm:cxn modelId="{3F456417-919F-4103-865F-0CDDD6B7A726}" type="presOf" srcId="{B9EFB81C-4EE2-4F9A-9FF3-CFD5810E1374}" destId="{1F4BA08B-3370-443E-ABEE-4EFFCC421C35}" srcOrd="0" destOrd="0" presId="urn:microsoft.com/office/officeart/2005/8/layout/vList2"/>
    <dgm:cxn modelId="{646A701A-5E84-46E2-B2CA-34B10507CC43}" type="presOf" srcId="{34D8D076-2014-4D38-8385-BB245E4229C6}" destId="{CAFD5DE3-292B-4F5A-8C77-1A56DBF9F812}" srcOrd="0" destOrd="0" presId="urn:microsoft.com/office/officeart/2005/8/layout/vList2"/>
    <dgm:cxn modelId="{72BE903C-81DE-485F-B180-C172481E737D}" srcId="{C0E9B1A1-4E76-407D-8A14-1A544CF9AC87}" destId="{B9EFB81C-4EE2-4F9A-9FF3-CFD5810E1374}" srcOrd="2" destOrd="0" parTransId="{5EFBB786-14F3-4D34-BED0-1F7EE39A6F8F}" sibTransId="{C910017D-E51A-4DB0-83F4-8144BF4AB343}"/>
    <dgm:cxn modelId="{55835C61-DBDA-40ED-B0D2-3541B5924AC7}" srcId="{C0E9B1A1-4E76-407D-8A14-1A544CF9AC87}" destId="{34D8D076-2014-4D38-8385-BB245E4229C6}" srcOrd="1" destOrd="0" parTransId="{751C65A9-15C0-49A2-B425-6FB35F65E789}" sibTransId="{2BE183A6-507F-442A-8900-6D49F60755CC}"/>
    <dgm:cxn modelId="{625C3A43-81DE-4D88-9B1B-856EAF4FFDF9}" srcId="{C0E9B1A1-4E76-407D-8A14-1A544CF9AC87}" destId="{6E5B6DE5-57FC-464D-AC1D-09A6F7F8BA75}" srcOrd="0" destOrd="0" parTransId="{D5814E0A-E42B-4D0A-864D-097565FE4252}" sibTransId="{894BAA30-77E4-4C38-8718-ADAD30B8D823}"/>
    <dgm:cxn modelId="{FF0F246F-E430-422C-91A3-2744A57B1D2A}" type="presOf" srcId="{6E5B6DE5-57FC-464D-AC1D-09A6F7F8BA75}" destId="{C4081595-08FF-460A-9051-57EA5BCE0D43}" srcOrd="0" destOrd="0" presId="urn:microsoft.com/office/officeart/2005/8/layout/vList2"/>
    <dgm:cxn modelId="{C67BFCB2-3129-4B46-831A-7D516BED15DF}" type="presOf" srcId="{C0E9B1A1-4E76-407D-8A14-1A544CF9AC87}" destId="{DB18E69A-0BDC-46B7-9341-80403153D0B7}" srcOrd="0" destOrd="0" presId="urn:microsoft.com/office/officeart/2005/8/layout/vList2"/>
    <dgm:cxn modelId="{493447FA-697D-42AC-A7C9-0D046ECFC0A5}" type="presParOf" srcId="{DB18E69A-0BDC-46B7-9341-80403153D0B7}" destId="{C4081595-08FF-460A-9051-57EA5BCE0D43}" srcOrd="0" destOrd="0" presId="urn:microsoft.com/office/officeart/2005/8/layout/vList2"/>
    <dgm:cxn modelId="{1EAE21FD-9632-4D56-9847-4EF98F9BF876}" type="presParOf" srcId="{DB18E69A-0BDC-46B7-9341-80403153D0B7}" destId="{E9B2F55A-599E-48D4-A7D6-73396C3155EC}" srcOrd="1" destOrd="0" presId="urn:microsoft.com/office/officeart/2005/8/layout/vList2"/>
    <dgm:cxn modelId="{454D1941-243D-4978-A109-1285BAECF47A}" type="presParOf" srcId="{DB18E69A-0BDC-46B7-9341-80403153D0B7}" destId="{CAFD5DE3-292B-4F5A-8C77-1A56DBF9F812}" srcOrd="2" destOrd="0" presId="urn:microsoft.com/office/officeart/2005/8/layout/vList2"/>
    <dgm:cxn modelId="{18F672C9-C22F-431D-8B3B-21D94715DCAF}" type="presParOf" srcId="{DB18E69A-0BDC-46B7-9341-80403153D0B7}" destId="{746C5581-A21F-44D1-AE32-9BD2F19246FC}" srcOrd="3" destOrd="0" presId="urn:microsoft.com/office/officeart/2005/8/layout/vList2"/>
    <dgm:cxn modelId="{59C5D643-CB8F-4D95-B280-60D1CC853D5F}" type="presParOf" srcId="{DB18E69A-0BDC-46B7-9341-80403153D0B7}" destId="{1F4BA08B-3370-443E-ABEE-4EFFCC421C3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C9BF4B4E-7687-4AF0-8E6C-69C39BF499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059053C-AC32-4F0D-BC99-DE2BD05307AC}">
      <dgm:prSet/>
      <dgm:spPr/>
      <dgm:t>
        <a:bodyPr/>
        <a:lstStyle/>
        <a:p>
          <a:r>
            <a:rPr lang="ru-RU" b="0" i="0"/>
            <a:t>здійснення грошової реформи та введення в обіг забезпечених золотом «червонців»</a:t>
          </a:r>
          <a:endParaRPr lang="uk-UA"/>
        </a:p>
      </dgm:t>
    </dgm:pt>
    <dgm:pt modelId="{0F858493-2299-4456-8607-098A39C13855}" type="parTrans" cxnId="{BFF240CE-08FF-456D-A59E-F33C6A6C16C9}">
      <dgm:prSet/>
      <dgm:spPr/>
      <dgm:t>
        <a:bodyPr/>
        <a:lstStyle/>
        <a:p>
          <a:endParaRPr lang="uk-UA"/>
        </a:p>
      </dgm:t>
    </dgm:pt>
    <dgm:pt modelId="{7D1963E9-CCC6-447F-87A5-A002397672C1}" type="sibTrans" cxnId="{BFF240CE-08FF-456D-A59E-F33C6A6C16C9}">
      <dgm:prSet/>
      <dgm:spPr/>
      <dgm:t>
        <a:bodyPr/>
        <a:lstStyle/>
        <a:p>
          <a:endParaRPr lang="uk-UA"/>
        </a:p>
      </dgm:t>
    </dgm:pt>
    <dgm:pt modelId="{B9C58909-4288-453E-8B01-227CBEAAC366}">
      <dgm:prSet/>
      <dgm:spPr/>
      <dgm:t>
        <a:bodyPr/>
        <a:lstStyle/>
        <a:p>
          <a:r>
            <a:rPr lang="ru-RU" b="0" i="0"/>
            <a:t>запровадження розкладки на продовольство та сільськогосподарську сировину</a:t>
          </a:r>
          <a:endParaRPr lang="uk-UA"/>
        </a:p>
      </dgm:t>
    </dgm:pt>
    <dgm:pt modelId="{4DBDC679-BBEC-4768-B01E-8FB20BE07B42}" type="parTrans" cxnId="{1D01E98F-68C8-4ABA-B410-5891F2EE85EB}">
      <dgm:prSet/>
      <dgm:spPr/>
      <dgm:t>
        <a:bodyPr/>
        <a:lstStyle/>
        <a:p>
          <a:endParaRPr lang="uk-UA"/>
        </a:p>
      </dgm:t>
    </dgm:pt>
    <dgm:pt modelId="{F7BBA89D-4D14-4D47-B1AA-E345E6781FE9}" type="sibTrans" cxnId="{1D01E98F-68C8-4ABA-B410-5891F2EE85EB}">
      <dgm:prSet/>
      <dgm:spPr/>
      <dgm:t>
        <a:bodyPr/>
        <a:lstStyle/>
        <a:p>
          <a:endParaRPr lang="uk-UA"/>
        </a:p>
      </dgm:t>
    </dgm:pt>
    <dgm:pt modelId="{EEF6CEA9-8355-4E91-B38D-2E405C217F32}">
      <dgm:prSet/>
      <dgm:spPr/>
      <dgm:t>
        <a:bodyPr/>
        <a:lstStyle/>
        <a:p>
          <a:r>
            <a:rPr lang="ru-RU" b="0" i="0"/>
            <a:t>передання дрібних підприємств кооперативним артілям та приватним особам</a:t>
          </a:r>
          <a:endParaRPr lang="uk-UA"/>
        </a:p>
      </dgm:t>
    </dgm:pt>
    <dgm:pt modelId="{EAFDA81F-12E2-4EAC-A4E3-7458165F895A}" type="parTrans" cxnId="{E5DB2B97-71B6-473F-8F65-98DF1D8C0AF5}">
      <dgm:prSet/>
      <dgm:spPr/>
      <dgm:t>
        <a:bodyPr/>
        <a:lstStyle/>
        <a:p>
          <a:endParaRPr lang="uk-UA"/>
        </a:p>
      </dgm:t>
    </dgm:pt>
    <dgm:pt modelId="{4AAC84C3-BE2F-4096-961B-2CBE52965AC5}" type="sibTrans" cxnId="{E5DB2B97-71B6-473F-8F65-98DF1D8C0AF5}">
      <dgm:prSet/>
      <dgm:spPr/>
      <dgm:t>
        <a:bodyPr/>
        <a:lstStyle/>
        <a:p>
          <a:endParaRPr lang="uk-UA"/>
        </a:p>
      </dgm:t>
    </dgm:pt>
    <dgm:pt modelId="{B9F03409-5CDC-4234-A793-F73D883B55D4}">
      <dgm:prSet/>
      <dgm:spPr/>
      <dgm:t>
        <a:bodyPr/>
        <a:lstStyle/>
        <a:p>
          <a:r>
            <a:rPr lang="ru-RU" b="0" i="0"/>
            <a:t>проведення насильницької суцільної колективізації селянських господарст</a:t>
          </a:r>
          <a:endParaRPr lang="uk-UA"/>
        </a:p>
      </dgm:t>
    </dgm:pt>
    <dgm:pt modelId="{69972E5C-1BEF-40BB-A236-1E05FD9E7D1F}" type="parTrans" cxnId="{E1244656-4071-4114-A14C-3930C60CE7F9}">
      <dgm:prSet/>
      <dgm:spPr/>
      <dgm:t>
        <a:bodyPr/>
        <a:lstStyle/>
        <a:p>
          <a:endParaRPr lang="uk-UA"/>
        </a:p>
      </dgm:t>
    </dgm:pt>
    <dgm:pt modelId="{7FD5EEB6-63D1-41D3-A0B8-1A66B1C619C6}" type="sibTrans" cxnId="{E1244656-4071-4114-A14C-3930C60CE7F9}">
      <dgm:prSet/>
      <dgm:spPr/>
      <dgm:t>
        <a:bodyPr/>
        <a:lstStyle/>
        <a:p>
          <a:endParaRPr lang="uk-UA"/>
        </a:p>
      </dgm:t>
    </dgm:pt>
    <dgm:pt modelId="{8CE3FF17-4862-447C-BFBA-B3106A665446}" type="pres">
      <dgm:prSet presAssocID="{C9BF4B4E-7687-4AF0-8E6C-69C39BF4999A}" presName="linear" presStyleCnt="0">
        <dgm:presLayoutVars>
          <dgm:animLvl val="lvl"/>
          <dgm:resizeHandles val="exact"/>
        </dgm:presLayoutVars>
      </dgm:prSet>
      <dgm:spPr/>
    </dgm:pt>
    <dgm:pt modelId="{2ADEA881-1A1F-4C0C-B2D8-E4F236234249}" type="pres">
      <dgm:prSet presAssocID="{4059053C-AC32-4F0D-BC99-DE2BD05307AC}" presName="parentText" presStyleLbl="node1" presStyleIdx="0" presStyleCnt="4">
        <dgm:presLayoutVars>
          <dgm:chMax val="0"/>
          <dgm:bulletEnabled val="1"/>
        </dgm:presLayoutVars>
      </dgm:prSet>
      <dgm:spPr/>
    </dgm:pt>
    <dgm:pt modelId="{46C1A9ED-DF65-475D-8728-DEDF6929D60A}" type="pres">
      <dgm:prSet presAssocID="{7D1963E9-CCC6-447F-87A5-A002397672C1}" presName="spacer" presStyleCnt="0"/>
      <dgm:spPr/>
    </dgm:pt>
    <dgm:pt modelId="{48C5D9CD-3E09-4475-87D6-1CA4AEF9BBBA}" type="pres">
      <dgm:prSet presAssocID="{B9C58909-4288-453E-8B01-227CBEAAC366}" presName="parentText" presStyleLbl="node1" presStyleIdx="1" presStyleCnt="4">
        <dgm:presLayoutVars>
          <dgm:chMax val="0"/>
          <dgm:bulletEnabled val="1"/>
        </dgm:presLayoutVars>
      </dgm:prSet>
      <dgm:spPr/>
    </dgm:pt>
    <dgm:pt modelId="{A28F34BF-CAD7-4DB3-A154-18144623D350}" type="pres">
      <dgm:prSet presAssocID="{F7BBA89D-4D14-4D47-B1AA-E345E6781FE9}" presName="spacer" presStyleCnt="0"/>
      <dgm:spPr/>
    </dgm:pt>
    <dgm:pt modelId="{E47DEADD-A96D-4810-8384-DF7BD2DBBD9F}" type="pres">
      <dgm:prSet presAssocID="{EEF6CEA9-8355-4E91-B38D-2E405C217F32}" presName="parentText" presStyleLbl="node1" presStyleIdx="2" presStyleCnt="4">
        <dgm:presLayoutVars>
          <dgm:chMax val="0"/>
          <dgm:bulletEnabled val="1"/>
        </dgm:presLayoutVars>
      </dgm:prSet>
      <dgm:spPr/>
    </dgm:pt>
    <dgm:pt modelId="{707764D1-2222-4B32-86EE-69742BA825AB}" type="pres">
      <dgm:prSet presAssocID="{4AAC84C3-BE2F-4096-961B-2CBE52965AC5}" presName="spacer" presStyleCnt="0"/>
      <dgm:spPr/>
    </dgm:pt>
    <dgm:pt modelId="{E665A94C-454F-4112-9278-768DEBB51E56}" type="pres">
      <dgm:prSet presAssocID="{B9F03409-5CDC-4234-A793-F73D883B55D4}" presName="parentText" presStyleLbl="node1" presStyleIdx="3" presStyleCnt="4">
        <dgm:presLayoutVars>
          <dgm:chMax val="0"/>
          <dgm:bulletEnabled val="1"/>
        </dgm:presLayoutVars>
      </dgm:prSet>
      <dgm:spPr/>
    </dgm:pt>
  </dgm:ptLst>
  <dgm:cxnLst>
    <dgm:cxn modelId="{6328081C-CBCB-4C3F-A565-DF53BAA7BA74}" type="presOf" srcId="{4059053C-AC32-4F0D-BC99-DE2BD05307AC}" destId="{2ADEA881-1A1F-4C0C-B2D8-E4F236234249}" srcOrd="0" destOrd="0" presId="urn:microsoft.com/office/officeart/2005/8/layout/vList2"/>
    <dgm:cxn modelId="{FD658074-87F5-40DE-B304-D07C00B47789}" type="presOf" srcId="{EEF6CEA9-8355-4E91-B38D-2E405C217F32}" destId="{E47DEADD-A96D-4810-8384-DF7BD2DBBD9F}" srcOrd="0" destOrd="0" presId="urn:microsoft.com/office/officeart/2005/8/layout/vList2"/>
    <dgm:cxn modelId="{E1244656-4071-4114-A14C-3930C60CE7F9}" srcId="{C9BF4B4E-7687-4AF0-8E6C-69C39BF4999A}" destId="{B9F03409-5CDC-4234-A793-F73D883B55D4}" srcOrd="3" destOrd="0" parTransId="{69972E5C-1BEF-40BB-A236-1E05FD9E7D1F}" sibTransId="{7FD5EEB6-63D1-41D3-A0B8-1A66B1C619C6}"/>
    <dgm:cxn modelId="{1D01E98F-68C8-4ABA-B410-5891F2EE85EB}" srcId="{C9BF4B4E-7687-4AF0-8E6C-69C39BF4999A}" destId="{B9C58909-4288-453E-8B01-227CBEAAC366}" srcOrd="1" destOrd="0" parTransId="{4DBDC679-BBEC-4768-B01E-8FB20BE07B42}" sibTransId="{F7BBA89D-4D14-4D47-B1AA-E345E6781FE9}"/>
    <dgm:cxn modelId="{E5DB2B97-71B6-473F-8F65-98DF1D8C0AF5}" srcId="{C9BF4B4E-7687-4AF0-8E6C-69C39BF4999A}" destId="{EEF6CEA9-8355-4E91-B38D-2E405C217F32}" srcOrd="2" destOrd="0" parTransId="{EAFDA81F-12E2-4EAC-A4E3-7458165F895A}" sibTransId="{4AAC84C3-BE2F-4096-961B-2CBE52965AC5}"/>
    <dgm:cxn modelId="{428C899B-6E2B-4801-98F7-25C70844A8CA}" type="presOf" srcId="{B9C58909-4288-453E-8B01-227CBEAAC366}" destId="{48C5D9CD-3E09-4475-87D6-1CA4AEF9BBBA}" srcOrd="0" destOrd="0" presId="urn:microsoft.com/office/officeart/2005/8/layout/vList2"/>
    <dgm:cxn modelId="{BFF240CE-08FF-456D-A59E-F33C6A6C16C9}" srcId="{C9BF4B4E-7687-4AF0-8E6C-69C39BF4999A}" destId="{4059053C-AC32-4F0D-BC99-DE2BD05307AC}" srcOrd="0" destOrd="0" parTransId="{0F858493-2299-4456-8607-098A39C13855}" sibTransId="{7D1963E9-CCC6-447F-87A5-A002397672C1}"/>
    <dgm:cxn modelId="{058865DB-0A04-4A41-B4A0-898F213F44E1}" type="presOf" srcId="{C9BF4B4E-7687-4AF0-8E6C-69C39BF4999A}" destId="{8CE3FF17-4862-447C-BFBA-B3106A665446}" srcOrd="0" destOrd="0" presId="urn:microsoft.com/office/officeart/2005/8/layout/vList2"/>
    <dgm:cxn modelId="{709810FC-7CB5-4A7D-AC73-182101534571}" type="presOf" srcId="{B9F03409-5CDC-4234-A793-F73D883B55D4}" destId="{E665A94C-454F-4112-9278-768DEBB51E56}" srcOrd="0" destOrd="0" presId="urn:microsoft.com/office/officeart/2005/8/layout/vList2"/>
    <dgm:cxn modelId="{7C3C67FB-D716-41EF-A138-FE8AD0C128B3}" type="presParOf" srcId="{8CE3FF17-4862-447C-BFBA-B3106A665446}" destId="{2ADEA881-1A1F-4C0C-B2D8-E4F236234249}" srcOrd="0" destOrd="0" presId="urn:microsoft.com/office/officeart/2005/8/layout/vList2"/>
    <dgm:cxn modelId="{6AD05082-6D3A-4BEA-BD1B-1EDE6F6DAC64}" type="presParOf" srcId="{8CE3FF17-4862-447C-BFBA-B3106A665446}" destId="{46C1A9ED-DF65-475D-8728-DEDF6929D60A}" srcOrd="1" destOrd="0" presId="urn:microsoft.com/office/officeart/2005/8/layout/vList2"/>
    <dgm:cxn modelId="{36F328DC-CE2C-482C-A1B4-86B574692752}" type="presParOf" srcId="{8CE3FF17-4862-447C-BFBA-B3106A665446}" destId="{48C5D9CD-3E09-4475-87D6-1CA4AEF9BBBA}" srcOrd="2" destOrd="0" presId="urn:microsoft.com/office/officeart/2005/8/layout/vList2"/>
    <dgm:cxn modelId="{3BD7B778-CBFC-4AAA-9A41-5D6936A4B20C}" type="presParOf" srcId="{8CE3FF17-4862-447C-BFBA-B3106A665446}" destId="{A28F34BF-CAD7-4DB3-A154-18144623D350}" srcOrd="3" destOrd="0" presId="urn:microsoft.com/office/officeart/2005/8/layout/vList2"/>
    <dgm:cxn modelId="{9409797D-AEE3-42CB-9DC6-2C3632BB7121}" type="presParOf" srcId="{8CE3FF17-4862-447C-BFBA-B3106A665446}" destId="{E47DEADD-A96D-4810-8384-DF7BD2DBBD9F}" srcOrd="4" destOrd="0" presId="urn:microsoft.com/office/officeart/2005/8/layout/vList2"/>
    <dgm:cxn modelId="{F996DB9B-0414-4675-A6C5-EB93CAC6C24E}" type="presParOf" srcId="{8CE3FF17-4862-447C-BFBA-B3106A665446}" destId="{707764D1-2222-4B32-86EE-69742BA825AB}" srcOrd="5" destOrd="0" presId="urn:microsoft.com/office/officeart/2005/8/layout/vList2"/>
    <dgm:cxn modelId="{CF88C341-2FE0-49C7-953E-0359E6601FE0}" type="presParOf" srcId="{8CE3FF17-4862-447C-BFBA-B3106A665446}" destId="{E665A94C-454F-4112-9278-768DEBB51E56}" srcOrd="6"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A384F761-D79B-4841-A225-0228783E828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3C26FE0-167D-4781-A416-C4F34350B788}">
      <dgm:prSet/>
      <dgm:spPr/>
      <dgm:t>
        <a:bodyPr/>
        <a:lstStyle/>
        <a:p>
          <a:r>
            <a:rPr lang="ru-RU" b="0" i="0"/>
            <a:t>1919-1920 рр.</a:t>
          </a:r>
          <a:endParaRPr lang="uk-UA"/>
        </a:p>
      </dgm:t>
    </dgm:pt>
    <dgm:pt modelId="{B51F05C2-3A07-48ED-A1F3-D4425D3853CE}" type="parTrans" cxnId="{601E8B4F-0C14-4468-8E13-566C18038F79}">
      <dgm:prSet/>
      <dgm:spPr/>
      <dgm:t>
        <a:bodyPr/>
        <a:lstStyle/>
        <a:p>
          <a:endParaRPr lang="uk-UA"/>
        </a:p>
      </dgm:t>
    </dgm:pt>
    <dgm:pt modelId="{A0401338-F1E5-4E54-A7D3-40E113CB9225}" type="sibTrans" cxnId="{601E8B4F-0C14-4468-8E13-566C18038F79}">
      <dgm:prSet/>
      <dgm:spPr/>
      <dgm:t>
        <a:bodyPr/>
        <a:lstStyle/>
        <a:p>
          <a:endParaRPr lang="uk-UA"/>
        </a:p>
      </dgm:t>
    </dgm:pt>
    <dgm:pt modelId="{E61ECB44-DB4C-41E5-9EB9-76122FAF4E8D}">
      <dgm:prSet/>
      <dgm:spPr/>
      <dgm:t>
        <a:bodyPr/>
        <a:lstStyle/>
        <a:p>
          <a:r>
            <a:rPr lang="ru-RU" b="0" i="0"/>
            <a:t>1921-1928 рр.</a:t>
          </a:r>
          <a:endParaRPr lang="uk-UA"/>
        </a:p>
      </dgm:t>
    </dgm:pt>
    <dgm:pt modelId="{6C90939E-0FB1-4E17-AF0C-B9E7463D6AF6}" type="parTrans" cxnId="{05EDB299-32D8-44E2-9E7A-13B51CB4CBBD}">
      <dgm:prSet/>
      <dgm:spPr/>
      <dgm:t>
        <a:bodyPr/>
        <a:lstStyle/>
        <a:p>
          <a:endParaRPr lang="uk-UA"/>
        </a:p>
      </dgm:t>
    </dgm:pt>
    <dgm:pt modelId="{DCD95AD1-9971-4D41-B1C3-A52BDDD88239}" type="sibTrans" cxnId="{05EDB299-32D8-44E2-9E7A-13B51CB4CBBD}">
      <dgm:prSet/>
      <dgm:spPr/>
      <dgm:t>
        <a:bodyPr/>
        <a:lstStyle/>
        <a:p>
          <a:endParaRPr lang="uk-UA"/>
        </a:p>
      </dgm:t>
    </dgm:pt>
    <dgm:pt modelId="{125446C3-FFBA-47E4-A982-068859F1D16B}">
      <dgm:prSet/>
      <dgm:spPr/>
      <dgm:t>
        <a:bodyPr/>
        <a:lstStyle/>
        <a:p>
          <a:r>
            <a:rPr lang="ru-RU" b="0" i="0"/>
            <a:t>1929-1932 рр.</a:t>
          </a:r>
          <a:endParaRPr lang="uk-UA"/>
        </a:p>
      </dgm:t>
    </dgm:pt>
    <dgm:pt modelId="{49BB1149-57ED-4AAD-8EE0-21CEDB69D04C}" type="parTrans" cxnId="{2562E4C1-808C-4DF7-9D0D-F924AAA8D407}">
      <dgm:prSet/>
      <dgm:spPr/>
      <dgm:t>
        <a:bodyPr/>
        <a:lstStyle/>
        <a:p>
          <a:endParaRPr lang="uk-UA"/>
        </a:p>
      </dgm:t>
    </dgm:pt>
    <dgm:pt modelId="{AFD30FBF-A557-47F5-8610-52D1E70EF8B5}" type="sibTrans" cxnId="{2562E4C1-808C-4DF7-9D0D-F924AAA8D407}">
      <dgm:prSet/>
      <dgm:spPr/>
      <dgm:t>
        <a:bodyPr/>
        <a:lstStyle/>
        <a:p>
          <a:endParaRPr lang="uk-UA"/>
        </a:p>
      </dgm:t>
    </dgm:pt>
    <dgm:pt modelId="{FBFD74FF-9D00-4C17-BA7F-6B68A04E23C4}">
      <dgm:prSet/>
      <dgm:spPr/>
      <dgm:t>
        <a:bodyPr/>
        <a:lstStyle/>
        <a:p>
          <a:r>
            <a:rPr lang="ru-RU" b="0" i="0"/>
            <a:t>1933-1935 рр.</a:t>
          </a:r>
          <a:endParaRPr lang="uk-UA"/>
        </a:p>
      </dgm:t>
    </dgm:pt>
    <dgm:pt modelId="{28189FE1-858F-4664-BE27-AEB8E8C34E19}" type="parTrans" cxnId="{6F364376-A843-425F-A468-F2ED9D2570F4}">
      <dgm:prSet/>
      <dgm:spPr/>
      <dgm:t>
        <a:bodyPr/>
        <a:lstStyle/>
        <a:p>
          <a:endParaRPr lang="uk-UA"/>
        </a:p>
      </dgm:t>
    </dgm:pt>
    <dgm:pt modelId="{1691CAB7-900D-49B5-94C4-55F15B5A43F2}" type="sibTrans" cxnId="{6F364376-A843-425F-A468-F2ED9D2570F4}">
      <dgm:prSet/>
      <dgm:spPr/>
      <dgm:t>
        <a:bodyPr/>
        <a:lstStyle/>
        <a:p>
          <a:endParaRPr lang="uk-UA"/>
        </a:p>
      </dgm:t>
    </dgm:pt>
    <dgm:pt modelId="{CAB78B18-D80A-4435-BF72-07ECCDF3833A}" type="pres">
      <dgm:prSet presAssocID="{A384F761-D79B-4841-A225-0228783E828F}" presName="linear" presStyleCnt="0">
        <dgm:presLayoutVars>
          <dgm:animLvl val="lvl"/>
          <dgm:resizeHandles val="exact"/>
        </dgm:presLayoutVars>
      </dgm:prSet>
      <dgm:spPr/>
    </dgm:pt>
    <dgm:pt modelId="{FB92C42B-8C86-482A-8242-6ACCCDDC75DF}" type="pres">
      <dgm:prSet presAssocID="{03C26FE0-167D-4781-A416-C4F34350B788}" presName="parentText" presStyleLbl="node1" presStyleIdx="0" presStyleCnt="4">
        <dgm:presLayoutVars>
          <dgm:chMax val="0"/>
          <dgm:bulletEnabled val="1"/>
        </dgm:presLayoutVars>
      </dgm:prSet>
      <dgm:spPr/>
    </dgm:pt>
    <dgm:pt modelId="{B749485A-39BE-4CAB-BF48-7D8DA8456529}" type="pres">
      <dgm:prSet presAssocID="{A0401338-F1E5-4E54-A7D3-40E113CB9225}" presName="spacer" presStyleCnt="0"/>
      <dgm:spPr/>
    </dgm:pt>
    <dgm:pt modelId="{D07364D7-1C80-4F0C-B6CB-F8E8538A5A57}" type="pres">
      <dgm:prSet presAssocID="{E61ECB44-DB4C-41E5-9EB9-76122FAF4E8D}" presName="parentText" presStyleLbl="node1" presStyleIdx="1" presStyleCnt="4">
        <dgm:presLayoutVars>
          <dgm:chMax val="0"/>
          <dgm:bulletEnabled val="1"/>
        </dgm:presLayoutVars>
      </dgm:prSet>
      <dgm:spPr/>
    </dgm:pt>
    <dgm:pt modelId="{8CD54E09-1159-4B8F-AC35-67271CA77CA0}" type="pres">
      <dgm:prSet presAssocID="{DCD95AD1-9971-4D41-B1C3-A52BDDD88239}" presName="spacer" presStyleCnt="0"/>
      <dgm:spPr/>
    </dgm:pt>
    <dgm:pt modelId="{BE358576-6ECD-4EF2-8499-98E557EDF428}" type="pres">
      <dgm:prSet presAssocID="{125446C3-FFBA-47E4-A982-068859F1D16B}" presName="parentText" presStyleLbl="node1" presStyleIdx="2" presStyleCnt="4">
        <dgm:presLayoutVars>
          <dgm:chMax val="0"/>
          <dgm:bulletEnabled val="1"/>
        </dgm:presLayoutVars>
      </dgm:prSet>
      <dgm:spPr/>
    </dgm:pt>
    <dgm:pt modelId="{8C737454-F908-43AE-B462-441A4EA42A3A}" type="pres">
      <dgm:prSet presAssocID="{AFD30FBF-A557-47F5-8610-52D1E70EF8B5}" presName="spacer" presStyleCnt="0"/>
      <dgm:spPr/>
    </dgm:pt>
    <dgm:pt modelId="{0F178D9B-D5A5-48D4-939C-61B48FE90A68}" type="pres">
      <dgm:prSet presAssocID="{FBFD74FF-9D00-4C17-BA7F-6B68A04E23C4}" presName="parentText" presStyleLbl="node1" presStyleIdx="3" presStyleCnt="4">
        <dgm:presLayoutVars>
          <dgm:chMax val="0"/>
          <dgm:bulletEnabled val="1"/>
        </dgm:presLayoutVars>
      </dgm:prSet>
      <dgm:spPr/>
    </dgm:pt>
  </dgm:ptLst>
  <dgm:cxnLst>
    <dgm:cxn modelId="{99650E06-4BAC-42AB-97FE-EEB2530F3CF1}" type="presOf" srcId="{A384F761-D79B-4841-A225-0228783E828F}" destId="{CAB78B18-D80A-4435-BF72-07ECCDF3833A}" srcOrd="0" destOrd="0" presId="urn:microsoft.com/office/officeart/2005/8/layout/vList2"/>
    <dgm:cxn modelId="{0B416C0D-FE69-418C-8237-357931491F55}" type="presOf" srcId="{03C26FE0-167D-4781-A416-C4F34350B788}" destId="{FB92C42B-8C86-482A-8242-6ACCCDDC75DF}" srcOrd="0" destOrd="0" presId="urn:microsoft.com/office/officeart/2005/8/layout/vList2"/>
    <dgm:cxn modelId="{4F98E03C-4D50-4B22-81D5-B9723D66CEBC}" type="presOf" srcId="{E61ECB44-DB4C-41E5-9EB9-76122FAF4E8D}" destId="{D07364D7-1C80-4F0C-B6CB-F8E8538A5A57}" srcOrd="0" destOrd="0" presId="urn:microsoft.com/office/officeart/2005/8/layout/vList2"/>
    <dgm:cxn modelId="{601E8B4F-0C14-4468-8E13-566C18038F79}" srcId="{A384F761-D79B-4841-A225-0228783E828F}" destId="{03C26FE0-167D-4781-A416-C4F34350B788}" srcOrd="0" destOrd="0" parTransId="{B51F05C2-3A07-48ED-A1F3-D4425D3853CE}" sibTransId="{A0401338-F1E5-4E54-A7D3-40E113CB9225}"/>
    <dgm:cxn modelId="{6F364376-A843-425F-A468-F2ED9D2570F4}" srcId="{A384F761-D79B-4841-A225-0228783E828F}" destId="{FBFD74FF-9D00-4C17-BA7F-6B68A04E23C4}" srcOrd="3" destOrd="0" parTransId="{28189FE1-858F-4664-BE27-AEB8E8C34E19}" sibTransId="{1691CAB7-900D-49B5-94C4-55F15B5A43F2}"/>
    <dgm:cxn modelId="{C893D27F-A7BA-4580-8042-EC8CA65239E7}" type="presOf" srcId="{125446C3-FFBA-47E4-A982-068859F1D16B}" destId="{BE358576-6ECD-4EF2-8499-98E557EDF428}" srcOrd="0" destOrd="0" presId="urn:microsoft.com/office/officeart/2005/8/layout/vList2"/>
    <dgm:cxn modelId="{05EDB299-32D8-44E2-9E7A-13B51CB4CBBD}" srcId="{A384F761-D79B-4841-A225-0228783E828F}" destId="{E61ECB44-DB4C-41E5-9EB9-76122FAF4E8D}" srcOrd="1" destOrd="0" parTransId="{6C90939E-0FB1-4E17-AF0C-B9E7463D6AF6}" sibTransId="{DCD95AD1-9971-4D41-B1C3-A52BDDD88239}"/>
    <dgm:cxn modelId="{065E34A0-AF8C-45DC-B45A-157ABC1A2556}" type="presOf" srcId="{FBFD74FF-9D00-4C17-BA7F-6B68A04E23C4}" destId="{0F178D9B-D5A5-48D4-939C-61B48FE90A68}" srcOrd="0" destOrd="0" presId="urn:microsoft.com/office/officeart/2005/8/layout/vList2"/>
    <dgm:cxn modelId="{2562E4C1-808C-4DF7-9D0D-F924AAA8D407}" srcId="{A384F761-D79B-4841-A225-0228783E828F}" destId="{125446C3-FFBA-47E4-A982-068859F1D16B}" srcOrd="2" destOrd="0" parTransId="{49BB1149-57ED-4AAD-8EE0-21CEDB69D04C}" sibTransId="{AFD30FBF-A557-47F5-8610-52D1E70EF8B5}"/>
    <dgm:cxn modelId="{889C6503-2863-4D6C-9BF2-23BF7B89B603}" type="presParOf" srcId="{CAB78B18-D80A-4435-BF72-07ECCDF3833A}" destId="{FB92C42B-8C86-482A-8242-6ACCCDDC75DF}" srcOrd="0" destOrd="0" presId="urn:microsoft.com/office/officeart/2005/8/layout/vList2"/>
    <dgm:cxn modelId="{F1820F8B-DB72-477C-9184-B4CD9D5F3C35}" type="presParOf" srcId="{CAB78B18-D80A-4435-BF72-07ECCDF3833A}" destId="{B749485A-39BE-4CAB-BF48-7D8DA8456529}" srcOrd="1" destOrd="0" presId="urn:microsoft.com/office/officeart/2005/8/layout/vList2"/>
    <dgm:cxn modelId="{26DBE928-7915-4A21-9FBA-6EE40C02D4DB}" type="presParOf" srcId="{CAB78B18-D80A-4435-BF72-07ECCDF3833A}" destId="{D07364D7-1C80-4F0C-B6CB-F8E8538A5A57}" srcOrd="2" destOrd="0" presId="urn:microsoft.com/office/officeart/2005/8/layout/vList2"/>
    <dgm:cxn modelId="{2240A17C-5C71-4995-87B3-9FA9B6324AFC}" type="presParOf" srcId="{CAB78B18-D80A-4435-BF72-07ECCDF3833A}" destId="{8CD54E09-1159-4B8F-AC35-67271CA77CA0}" srcOrd="3" destOrd="0" presId="urn:microsoft.com/office/officeart/2005/8/layout/vList2"/>
    <dgm:cxn modelId="{52E50E49-C322-44D3-A93A-4C37D6968229}" type="presParOf" srcId="{CAB78B18-D80A-4435-BF72-07ECCDF3833A}" destId="{BE358576-6ECD-4EF2-8499-98E557EDF428}" srcOrd="4" destOrd="0" presId="urn:microsoft.com/office/officeart/2005/8/layout/vList2"/>
    <dgm:cxn modelId="{2494A52F-1348-4533-B793-104F0DAD40CE}" type="presParOf" srcId="{CAB78B18-D80A-4435-BF72-07ECCDF3833A}" destId="{8C737454-F908-43AE-B462-441A4EA42A3A}" srcOrd="5" destOrd="0" presId="urn:microsoft.com/office/officeart/2005/8/layout/vList2"/>
    <dgm:cxn modelId="{F4D493CB-20D0-4434-A796-7AFA0AF83B62}" type="presParOf" srcId="{CAB78B18-D80A-4435-BF72-07ECCDF3833A}" destId="{0F178D9B-D5A5-48D4-939C-61B48FE90A6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7B4526E3-F823-490D-9407-335000C97BD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3EA3D9B-6BB1-431F-B1A8-E74F0DAC36D1}">
      <dgm:prSet/>
      <dgm:spPr/>
      <dgm:t>
        <a:bodyPr/>
        <a:lstStyle/>
        <a:p>
          <a:r>
            <a:rPr lang="uk-UA" b="0" i="0"/>
            <a:t>Рада Міністрів Української Держави</a:t>
          </a:r>
          <a:endParaRPr lang="uk-UA"/>
        </a:p>
      </dgm:t>
    </dgm:pt>
    <dgm:pt modelId="{26D9FCC6-1726-4D24-8A84-975D02A5342E}" type="parTrans" cxnId="{D860F1AD-7C75-4C83-91D1-4AB1D2483305}">
      <dgm:prSet/>
      <dgm:spPr/>
      <dgm:t>
        <a:bodyPr/>
        <a:lstStyle/>
        <a:p>
          <a:endParaRPr lang="uk-UA"/>
        </a:p>
      </dgm:t>
    </dgm:pt>
    <dgm:pt modelId="{9D2C4F8C-25DF-47AE-819A-7300D6EF78C5}" type="sibTrans" cxnId="{D860F1AD-7C75-4C83-91D1-4AB1D2483305}">
      <dgm:prSet/>
      <dgm:spPr/>
      <dgm:t>
        <a:bodyPr/>
        <a:lstStyle/>
        <a:p>
          <a:endParaRPr lang="uk-UA"/>
        </a:p>
      </dgm:t>
    </dgm:pt>
    <dgm:pt modelId="{37C307F8-03B1-4CBA-9218-670F3F359982}">
      <dgm:prSet/>
      <dgm:spPr/>
      <dgm:t>
        <a:bodyPr/>
        <a:lstStyle/>
        <a:p>
          <a:r>
            <a:rPr lang="uk-UA" b="0" i="0"/>
            <a:t>Державний секретаріат Західноукраїнської Народної Республіки</a:t>
          </a:r>
          <a:endParaRPr lang="uk-UA"/>
        </a:p>
      </dgm:t>
    </dgm:pt>
    <dgm:pt modelId="{C97A1D2A-74C8-4E57-A918-29ECFFDD2FB3}" type="parTrans" cxnId="{36E9B75B-993E-45E6-BC96-6B6D2FF7B204}">
      <dgm:prSet/>
      <dgm:spPr/>
      <dgm:t>
        <a:bodyPr/>
        <a:lstStyle/>
        <a:p>
          <a:endParaRPr lang="uk-UA"/>
        </a:p>
      </dgm:t>
    </dgm:pt>
    <dgm:pt modelId="{3DCF361E-8E7C-401E-8A96-2722ADEB2B6E}" type="sibTrans" cxnId="{36E9B75B-993E-45E6-BC96-6B6D2FF7B204}">
      <dgm:prSet/>
      <dgm:spPr/>
      <dgm:t>
        <a:bodyPr/>
        <a:lstStyle/>
        <a:p>
          <a:endParaRPr lang="uk-UA"/>
        </a:p>
      </dgm:t>
    </dgm:pt>
    <dgm:pt modelId="{454BEE81-4B63-4EC4-80E5-6CF06AC2B3D4}">
      <dgm:prSet/>
      <dgm:spPr/>
      <dgm:t>
        <a:bodyPr/>
        <a:lstStyle/>
        <a:p>
          <a:r>
            <a:rPr lang="uk-UA" b="0" i="0"/>
            <a:t>Рада народних комісарів Української Соціалістичної Радянської Республіки</a:t>
          </a:r>
          <a:endParaRPr lang="uk-UA"/>
        </a:p>
      </dgm:t>
    </dgm:pt>
    <dgm:pt modelId="{894A551C-6C87-4761-A942-B778B84554BF}" type="parTrans" cxnId="{4812F10D-E357-482B-90EC-B383C57BA25A}">
      <dgm:prSet/>
      <dgm:spPr/>
      <dgm:t>
        <a:bodyPr/>
        <a:lstStyle/>
        <a:p>
          <a:endParaRPr lang="uk-UA"/>
        </a:p>
      </dgm:t>
    </dgm:pt>
    <dgm:pt modelId="{C5B1B3F2-586C-4650-818F-C31FC038DF4E}" type="sibTrans" cxnId="{4812F10D-E357-482B-90EC-B383C57BA25A}">
      <dgm:prSet/>
      <dgm:spPr/>
      <dgm:t>
        <a:bodyPr/>
        <a:lstStyle/>
        <a:p>
          <a:endParaRPr lang="uk-UA"/>
        </a:p>
      </dgm:t>
    </dgm:pt>
    <dgm:pt modelId="{4B413F94-8E22-4D7E-B62B-74C1C0885FB3}">
      <dgm:prSet/>
      <dgm:spPr/>
      <dgm:t>
        <a:bodyPr/>
        <a:lstStyle/>
        <a:p>
          <a:r>
            <a:rPr lang="uk-UA" b="0" i="0"/>
            <a:t>Генеральний секретаріат Української Центральної Ради</a:t>
          </a:r>
          <a:endParaRPr lang="uk-UA"/>
        </a:p>
      </dgm:t>
    </dgm:pt>
    <dgm:pt modelId="{D2890E42-F486-40CF-B953-EB6F213A085D}" type="parTrans" cxnId="{E49190C9-D8C9-4949-A8F1-CCD49AE18633}">
      <dgm:prSet/>
      <dgm:spPr/>
      <dgm:t>
        <a:bodyPr/>
        <a:lstStyle/>
        <a:p>
          <a:endParaRPr lang="uk-UA"/>
        </a:p>
      </dgm:t>
    </dgm:pt>
    <dgm:pt modelId="{337F094B-B865-4858-BC36-DD483D6F44D5}" type="sibTrans" cxnId="{E49190C9-D8C9-4949-A8F1-CCD49AE18633}">
      <dgm:prSet/>
      <dgm:spPr/>
      <dgm:t>
        <a:bodyPr/>
        <a:lstStyle/>
        <a:p>
          <a:endParaRPr lang="uk-UA"/>
        </a:p>
      </dgm:t>
    </dgm:pt>
    <dgm:pt modelId="{06E568DF-F8BF-423D-99BA-91C960CE895E}" type="pres">
      <dgm:prSet presAssocID="{7B4526E3-F823-490D-9407-335000C97BD9}" presName="linear" presStyleCnt="0">
        <dgm:presLayoutVars>
          <dgm:animLvl val="lvl"/>
          <dgm:resizeHandles val="exact"/>
        </dgm:presLayoutVars>
      </dgm:prSet>
      <dgm:spPr/>
    </dgm:pt>
    <dgm:pt modelId="{F1EE90BD-908D-4A84-906F-B8F28FD04515}" type="pres">
      <dgm:prSet presAssocID="{C3EA3D9B-6BB1-431F-B1A8-E74F0DAC36D1}" presName="parentText" presStyleLbl="node1" presStyleIdx="0" presStyleCnt="4">
        <dgm:presLayoutVars>
          <dgm:chMax val="0"/>
          <dgm:bulletEnabled val="1"/>
        </dgm:presLayoutVars>
      </dgm:prSet>
      <dgm:spPr/>
    </dgm:pt>
    <dgm:pt modelId="{6A1484C5-586C-4C20-8D7C-5A2B0C05A3A5}" type="pres">
      <dgm:prSet presAssocID="{9D2C4F8C-25DF-47AE-819A-7300D6EF78C5}" presName="spacer" presStyleCnt="0"/>
      <dgm:spPr/>
    </dgm:pt>
    <dgm:pt modelId="{F010DE54-6C36-4A1A-9D5A-8DCFB4FAFE40}" type="pres">
      <dgm:prSet presAssocID="{37C307F8-03B1-4CBA-9218-670F3F359982}" presName="parentText" presStyleLbl="node1" presStyleIdx="1" presStyleCnt="4">
        <dgm:presLayoutVars>
          <dgm:chMax val="0"/>
          <dgm:bulletEnabled val="1"/>
        </dgm:presLayoutVars>
      </dgm:prSet>
      <dgm:spPr/>
    </dgm:pt>
    <dgm:pt modelId="{33C75983-73A4-4531-A314-A269FDB57722}" type="pres">
      <dgm:prSet presAssocID="{3DCF361E-8E7C-401E-8A96-2722ADEB2B6E}" presName="spacer" presStyleCnt="0"/>
      <dgm:spPr/>
    </dgm:pt>
    <dgm:pt modelId="{5AC98687-88A9-4E54-9F67-A0DA6E1D2A58}" type="pres">
      <dgm:prSet presAssocID="{454BEE81-4B63-4EC4-80E5-6CF06AC2B3D4}" presName="parentText" presStyleLbl="node1" presStyleIdx="2" presStyleCnt="4">
        <dgm:presLayoutVars>
          <dgm:chMax val="0"/>
          <dgm:bulletEnabled val="1"/>
        </dgm:presLayoutVars>
      </dgm:prSet>
      <dgm:spPr/>
    </dgm:pt>
    <dgm:pt modelId="{C235DCD6-33F9-48FB-9D8C-86E7C1744BA7}" type="pres">
      <dgm:prSet presAssocID="{C5B1B3F2-586C-4650-818F-C31FC038DF4E}" presName="spacer" presStyleCnt="0"/>
      <dgm:spPr/>
    </dgm:pt>
    <dgm:pt modelId="{14AC1F38-0908-43B5-A136-691AB48621A1}" type="pres">
      <dgm:prSet presAssocID="{4B413F94-8E22-4D7E-B62B-74C1C0885FB3}" presName="parentText" presStyleLbl="node1" presStyleIdx="3" presStyleCnt="4">
        <dgm:presLayoutVars>
          <dgm:chMax val="0"/>
          <dgm:bulletEnabled val="1"/>
        </dgm:presLayoutVars>
      </dgm:prSet>
      <dgm:spPr/>
    </dgm:pt>
  </dgm:ptLst>
  <dgm:cxnLst>
    <dgm:cxn modelId="{4812F10D-E357-482B-90EC-B383C57BA25A}" srcId="{7B4526E3-F823-490D-9407-335000C97BD9}" destId="{454BEE81-4B63-4EC4-80E5-6CF06AC2B3D4}" srcOrd="2" destOrd="0" parTransId="{894A551C-6C87-4761-A942-B778B84554BF}" sibTransId="{C5B1B3F2-586C-4650-818F-C31FC038DF4E}"/>
    <dgm:cxn modelId="{36E9B75B-993E-45E6-BC96-6B6D2FF7B204}" srcId="{7B4526E3-F823-490D-9407-335000C97BD9}" destId="{37C307F8-03B1-4CBA-9218-670F3F359982}" srcOrd="1" destOrd="0" parTransId="{C97A1D2A-74C8-4E57-A918-29ECFFDD2FB3}" sibTransId="{3DCF361E-8E7C-401E-8A96-2722ADEB2B6E}"/>
    <dgm:cxn modelId="{ABC45463-65B1-42B6-85F6-AE5AD3757F02}" type="presOf" srcId="{37C307F8-03B1-4CBA-9218-670F3F359982}" destId="{F010DE54-6C36-4A1A-9D5A-8DCFB4FAFE40}" srcOrd="0" destOrd="0" presId="urn:microsoft.com/office/officeart/2005/8/layout/vList2"/>
    <dgm:cxn modelId="{56DC9258-0266-4487-80B0-A797D3094F3C}" type="presOf" srcId="{454BEE81-4B63-4EC4-80E5-6CF06AC2B3D4}" destId="{5AC98687-88A9-4E54-9F67-A0DA6E1D2A58}" srcOrd="0" destOrd="0" presId="urn:microsoft.com/office/officeart/2005/8/layout/vList2"/>
    <dgm:cxn modelId="{D860F1AD-7C75-4C83-91D1-4AB1D2483305}" srcId="{7B4526E3-F823-490D-9407-335000C97BD9}" destId="{C3EA3D9B-6BB1-431F-B1A8-E74F0DAC36D1}" srcOrd="0" destOrd="0" parTransId="{26D9FCC6-1726-4D24-8A84-975D02A5342E}" sibTransId="{9D2C4F8C-25DF-47AE-819A-7300D6EF78C5}"/>
    <dgm:cxn modelId="{13A014B2-D0A5-4B8B-8C90-228F17351FE4}" type="presOf" srcId="{7B4526E3-F823-490D-9407-335000C97BD9}" destId="{06E568DF-F8BF-423D-99BA-91C960CE895E}" srcOrd="0" destOrd="0" presId="urn:microsoft.com/office/officeart/2005/8/layout/vList2"/>
    <dgm:cxn modelId="{E49190C9-D8C9-4949-A8F1-CCD49AE18633}" srcId="{7B4526E3-F823-490D-9407-335000C97BD9}" destId="{4B413F94-8E22-4D7E-B62B-74C1C0885FB3}" srcOrd="3" destOrd="0" parTransId="{D2890E42-F486-40CF-B953-EB6F213A085D}" sibTransId="{337F094B-B865-4858-BC36-DD483D6F44D5}"/>
    <dgm:cxn modelId="{335D0AED-3D23-4E3C-80DB-C71D4D854762}" type="presOf" srcId="{4B413F94-8E22-4D7E-B62B-74C1C0885FB3}" destId="{14AC1F38-0908-43B5-A136-691AB48621A1}" srcOrd="0" destOrd="0" presId="urn:microsoft.com/office/officeart/2005/8/layout/vList2"/>
    <dgm:cxn modelId="{A1D7A4FE-42A1-44F6-9F48-F786AB01AF99}" type="presOf" srcId="{C3EA3D9B-6BB1-431F-B1A8-E74F0DAC36D1}" destId="{F1EE90BD-908D-4A84-906F-B8F28FD04515}" srcOrd="0" destOrd="0" presId="urn:microsoft.com/office/officeart/2005/8/layout/vList2"/>
    <dgm:cxn modelId="{CBA08931-8A4A-4872-9899-FB24FCA5DBF1}" type="presParOf" srcId="{06E568DF-F8BF-423D-99BA-91C960CE895E}" destId="{F1EE90BD-908D-4A84-906F-B8F28FD04515}" srcOrd="0" destOrd="0" presId="urn:microsoft.com/office/officeart/2005/8/layout/vList2"/>
    <dgm:cxn modelId="{836F5166-6164-4324-A2D4-9B89924DDE51}" type="presParOf" srcId="{06E568DF-F8BF-423D-99BA-91C960CE895E}" destId="{6A1484C5-586C-4C20-8D7C-5A2B0C05A3A5}" srcOrd="1" destOrd="0" presId="urn:microsoft.com/office/officeart/2005/8/layout/vList2"/>
    <dgm:cxn modelId="{E3E031D9-118C-4855-A513-E18A2EA70CCD}" type="presParOf" srcId="{06E568DF-F8BF-423D-99BA-91C960CE895E}" destId="{F010DE54-6C36-4A1A-9D5A-8DCFB4FAFE40}" srcOrd="2" destOrd="0" presId="urn:microsoft.com/office/officeart/2005/8/layout/vList2"/>
    <dgm:cxn modelId="{7BD0CF16-5227-40F5-9C0B-0431B96F192B}" type="presParOf" srcId="{06E568DF-F8BF-423D-99BA-91C960CE895E}" destId="{33C75983-73A4-4531-A314-A269FDB57722}" srcOrd="3" destOrd="0" presId="urn:microsoft.com/office/officeart/2005/8/layout/vList2"/>
    <dgm:cxn modelId="{55E645F6-297E-4E51-BC1B-255380C05232}" type="presParOf" srcId="{06E568DF-F8BF-423D-99BA-91C960CE895E}" destId="{5AC98687-88A9-4E54-9F67-A0DA6E1D2A58}" srcOrd="4" destOrd="0" presId="urn:microsoft.com/office/officeart/2005/8/layout/vList2"/>
    <dgm:cxn modelId="{EEBEB48E-7701-4DEA-A140-A71F8451F92E}" type="presParOf" srcId="{06E568DF-F8BF-423D-99BA-91C960CE895E}" destId="{C235DCD6-33F9-48FB-9D8C-86E7C1744BA7}" srcOrd="5" destOrd="0" presId="urn:microsoft.com/office/officeart/2005/8/layout/vList2"/>
    <dgm:cxn modelId="{79F8819A-F930-4D1D-90F5-4CA5DF56F631}" type="presParOf" srcId="{06E568DF-F8BF-423D-99BA-91C960CE895E}" destId="{14AC1F38-0908-43B5-A136-691AB48621A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96E6E52D-E0C5-4BFB-A85F-8CAD923A6A1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CF804E2D-9EBB-461B-8131-16ECF8F445AE}">
      <dgm:prSet/>
      <dgm:spPr/>
      <dgm:t>
        <a:bodyPr/>
        <a:lstStyle/>
        <a:p>
          <a:r>
            <a:rPr lang="ru-RU" b="0" i="0"/>
            <a:t>«воєнного комунізму».</a:t>
          </a:r>
          <a:endParaRPr lang="uk-UA"/>
        </a:p>
      </dgm:t>
    </dgm:pt>
    <dgm:pt modelId="{0007A822-B1ED-448F-9834-0A6D9668D7AB}" type="parTrans" cxnId="{9D3AF918-03D2-4FBD-AA07-E3F8620EF27E}">
      <dgm:prSet/>
      <dgm:spPr/>
      <dgm:t>
        <a:bodyPr/>
        <a:lstStyle/>
        <a:p>
          <a:endParaRPr lang="uk-UA"/>
        </a:p>
      </dgm:t>
    </dgm:pt>
    <dgm:pt modelId="{963FA9A1-B1FA-4A54-92BE-4E2F9F7711C2}" type="sibTrans" cxnId="{9D3AF918-03D2-4FBD-AA07-E3F8620EF27E}">
      <dgm:prSet/>
      <dgm:spPr/>
      <dgm:t>
        <a:bodyPr/>
        <a:lstStyle/>
        <a:p>
          <a:endParaRPr lang="uk-UA"/>
        </a:p>
      </dgm:t>
    </dgm:pt>
    <dgm:pt modelId="{54856434-06BF-4476-A2CF-1A9DDFFA4394}">
      <dgm:prSet/>
      <dgm:spPr/>
      <dgm:t>
        <a:bodyPr/>
        <a:lstStyle/>
        <a:p>
          <a:r>
            <a:rPr lang="ru-RU" b="0" i="0"/>
            <a:t>«культурної революції».</a:t>
          </a:r>
          <a:endParaRPr lang="uk-UA"/>
        </a:p>
      </dgm:t>
    </dgm:pt>
    <dgm:pt modelId="{1C7EBFE5-9F33-40F0-962B-D906F5B29522}" type="parTrans" cxnId="{94FF7DF8-AC47-4B18-A96D-0B2D833605F2}">
      <dgm:prSet/>
      <dgm:spPr/>
      <dgm:t>
        <a:bodyPr/>
        <a:lstStyle/>
        <a:p>
          <a:endParaRPr lang="uk-UA"/>
        </a:p>
      </dgm:t>
    </dgm:pt>
    <dgm:pt modelId="{0A4A09AB-C463-4A5A-A106-C43C760F10A1}" type="sibTrans" cxnId="{94FF7DF8-AC47-4B18-A96D-0B2D833605F2}">
      <dgm:prSet/>
      <dgm:spPr/>
      <dgm:t>
        <a:bodyPr/>
        <a:lstStyle/>
        <a:p>
          <a:endParaRPr lang="uk-UA"/>
        </a:p>
      </dgm:t>
    </dgm:pt>
    <dgm:pt modelId="{DB5E6CA2-1EBF-4DBD-A6DC-2DB60CBBECFE}">
      <dgm:prSet/>
      <dgm:spPr/>
      <dgm:t>
        <a:bodyPr/>
        <a:lstStyle/>
        <a:p>
          <a:r>
            <a:rPr lang="ru-RU" b="0" i="0"/>
            <a:t>«пацифікації».</a:t>
          </a:r>
          <a:endParaRPr lang="uk-UA"/>
        </a:p>
      </dgm:t>
    </dgm:pt>
    <dgm:pt modelId="{44E3FCE6-C69E-4477-8194-4D5714F1D8D1}" type="parTrans" cxnId="{9721692F-6C39-4057-8222-DD03B8A46393}">
      <dgm:prSet/>
      <dgm:spPr/>
      <dgm:t>
        <a:bodyPr/>
        <a:lstStyle/>
        <a:p>
          <a:endParaRPr lang="uk-UA"/>
        </a:p>
      </dgm:t>
    </dgm:pt>
    <dgm:pt modelId="{45E6B59B-9870-4398-B3E9-12AD4FFD5087}" type="sibTrans" cxnId="{9721692F-6C39-4057-8222-DD03B8A46393}">
      <dgm:prSet/>
      <dgm:spPr/>
      <dgm:t>
        <a:bodyPr/>
        <a:lstStyle/>
        <a:p>
          <a:endParaRPr lang="uk-UA"/>
        </a:p>
      </dgm:t>
    </dgm:pt>
    <dgm:pt modelId="{CB71BE9F-B69A-458F-8E32-F2E7DC1D2F49}">
      <dgm:prSet/>
      <dgm:spPr/>
      <dgm:t>
        <a:bodyPr/>
        <a:lstStyle/>
        <a:p>
          <a:r>
            <a:rPr lang="ru-RU" b="0" i="0"/>
            <a:t>«осадництва».</a:t>
          </a:r>
          <a:endParaRPr lang="uk-UA"/>
        </a:p>
      </dgm:t>
    </dgm:pt>
    <dgm:pt modelId="{B3B09E43-D07E-4620-959E-2848F22523D6}" type="parTrans" cxnId="{EA1B478A-5218-4200-B6EE-FEACFF093359}">
      <dgm:prSet/>
      <dgm:spPr/>
      <dgm:t>
        <a:bodyPr/>
        <a:lstStyle/>
        <a:p>
          <a:endParaRPr lang="uk-UA"/>
        </a:p>
      </dgm:t>
    </dgm:pt>
    <dgm:pt modelId="{5997585E-A085-49B1-A979-037AE5553FC0}" type="sibTrans" cxnId="{EA1B478A-5218-4200-B6EE-FEACFF093359}">
      <dgm:prSet/>
      <dgm:spPr/>
      <dgm:t>
        <a:bodyPr/>
        <a:lstStyle/>
        <a:p>
          <a:endParaRPr lang="uk-UA"/>
        </a:p>
      </dgm:t>
    </dgm:pt>
    <dgm:pt modelId="{21567580-E7D5-43BD-8277-520C21725D40}" type="pres">
      <dgm:prSet presAssocID="{96E6E52D-E0C5-4BFB-A85F-8CAD923A6A15}" presName="linearFlow" presStyleCnt="0">
        <dgm:presLayoutVars>
          <dgm:dir/>
          <dgm:resizeHandles val="exact"/>
        </dgm:presLayoutVars>
      </dgm:prSet>
      <dgm:spPr/>
    </dgm:pt>
    <dgm:pt modelId="{32FEDA87-5EBD-4DD3-8565-F473B889787B}" type="pres">
      <dgm:prSet presAssocID="{CF804E2D-9EBB-461B-8131-16ECF8F445AE}" presName="composite" presStyleCnt="0"/>
      <dgm:spPr/>
    </dgm:pt>
    <dgm:pt modelId="{9D376812-2EF6-4E8C-981C-983B98455520}" type="pres">
      <dgm:prSet presAssocID="{CF804E2D-9EBB-461B-8131-16ECF8F445AE}" presName="imgShp" presStyleLbl="fgImgPlace1" presStyleIdx="0" presStyleCnt="4"/>
      <dgm:spPr/>
    </dgm:pt>
    <dgm:pt modelId="{D20C4D0D-4507-4ED9-B924-718DBECC3BE3}" type="pres">
      <dgm:prSet presAssocID="{CF804E2D-9EBB-461B-8131-16ECF8F445AE}" presName="txShp" presStyleLbl="node1" presStyleIdx="0" presStyleCnt="4">
        <dgm:presLayoutVars>
          <dgm:bulletEnabled val="1"/>
        </dgm:presLayoutVars>
      </dgm:prSet>
      <dgm:spPr/>
    </dgm:pt>
    <dgm:pt modelId="{67744C64-EB6B-41D2-87EE-B424178ADD19}" type="pres">
      <dgm:prSet presAssocID="{963FA9A1-B1FA-4A54-92BE-4E2F9F7711C2}" presName="spacing" presStyleCnt="0"/>
      <dgm:spPr/>
    </dgm:pt>
    <dgm:pt modelId="{858A93E2-5ECC-4F7B-8D70-2F00977C5C4F}" type="pres">
      <dgm:prSet presAssocID="{54856434-06BF-4476-A2CF-1A9DDFFA4394}" presName="composite" presStyleCnt="0"/>
      <dgm:spPr/>
    </dgm:pt>
    <dgm:pt modelId="{D738E106-2587-4566-A170-6727EE2F0F7C}" type="pres">
      <dgm:prSet presAssocID="{54856434-06BF-4476-A2CF-1A9DDFFA4394}" presName="imgShp" presStyleLbl="fgImgPlace1" presStyleIdx="1" presStyleCnt="4"/>
      <dgm:spPr/>
    </dgm:pt>
    <dgm:pt modelId="{0360FAE4-23D8-437A-9426-E7C2953428DD}" type="pres">
      <dgm:prSet presAssocID="{54856434-06BF-4476-A2CF-1A9DDFFA4394}" presName="txShp" presStyleLbl="node1" presStyleIdx="1" presStyleCnt="4">
        <dgm:presLayoutVars>
          <dgm:bulletEnabled val="1"/>
        </dgm:presLayoutVars>
      </dgm:prSet>
      <dgm:spPr/>
    </dgm:pt>
    <dgm:pt modelId="{C8F54351-6362-455B-BF00-831E01384F49}" type="pres">
      <dgm:prSet presAssocID="{0A4A09AB-C463-4A5A-A106-C43C760F10A1}" presName="spacing" presStyleCnt="0"/>
      <dgm:spPr/>
    </dgm:pt>
    <dgm:pt modelId="{EB058227-749C-4A2E-B7DB-2309F91A85EB}" type="pres">
      <dgm:prSet presAssocID="{DB5E6CA2-1EBF-4DBD-A6DC-2DB60CBBECFE}" presName="composite" presStyleCnt="0"/>
      <dgm:spPr/>
    </dgm:pt>
    <dgm:pt modelId="{6F8DC6AB-0A9D-42A5-9123-0B0A7DD02A17}" type="pres">
      <dgm:prSet presAssocID="{DB5E6CA2-1EBF-4DBD-A6DC-2DB60CBBECFE}" presName="imgShp" presStyleLbl="fgImgPlace1" presStyleIdx="2" presStyleCnt="4"/>
      <dgm:spPr/>
    </dgm:pt>
    <dgm:pt modelId="{DD36F244-61B9-43AE-A995-59E70FEAF57C}" type="pres">
      <dgm:prSet presAssocID="{DB5E6CA2-1EBF-4DBD-A6DC-2DB60CBBECFE}" presName="txShp" presStyleLbl="node1" presStyleIdx="2" presStyleCnt="4">
        <dgm:presLayoutVars>
          <dgm:bulletEnabled val="1"/>
        </dgm:presLayoutVars>
      </dgm:prSet>
      <dgm:spPr/>
    </dgm:pt>
    <dgm:pt modelId="{EDB4FE43-4B57-465F-B39C-D14A719284DB}" type="pres">
      <dgm:prSet presAssocID="{45E6B59B-9870-4398-B3E9-12AD4FFD5087}" presName="spacing" presStyleCnt="0"/>
      <dgm:spPr/>
    </dgm:pt>
    <dgm:pt modelId="{8C8EE6C8-DC6C-4C8A-A4E8-87C11DC342F8}" type="pres">
      <dgm:prSet presAssocID="{CB71BE9F-B69A-458F-8E32-F2E7DC1D2F49}" presName="composite" presStyleCnt="0"/>
      <dgm:spPr/>
    </dgm:pt>
    <dgm:pt modelId="{1E56658E-401C-40CE-AD29-40CF4BD164C3}" type="pres">
      <dgm:prSet presAssocID="{CB71BE9F-B69A-458F-8E32-F2E7DC1D2F49}" presName="imgShp" presStyleLbl="fgImgPlace1" presStyleIdx="3" presStyleCnt="4"/>
      <dgm:spPr/>
    </dgm:pt>
    <dgm:pt modelId="{73786335-5D49-452A-8F49-F4D0BD01C58D}" type="pres">
      <dgm:prSet presAssocID="{CB71BE9F-B69A-458F-8E32-F2E7DC1D2F49}" presName="txShp" presStyleLbl="node1" presStyleIdx="3" presStyleCnt="4">
        <dgm:presLayoutVars>
          <dgm:bulletEnabled val="1"/>
        </dgm:presLayoutVars>
      </dgm:prSet>
      <dgm:spPr/>
    </dgm:pt>
  </dgm:ptLst>
  <dgm:cxnLst>
    <dgm:cxn modelId="{AA201903-7F55-4132-855D-5D52E4760468}" type="presOf" srcId="{CF804E2D-9EBB-461B-8131-16ECF8F445AE}" destId="{D20C4D0D-4507-4ED9-B924-718DBECC3BE3}" srcOrd="0" destOrd="0" presId="urn:microsoft.com/office/officeart/2005/8/layout/vList3"/>
    <dgm:cxn modelId="{114A3508-243B-41E9-BF5B-603B8D216836}" type="presOf" srcId="{DB5E6CA2-1EBF-4DBD-A6DC-2DB60CBBECFE}" destId="{DD36F244-61B9-43AE-A995-59E70FEAF57C}" srcOrd="0" destOrd="0" presId="urn:microsoft.com/office/officeart/2005/8/layout/vList3"/>
    <dgm:cxn modelId="{0773E20B-0735-44F4-B893-B2F2DD0C6FCD}" type="presOf" srcId="{96E6E52D-E0C5-4BFB-A85F-8CAD923A6A15}" destId="{21567580-E7D5-43BD-8277-520C21725D40}" srcOrd="0" destOrd="0" presId="urn:microsoft.com/office/officeart/2005/8/layout/vList3"/>
    <dgm:cxn modelId="{9D3AF918-03D2-4FBD-AA07-E3F8620EF27E}" srcId="{96E6E52D-E0C5-4BFB-A85F-8CAD923A6A15}" destId="{CF804E2D-9EBB-461B-8131-16ECF8F445AE}" srcOrd="0" destOrd="0" parTransId="{0007A822-B1ED-448F-9834-0A6D9668D7AB}" sibTransId="{963FA9A1-B1FA-4A54-92BE-4E2F9F7711C2}"/>
    <dgm:cxn modelId="{9721692F-6C39-4057-8222-DD03B8A46393}" srcId="{96E6E52D-E0C5-4BFB-A85F-8CAD923A6A15}" destId="{DB5E6CA2-1EBF-4DBD-A6DC-2DB60CBBECFE}" srcOrd="2" destOrd="0" parTransId="{44E3FCE6-C69E-4477-8194-4D5714F1D8D1}" sibTransId="{45E6B59B-9870-4398-B3E9-12AD4FFD5087}"/>
    <dgm:cxn modelId="{A0D7E67B-076D-4631-9623-DA1980C94ACB}" type="presOf" srcId="{CB71BE9F-B69A-458F-8E32-F2E7DC1D2F49}" destId="{73786335-5D49-452A-8F49-F4D0BD01C58D}" srcOrd="0" destOrd="0" presId="urn:microsoft.com/office/officeart/2005/8/layout/vList3"/>
    <dgm:cxn modelId="{EA1B478A-5218-4200-B6EE-FEACFF093359}" srcId="{96E6E52D-E0C5-4BFB-A85F-8CAD923A6A15}" destId="{CB71BE9F-B69A-458F-8E32-F2E7DC1D2F49}" srcOrd="3" destOrd="0" parTransId="{B3B09E43-D07E-4620-959E-2848F22523D6}" sibTransId="{5997585E-A085-49B1-A979-037AE5553FC0}"/>
    <dgm:cxn modelId="{D974B8B5-0F51-42C6-841C-7E40B718EEB2}" type="presOf" srcId="{54856434-06BF-4476-A2CF-1A9DDFFA4394}" destId="{0360FAE4-23D8-437A-9426-E7C2953428DD}" srcOrd="0" destOrd="0" presId="urn:microsoft.com/office/officeart/2005/8/layout/vList3"/>
    <dgm:cxn modelId="{94FF7DF8-AC47-4B18-A96D-0B2D833605F2}" srcId="{96E6E52D-E0C5-4BFB-A85F-8CAD923A6A15}" destId="{54856434-06BF-4476-A2CF-1A9DDFFA4394}" srcOrd="1" destOrd="0" parTransId="{1C7EBFE5-9F33-40F0-962B-D906F5B29522}" sibTransId="{0A4A09AB-C463-4A5A-A106-C43C760F10A1}"/>
    <dgm:cxn modelId="{279FCA62-07BE-4786-AE74-2B95A8BD9BFB}" type="presParOf" srcId="{21567580-E7D5-43BD-8277-520C21725D40}" destId="{32FEDA87-5EBD-4DD3-8565-F473B889787B}" srcOrd="0" destOrd="0" presId="urn:microsoft.com/office/officeart/2005/8/layout/vList3"/>
    <dgm:cxn modelId="{9C03095C-D914-4369-8105-3B47C2144376}" type="presParOf" srcId="{32FEDA87-5EBD-4DD3-8565-F473B889787B}" destId="{9D376812-2EF6-4E8C-981C-983B98455520}" srcOrd="0" destOrd="0" presId="urn:microsoft.com/office/officeart/2005/8/layout/vList3"/>
    <dgm:cxn modelId="{2605CAF8-0A45-44F5-8B5C-DEC792356F23}" type="presParOf" srcId="{32FEDA87-5EBD-4DD3-8565-F473B889787B}" destId="{D20C4D0D-4507-4ED9-B924-718DBECC3BE3}" srcOrd="1" destOrd="0" presId="urn:microsoft.com/office/officeart/2005/8/layout/vList3"/>
    <dgm:cxn modelId="{7485FD98-4FD5-4C6F-9BB1-AD6B21F10D1B}" type="presParOf" srcId="{21567580-E7D5-43BD-8277-520C21725D40}" destId="{67744C64-EB6B-41D2-87EE-B424178ADD19}" srcOrd="1" destOrd="0" presId="urn:microsoft.com/office/officeart/2005/8/layout/vList3"/>
    <dgm:cxn modelId="{7E1AC7FE-699C-43DF-8CB7-2AC064AA29DD}" type="presParOf" srcId="{21567580-E7D5-43BD-8277-520C21725D40}" destId="{858A93E2-5ECC-4F7B-8D70-2F00977C5C4F}" srcOrd="2" destOrd="0" presId="urn:microsoft.com/office/officeart/2005/8/layout/vList3"/>
    <dgm:cxn modelId="{19E0C114-6171-4FF5-B53A-88B5C056EED6}" type="presParOf" srcId="{858A93E2-5ECC-4F7B-8D70-2F00977C5C4F}" destId="{D738E106-2587-4566-A170-6727EE2F0F7C}" srcOrd="0" destOrd="0" presId="urn:microsoft.com/office/officeart/2005/8/layout/vList3"/>
    <dgm:cxn modelId="{23A5A510-1E51-4393-8084-9F401E09D4E6}" type="presParOf" srcId="{858A93E2-5ECC-4F7B-8D70-2F00977C5C4F}" destId="{0360FAE4-23D8-437A-9426-E7C2953428DD}" srcOrd="1" destOrd="0" presId="urn:microsoft.com/office/officeart/2005/8/layout/vList3"/>
    <dgm:cxn modelId="{66B6D318-68CE-4385-9797-E4D0AE114F54}" type="presParOf" srcId="{21567580-E7D5-43BD-8277-520C21725D40}" destId="{C8F54351-6362-455B-BF00-831E01384F49}" srcOrd="3" destOrd="0" presId="urn:microsoft.com/office/officeart/2005/8/layout/vList3"/>
    <dgm:cxn modelId="{4FEA32AB-C51C-4EE3-9F3E-A4F2E936C047}" type="presParOf" srcId="{21567580-E7D5-43BD-8277-520C21725D40}" destId="{EB058227-749C-4A2E-B7DB-2309F91A85EB}" srcOrd="4" destOrd="0" presId="urn:microsoft.com/office/officeart/2005/8/layout/vList3"/>
    <dgm:cxn modelId="{A131A938-E2FA-4A45-B32E-353B411E001F}" type="presParOf" srcId="{EB058227-749C-4A2E-B7DB-2309F91A85EB}" destId="{6F8DC6AB-0A9D-42A5-9123-0B0A7DD02A17}" srcOrd="0" destOrd="0" presId="urn:microsoft.com/office/officeart/2005/8/layout/vList3"/>
    <dgm:cxn modelId="{AAA96D92-FD71-471C-A602-33517829CE3D}" type="presParOf" srcId="{EB058227-749C-4A2E-B7DB-2309F91A85EB}" destId="{DD36F244-61B9-43AE-A995-59E70FEAF57C}" srcOrd="1" destOrd="0" presId="urn:microsoft.com/office/officeart/2005/8/layout/vList3"/>
    <dgm:cxn modelId="{A01E5809-A44B-40F7-8BD7-0A5A8DC8773F}" type="presParOf" srcId="{21567580-E7D5-43BD-8277-520C21725D40}" destId="{EDB4FE43-4B57-465F-B39C-D14A719284DB}" srcOrd="5" destOrd="0" presId="urn:microsoft.com/office/officeart/2005/8/layout/vList3"/>
    <dgm:cxn modelId="{54080826-5763-4716-806E-7A4FC641880D}" type="presParOf" srcId="{21567580-E7D5-43BD-8277-520C21725D40}" destId="{8C8EE6C8-DC6C-4C8A-A4E8-87C11DC342F8}" srcOrd="6" destOrd="0" presId="urn:microsoft.com/office/officeart/2005/8/layout/vList3"/>
    <dgm:cxn modelId="{D3173E5D-2B18-488F-ABBD-6B2BB65DE51F}" type="presParOf" srcId="{8C8EE6C8-DC6C-4C8A-A4E8-87C11DC342F8}" destId="{1E56658E-401C-40CE-AD29-40CF4BD164C3}" srcOrd="0" destOrd="0" presId="urn:microsoft.com/office/officeart/2005/8/layout/vList3"/>
    <dgm:cxn modelId="{05A310E6-0C6B-40CF-94B0-55F402B88845}" type="presParOf" srcId="{8C8EE6C8-DC6C-4C8A-A4E8-87C11DC342F8}" destId="{73786335-5D49-452A-8F49-F4D0BD01C58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AC316-EA80-47E8-B3B9-E33A92B2C467}">
      <dsp:nvSpPr>
        <dsp:cNvPr id="0" name=""/>
        <dsp:cNvSpPr/>
      </dsp:nvSpPr>
      <dsp:spPr>
        <a:xfrm>
          <a:off x="0" y="0"/>
          <a:ext cx="10353675"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9EAB9A-628D-43AE-AF73-2B315FDF21A9}">
      <dsp:nvSpPr>
        <dsp:cNvPr id="0" name=""/>
        <dsp:cNvSpPr/>
      </dsp:nvSpPr>
      <dsp:spPr>
        <a:xfrm>
          <a:off x="0" y="0"/>
          <a:ext cx="10353675" cy="101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ru-RU" sz="2800" b="0" i="1" kern="1200" baseline="0" dirty="0" err="1"/>
            <a:t>Відсутність</a:t>
          </a:r>
          <a:r>
            <a:rPr lang="ru-RU" sz="2800" b="0" i="1" kern="1200" baseline="0" dirty="0"/>
            <a:t> у </a:t>
          </a:r>
          <a:r>
            <a:rPr lang="ru-RU" sz="2800" b="0" i="1" kern="1200" baseline="0" dirty="0" err="1"/>
            <a:t>керівництва</a:t>
          </a:r>
          <a:r>
            <a:rPr lang="ru-RU" sz="2800" b="0" i="1" kern="1200" baseline="0" dirty="0"/>
            <a:t> УЦР </a:t>
          </a:r>
          <a:r>
            <a:rPr lang="ru-RU" sz="2800" b="0" i="1" kern="1200" baseline="0" dirty="0" err="1"/>
            <a:t>чіткої</a:t>
          </a:r>
          <a:r>
            <a:rPr lang="ru-RU" sz="2800" b="0" i="1" kern="1200" baseline="0" dirty="0"/>
            <a:t> </a:t>
          </a:r>
          <a:r>
            <a:rPr lang="ru-RU" sz="2800" b="0" i="1" kern="1200" baseline="0" dirty="0" err="1"/>
            <a:t>програми</a:t>
          </a:r>
          <a:r>
            <a:rPr lang="ru-RU" sz="2800" b="0" i="1" kern="1200" baseline="0" dirty="0"/>
            <a:t>, брак </a:t>
          </a:r>
          <a:r>
            <a:rPr lang="ru-RU" sz="2800" b="0" i="1" kern="1200" baseline="0" dirty="0" err="1"/>
            <a:t>політичного</a:t>
          </a:r>
          <a:r>
            <a:rPr lang="ru-RU" sz="2800" b="0" i="1" kern="1200" baseline="0" dirty="0"/>
            <a:t> </a:t>
          </a:r>
          <a:r>
            <a:rPr lang="ru-RU" sz="2800" b="0" i="1" kern="1200" baseline="0" dirty="0" err="1"/>
            <a:t>досвіду</a:t>
          </a:r>
          <a:r>
            <a:rPr lang="ru-RU" sz="2800" b="0" i="1" kern="1200" baseline="0" dirty="0"/>
            <a:t> </a:t>
          </a:r>
          <a:r>
            <a:rPr lang="ru-RU" sz="2800" b="0" i="1" kern="1200" baseline="0" dirty="0" err="1"/>
            <a:t>уповільнювали</a:t>
          </a:r>
          <a:r>
            <a:rPr lang="ru-RU" sz="2800" b="0" i="1" kern="1200" baseline="0" dirty="0"/>
            <a:t> </a:t>
          </a:r>
          <a:r>
            <a:rPr lang="ru-RU" sz="2800" b="0" i="1" kern="1200" baseline="0" dirty="0" err="1"/>
            <a:t>здійснення</a:t>
          </a:r>
          <a:r>
            <a:rPr lang="ru-RU" sz="2800" b="0" i="1" kern="1200" baseline="0" dirty="0"/>
            <a:t> реформ. </a:t>
          </a:r>
          <a:endParaRPr lang="uk-UA" sz="2800" kern="1200" dirty="0"/>
        </a:p>
      </dsp:txBody>
      <dsp:txXfrm>
        <a:off x="0" y="0"/>
        <a:ext cx="10353675" cy="1014809"/>
      </dsp:txXfrm>
    </dsp:sp>
    <dsp:sp modelId="{BC255631-1FDF-4060-B820-20C475A4389B}">
      <dsp:nvSpPr>
        <dsp:cNvPr id="0" name=""/>
        <dsp:cNvSpPr/>
      </dsp:nvSpPr>
      <dsp:spPr>
        <a:xfrm>
          <a:off x="0" y="1014809"/>
          <a:ext cx="10353675"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C15B8C-300C-4E9E-BDEC-25F08505566A}">
      <dsp:nvSpPr>
        <dsp:cNvPr id="0" name=""/>
        <dsp:cNvSpPr/>
      </dsp:nvSpPr>
      <dsp:spPr>
        <a:xfrm>
          <a:off x="0" y="1014809"/>
          <a:ext cx="10353675" cy="101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ru-RU" sz="2800" b="0" i="1" kern="1200" baseline="0"/>
            <a:t>УЦР втратила час, вагаючись між автономією та незалежністю. </a:t>
          </a:r>
          <a:endParaRPr lang="uk-UA" sz="2800" kern="1200"/>
        </a:p>
      </dsp:txBody>
      <dsp:txXfrm>
        <a:off x="0" y="1014809"/>
        <a:ext cx="10353675" cy="1014809"/>
      </dsp:txXfrm>
    </dsp:sp>
    <dsp:sp modelId="{B5E1A99F-3C24-4C44-84FB-36ED1E507033}">
      <dsp:nvSpPr>
        <dsp:cNvPr id="0" name=""/>
        <dsp:cNvSpPr/>
      </dsp:nvSpPr>
      <dsp:spPr>
        <a:xfrm>
          <a:off x="0" y="2029618"/>
          <a:ext cx="10353675"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33166A-7ADA-4800-96DE-1EA4493F22E1}">
      <dsp:nvSpPr>
        <dsp:cNvPr id="0" name=""/>
        <dsp:cNvSpPr/>
      </dsp:nvSpPr>
      <dsp:spPr>
        <a:xfrm>
          <a:off x="0" y="2029618"/>
          <a:ext cx="10353675" cy="101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ru-RU" sz="2800" b="0" i="1" kern="1200" baseline="0"/>
            <a:t>Суперечки всередині УЦР блокували державотворчу діяльність. </a:t>
          </a:r>
          <a:endParaRPr lang="uk-UA" sz="2800" kern="1200"/>
        </a:p>
      </dsp:txBody>
      <dsp:txXfrm>
        <a:off x="0" y="2029618"/>
        <a:ext cx="10353675" cy="1014809"/>
      </dsp:txXfrm>
    </dsp:sp>
    <dsp:sp modelId="{9435975D-33EF-4A4B-8772-319790DC148C}">
      <dsp:nvSpPr>
        <dsp:cNvPr id="0" name=""/>
        <dsp:cNvSpPr/>
      </dsp:nvSpPr>
      <dsp:spPr>
        <a:xfrm>
          <a:off x="0" y="3044427"/>
          <a:ext cx="10353675"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02A448-F20C-4726-9112-EBDD234C936D}">
      <dsp:nvSpPr>
        <dsp:cNvPr id="0" name=""/>
        <dsp:cNvSpPr/>
      </dsp:nvSpPr>
      <dsp:spPr>
        <a:xfrm>
          <a:off x="0" y="3044427"/>
          <a:ext cx="10353675" cy="1014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r>
            <a:rPr lang="uk-UA" sz="2800" b="0" i="1" kern="1200" baseline="0"/>
            <a:t>Військове втручання більшовицької Росії посилило дестабілізацію</a:t>
          </a:r>
          <a:endParaRPr lang="uk-UA" sz="2800" kern="1200"/>
        </a:p>
      </dsp:txBody>
      <dsp:txXfrm>
        <a:off x="0" y="3044427"/>
        <a:ext cx="10353675" cy="10148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575BA-5D50-49B1-BC57-DA005A09B6F6}">
      <dsp:nvSpPr>
        <dsp:cNvPr id="0" name=""/>
        <dsp:cNvSpPr/>
      </dsp:nvSpPr>
      <dsp:spPr>
        <a:xfrm>
          <a:off x="0" y="69781"/>
          <a:ext cx="5185872" cy="8424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baseline="0" dirty="0" err="1"/>
            <a:t>Українська</a:t>
          </a:r>
          <a:r>
            <a:rPr lang="ru-RU" sz="1500" b="0" i="0" kern="1200" baseline="0" dirty="0"/>
            <a:t> держава стане </a:t>
          </a:r>
          <a:r>
            <a:rPr lang="ru-RU" sz="1500" b="0" i="0" kern="1200" baseline="0" dirty="0" err="1"/>
            <a:t>найбільш</a:t>
          </a:r>
          <a:r>
            <a:rPr lang="ru-RU" sz="1500" b="0" i="0" kern="1200" baseline="0" dirty="0"/>
            <a:t> </a:t>
          </a:r>
          <a:r>
            <a:rPr lang="ru-RU" sz="1500" b="0" i="0" kern="1200" baseline="0" dirty="0" err="1"/>
            <a:t>тривалою</a:t>
          </a:r>
          <a:r>
            <a:rPr lang="ru-RU" sz="1500" b="0" i="0" kern="1200" baseline="0" dirty="0"/>
            <a:t> і </a:t>
          </a:r>
          <a:r>
            <a:rPr lang="ru-RU" sz="1500" b="0" i="0" kern="1200" baseline="0" dirty="0" err="1"/>
            <a:t>міцною</a:t>
          </a:r>
          <a:r>
            <a:rPr lang="ru-RU" sz="1500" b="0" i="0" kern="1200" baseline="0" dirty="0"/>
            <a:t> формою </a:t>
          </a:r>
          <a:r>
            <a:rPr lang="ru-RU" sz="1500" b="0" i="0" kern="1200" baseline="0" dirty="0" err="1"/>
            <a:t>існування</a:t>
          </a:r>
          <a:r>
            <a:rPr lang="ru-RU" sz="1500" b="0" i="0" kern="1200" baseline="0" dirty="0"/>
            <a:t> </a:t>
          </a:r>
          <a:r>
            <a:rPr lang="ru-RU" sz="1500" b="0" i="0" kern="1200" baseline="0" dirty="0" err="1"/>
            <a:t>самостійної</a:t>
          </a:r>
          <a:r>
            <a:rPr lang="ru-RU" sz="1500" b="0" i="0" kern="1200" baseline="0" dirty="0"/>
            <a:t> </a:t>
          </a:r>
          <a:r>
            <a:rPr lang="ru-RU" sz="1500" b="0" i="0" kern="1200" baseline="0" dirty="0" err="1"/>
            <a:t>України</a:t>
          </a:r>
          <a:r>
            <a:rPr lang="ru-RU" sz="1500" b="0" i="0" kern="1200" baseline="0" dirty="0"/>
            <a:t> в </a:t>
          </a:r>
          <a:r>
            <a:rPr lang="ru-RU" sz="1500" b="0" i="0" kern="1200" baseline="0" dirty="0" err="1"/>
            <a:t>період</a:t>
          </a:r>
          <a:r>
            <a:rPr lang="ru-RU" sz="1500" b="0" i="0" kern="1200" baseline="0" dirty="0"/>
            <a:t> </a:t>
          </a:r>
          <a:r>
            <a:rPr lang="ru-RU" sz="1500" b="0" i="0" kern="1200" baseline="0" dirty="0" err="1"/>
            <a:t>визвольник</a:t>
          </a:r>
          <a:r>
            <a:rPr lang="ru-RU" sz="1500" b="0" i="0" kern="1200" baseline="0" dirty="0"/>
            <a:t> </a:t>
          </a:r>
          <a:r>
            <a:rPr lang="ru-RU" sz="1500" b="0" i="0" kern="1200" baseline="0" dirty="0" err="1"/>
            <a:t>змагань</a:t>
          </a:r>
          <a:r>
            <a:rPr lang="ru-RU" sz="1500" b="0" i="0" kern="1200" baseline="0" dirty="0"/>
            <a:t> </a:t>
          </a:r>
          <a:r>
            <a:rPr lang="ru-RU" sz="1500" b="0" i="0" kern="1200" baseline="0" dirty="0" err="1"/>
            <a:t>рр</a:t>
          </a:r>
          <a:r>
            <a:rPr lang="ru-RU" sz="1500" b="0" i="0" kern="1200" baseline="0" dirty="0"/>
            <a:t>. </a:t>
          </a:r>
          <a:endParaRPr lang="uk-UA" sz="1500" kern="1200" dirty="0"/>
        </a:p>
      </dsp:txBody>
      <dsp:txXfrm>
        <a:off x="41123" y="110904"/>
        <a:ext cx="5103626" cy="760154"/>
      </dsp:txXfrm>
    </dsp:sp>
    <dsp:sp modelId="{2B599467-8CD8-4A3F-8373-DCF3827996F8}">
      <dsp:nvSpPr>
        <dsp:cNvPr id="0" name=""/>
        <dsp:cNvSpPr/>
      </dsp:nvSpPr>
      <dsp:spPr>
        <a:xfrm>
          <a:off x="0" y="955381"/>
          <a:ext cx="5185872" cy="8424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1" kern="1200" baseline="0"/>
            <a:t>Україна впевнено вийде на міжнародну арену, налагодить дипломатичні стосунки  </a:t>
          </a:r>
          <a:r>
            <a:rPr lang="uk-UA" sz="1500" b="0" i="1" kern="1200" baseline="0"/>
            <a:t>з 25 країнами. </a:t>
          </a:r>
          <a:endParaRPr lang="uk-UA" sz="1500" kern="1200"/>
        </a:p>
      </dsp:txBody>
      <dsp:txXfrm>
        <a:off x="41123" y="996504"/>
        <a:ext cx="5103626" cy="760154"/>
      </dsp:txXfrm>
    </dsp:sp>
    <dsp:sp modelId="{D4524DD9-544A-4CFF-AFBA-AD2C56A4350C}">
      <dsp:nvSpPr>
        <dsp:cNvPr id="0" name=""/>
        <dsp:cNvSpPr/>
      </dsp:nvSpPr>
      <dsp:spPr>
        <a:xfrm>
          <a:off x="0" y="1840981"/>
          <a:ext cx="5185872" cy="8424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1" kern="1200" baseline="0"/>
            <a:t>Активізується економічне життя, стабілізуються банківська і фінансова системи. </a:t>
          </a:r>
          <a:endParaRPr lang="uk-UA" sz="1500" kern="1200"/>
        </a:p>
      </dsp:txBody>
      <dsp:txXfrm>
        <a:off x="41123" y="1882104"/>
        <a:ext cx="5103626" cy="760154"/>
      </dsp:txXfrm>
    </dsp:sp>
    <dsp:sp modelId="{529F9F11-DAA7-432C-8C46-5A9C8281129E}">
      <dsp:nvSpPr>
        <dsp:cNvPr id="0" name=""/>
        <dsp:cNvSpPr/>
      </dsp:nvSpPr>
      <dsp:spPr>
        <a:xfrm>
          <a:off x="0" y="2726581"/>
          <a:ext cx="5185872" cy="8424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0" kern="1200" baseline="0"/>
            <a:t>Розпочнеться творення української армії, значних зрушень буде досягнуто в культурній </a:t>
          </a:r>
          <a:r>
            <a:rPr lang="uk-UA" sz="1500" b="0" i="1" kern="1200" baseline="0"/>
            <a:t> </a:t>
          </a:r>
          <a:endParaRPr lang="uk-UA" sz="1500" kern="1200"/>
        </a:p>
      </dsp:txBody>
      <dsp:txXfrm>
        <a:off x="41123" y="2767704"/>
        <a:ext cx="5103626" cy="7601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7D06E-E438-4E3B-A81E-AA0AB66EBD87}">
      <dsp:nvSpPr>
        <dsp:cNvPr id="0" name=""/>
        <dsp:cNvSpPr/>
      </dsp:nvSpPr>
      <dsp:spPr>
        <a:xfrm>
          <a:off x="0" y="60422"/>
          <a:ext cx="5194582" cy="11419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b="0" i="1" kern="1200" baseline="0"/>
            <a:t>Гетьман П. Скоропадський, спираючись на  </a:t>
          </a:r>
          <a:r>
            <a:rPr lang="uk-UA" sz="1600" b="0" i="1" kern="1200" baseline="0"/>
            <a:t>німецьку окупаційну владу, великих землевласників та підприємців, запропонував інший шлях  розбудови держави в Україні. </a:t>
          </a:r>
          <a:endParaRPr lang="uk-UA" sz="1600" kern="1200"/>
        </a:p>
      </dsp:txBody>
      <dsp:txXfrm>
        <a:off x="55744" y="116166"/>
        <a:ext cx="5083094" cy="1030432"/>
      </dsp:txXfrm>
    </dsp:sp>
    <dsp:sp modelId="{7755F232-8AD7-43A7-9F26-C3AFC0A04D37}">
      <dsp:nvSpPr>
        <dsp:cNvPr id="0" name=""/>
        <dsp:cNvSpPr/>
      </dsp:nvSpPr>
      <dsp:spPr>
        <a:xfrm>
          <a:off x="0" y="1248422"/>
          <a:ext cx="5194582" cy="11419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ru-RU" sz="1600" b="0" i="1" kern="1200" baseline="0"/>
            <a:t>Заперечення здобутків УЦР зумовило перехід українських політичних партій в опозицію до гетьмана. </a:t>
          </a:r>
          <a:endParaRPr lang="uk-UA" sz="1600" kern="1200"/>
        </a:p>
      </dsp:txBody>
      <dsp:txXfrm>
        <a:off x="55744" y="1304166"/>
        <a:ext cx="5083094" cy="1030432"/>
      </dsp:txXfrm>
    </dsp:sp>
    <dsp:sp modelId="{6290CC39-A988-47C6-BFE8-CF79B8DC86F3}">
      <dsp:nvSpPr>
        <dsp:cNvPr id="0" name=""/>
        <dsp:cNvSpPr/>
      </dsp:nvSpPr>
      <dsp:spPr>
        <a:xfrm>
          <a:off x="0" y="2436422"/>
          <a:ext cx="5194582" cy="11419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baseline="0"/>
            <a:t>Прагнення задовільнити економічні та політичні вимоги німецької окупаційної влади спричинило посилення опору гетьманському режимові з боку селян і робітників. </a:t>
          </a:r>
          <a:endParaRPr lang="uk-UA" sz="1600" kern="1200"/>
        </a:p>
      </dsp:txBody>
      <dsp:txXfrm>
        <a:off x="55744" y="2492166"/>
        <a:ext cx="5083094" cy="10304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B4EAE-A980-4A0B-8161-F1C1CC716863}">
      <dsp:nvSpPr>
        <dsp:cNvPr id="0" name=""/>
        <dsp:cNvSpPr/>
      </dsp:nvSpPr>
      <dsp:spPr>
        <a:xfrm>
          <a:off x="0" y="0"/>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528F61-3662-4955-8886-A4E5E7752BAF}">
      <dsp:nvSpPr>
        <dsp:cNvPr id="0" name=""/>
        <dsp:cNvSpPr/>
      </dsp:nvSpPr>
      <dsp:spPr>
        <a:xfrm>
          <a:off x="0" y="0"/>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uk-UA" sz="1400" b="0" i="1" kern="1200"/>
            <a:t>«…Україна стає Українською Народною Республікою. Не відділяючись від республіки Російської… ми твердо станемо на нашій землі…»</a:t>
          </a:r>
          <a:endParaRPr lang="uk-UA" sz="1400" kern="1200"/>
        </a:p>
      </dsp:txBody>
      <dsp:txXfrm>
        <a:off x="0" y="0"/>
        <a:ext cx="5185872" cy="909690"/>
      </dsp:txXfrm>
    </dsp:sp>
    <dsp:sp modelId="{50AD29CC-8464-4263-94C7-EFE9F0B582EA}">
      <dsp:nvSpPr>
        <dsp:cNvPr id="0" name=""/>
        <dsp:cNvSpPr/>
      </dsp:nvSpPr>
      <dsp:spPr>
        <a:xfrm>
          <a:off x="0" y="909690"/>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F5A1F8-42E6-48BE-B412-069413AAD5DA}">
      <dsp:nvSpPr>
        <dsp:cNvPr id="0" name=""/>
        <dsp:cNvSpPr/>
      </dsp:nvSpPr>
      <dsp:spPr>
        <a:xfrm>
          <a:off x="0" y="909690"/>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uk-UA" sz="1400" b="0" i="1" kern="1200"/>
            <a:t>«Цією грамотою я оголошую себе Гетьманом усієї України. …Центральна і Мала Рада з нинішнього дня розпускаються…»</a:t>
          </a:r>
          <a:endParaRPr lang="uk-UA" sz="1400" kern="1200"/>
        </a:p>
      </dsp:txBody>
      <dsp:txXfrm>
        <a:off x="0" y="909690"/>
        <a:ext cx="5185872" cy="909690"/>
      </dsp:txXfrm>
    </dsp:sp>
    <dsp:sp modelId="{3864E076-827F-435B-A6EC-33DD2D26671E}">
      <dsp:nvSpPr>
        <dsp:cNvPr id="0" name=""/>
        <dsp:cNvSpPr/>
      </dsp:nvSpPr>
      <dsp:spPr>
        <a:xfrm>
          <a:off x="0" y="1819381"/>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09C013-970C-4673-BD04-BE39F42F43E1}">
      <dsp:nvSpPr>
        <dsp:cNvPr id="0" name=""/>
        <dsp:cNvSpPr/>
      </dsp:nvSpPr>
      <dsp:spPr>
        <a:xfrm>
          <a:off x="0" y="1819381"/>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uk-UA" sz="1400" b="0" i="1" kern="1200"/>
            <a:t>«…воєдино зливаються …частини єдиної України — Західноукраїнська Народна Республіка і Наддніпрянська Україна. Однині є єдина незалежна Українська Народна Республіка…»</a:t>
          </a:r>
          <a:endParaRPr lang="uk-UA" sz="1400" kern="1200"/>
        </a:p>
      </dsp:txBody>
      <dsp:txXfrm>
        <a:off x="0" y="1819381"/>
        <a:ext cx="5185872" cy="909690"/>
      </dsp:txXfrm>
    </dsp:sp>
    <dsp:sp modelId="{320E7F58-3C9F-4917-AAE9-D8E9FE2444F0}">
      <dsp:nvSpPr>
        <dsp:cNvPr id="0" name=""/>
        <dsp:cNvSpPr/>
      </dsp:nvSpPr>
      <dsp:spPr>
        <a:xfrm>
          <a:off x="0" y="2729072"/>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D91F7D-7F67-41CB-A2FC-3AACA2A00912}">
      <dsp:nvSpPr>
        <dsp:cNvPr id="0" name=""/>
        <dsp:cNvSpPr/>
      </dsp:nvSpPr>
      <dsp:spPr>
        <a:xfrm>
          <a:off x="0" y="2729072"/>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uk-UA" sz="1400" b="0" i="1" kern="1200"/>
            <a:t>«Однині Українська Народна Республіка стає самостійною, ні від нікого незалежною, суверенною державою українського народу….»</a:t>
          </a:r>
          <a:endParaRPr lang="uk-UA" sz="1400" kern="1200"/>
        </a:p>
      </dsp:txBody>
      <dsp:txXfrm>
        <a:off x="0" y="2729072"/>
        <a:ext cx="5185872" cy="9096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6B22D-F0C4-4723-A686-0F848902F39B}">
      <dsp:nvSpPr>
        <dsp:cNvPr id="0" name=""/>
        <dsp:cNvSpPr/>
      </dsp:nvSpPr>
      <dsp:spPr>
        <a:xfrm rot="10800000">
          <a:off x="1016878" y="992"/>
          <a:ext cx="3454397" cy="587142"/>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914"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липень 1917 р.</a:t>
          </a:r>
          <a:endParaRPr lang="uk-UA" sz="2600" kern="1200"/>
        </a:p>
      </dsp:txBody>
      <dsp:txXfrm rot="10800000">
        <a:off x="1163663" y="992"/>
        <a:ext cx="3307612" cy="587142"/>
      </dsp:txXfrm>
    </dsp:sp>
    <dsp:sp modelId="{A3FE499D-3D2D-4278-9E85-ED273BF30C8C}">
      <dsp:nvSpPr>
        <dsp:cNvPr id="0" name=""/>
        <dsp:cNvSpPr/>
      </dsp:nvSpPr>
      <dsp:spPr>
        <a:xfrm>
          <a:off x="723307" y="992"/>
          <a:ext cx="587142" cy="587142"/>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322E70-F885-4B7D-BFEE-F9A3F737C6EC}">
      <dsp:nvSpPr>
        <dsp:cNvPr id="0" name=""/>
        <dsp:cNvSpPr/>
      </dsp:nvSpPr>
      <dsp:spPr>
        <a:xfrm rot="10800000">
          <a:off x="1016878" y="763401"/>
          <a:ext cx="3454397" cy="587142"/>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914"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листопад 1917 р.</a:t>
          </a:r>
          <a:endParaRPr lang="uk-UA" sz="2600" kern="1200"/>
        </a:p>
      </dsp:txBody>
      <dsp:txXfrm rot="10800000">
        <a:off x="1163663" y="763401"/>
        <a:ext cx="3307612" cy="587142"/>
      </dsp:txXfrm>
    </dsp:sp>
    <dsp:sp modelId="{4B1E86B5-B7EC-4E54-A1EF-9997BB3E6EB4}">
      <dsp:nvSpPr>
        <dsp:cNvPr id="0" name=""/>
        <dsp:cNvSpPr/>
      </dsp:nvSpPr>
      <dsp:spPr>
        <a:xfrm>
          <a:off x="723307" y="763401"/>
          <a:ext cx="587142" cy="587142"/>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B1CD34-B613-4FB0-BE96-A3261CAB8B05}">
      <dsp:nvSpPr>
        <dsp:cNvPr id="0" name=""/>
        <dsp:cNvSpPr/>
      </dsp:nvSpPr>
      <dsp:spPr>
        <a:xfrm rot="10800000">
          <a:off x="1016878" y="1525810"/>
          <a:ext cx="3454397" cy="587142"/>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914"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січень 1918 р.</a:t>
          </a:r>
          <a:endParaRPr lang="uk-UA" sz="2600" kern="1200"/>
        </a:p>
      </dsp:txBody>
      <dsp:txXfrm rot="10800000">
        <a:off x="1163663" y="1525810"/>
        <a:ext cx="3307612" cy="587142"/>
      </dsp:txXfrm>
    </dsp:sp>
    <dsp:sp modelId="{24614860-5880-49F4-A7E2-0CA83F928202}">
      <dsp:nvSpPr>
        <dsp:cNvPr id="0" name=""/>
        <dsp:cNvSpPr/>
      </dsp:nvSpPr>
      <dsp:spPr>
        <a:xfrm>
          <a:off x="723307" y="1525810"/>
          <a:ext cx="587142" cy="587142"/>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14D3D3-F1F9-4B43-BA63-23D624D63EF2}">
      <dsp:nvSpPr>
        <dsp:cNvPr id="0" name=""/>
        <dsp:cNvSpPr/>
      </dsp:nvSpPr>
      <dsp:spPr>
        <a:xfrm rot="10800000">
          <a:off x="1016878" y="2288219"/>
          <a:ext cx="3454397" cy="587142"/>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914"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квітень 1918 р.</a:t>
          </a:r>
          <a:endParaRPr lang="uk-UA" sz="2600" kern="1200"/>
        </a:p>
      </dsp:txBody>
      <dsp:txXfrm rot="10800000">
        <a:off x="1163663" y="2288219"/>
        <a:ext cx="3307612" cy="587142"/>
      </dsp:txXfrm>
    </dsp:sp>
    <dsp:sp modelId="{11695ABA-8760-411A-98CB-2BAD83B7E7BD}">
      <dsp:nvSpPr>
        <dsp:cNvPr id="0" name=""/>
        <dsp:cNvSpPr/>
      </dsp:nvSpPr>
      <dsp:spPr>
        <a:xfrm>
          <a:off x="723307" y="2288219"/>
          <a:ext cx="587142" cy="587142"/>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E6A3FB-BCD3-4C04-8115-554E2CF37B71}">
      <dsp:nvSpPr>
        <dsp:cNvPr id="0" name=""/>
        <dsp:cNvSpPr/>
      </dsp:nvSpPr>
      <dsp:spPr>
        <a:xfrm rot="10800000">
          <a:off x="1016878" y="3050628"/>
          <a:ext cx="3454397" cy="587142"/>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8914" tIns="99060" rIns="184912" bIns="99060" numCol="1" spcCol="1270" anchor="ctr" anchorCtr="0">
          <a:noAutofit/>
        </a:bodyPr>
        <a:lstStyle/>
        <a:p>
          <a:pPr marL="0" lvl="0" indent="0" algn="ctr" defTabSz="1155700">
            <a:lnSpc>
              <a:spcPct val="90000"/>
            </a:lnSpc>
            <a:spcBef>
              <a:spcPct val="0"/>
            </a:spcBef>
            <a:spcAft>
              <a:spcPct val="35000"/>
            </a:spcAft>
            <a:buNone/>
          </a:pPr>
          <a:r>
            <a:rPr lang="ru-RU" sz="2600" b="0" i="0" kern="1200"/>
            <a:t>січень 1919 р.</a:t>
          </a:r>
          <a:endParaRPr lang="uk-UA" sz="2600" kern="1200"/>
        </a:p>
      </dsp:txBody>
      <dsp:txXfrm rot="10800000">
        <a:off x="1163663" y="3050628"/>
        <a:ext cx="3307612" cy="587142"/>
      </dsp:txXfrm>
    </dsp:sp>
    <dsp:sp modelId="{8EE05786-D243-4EF9-8BDF-2BC0610E3035}">
      <dsp:nvSpPr>
        <dsp:cNvPr id="0" name=""/>
        <dsp:cNvSpPr/>
      </dsp:nvSpPr>
      <dsp:spPr>
        <a:xfrm>
          <a:off x="723307" y="3050628"/>
          <a:ext cx="587142" cy="587142"/>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9D2B9-8C89-4837-87B2-8FF31BB8AE4B}">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1917 р.</a:t>
          </a:r>
          <a:endParaRPr lang="uk-UA" sz="3400" kern="1200"/>
        </a:p>
      </dsp:txBody>
      <dsp:txXfrm rot="10800000">
        <a:off x="1241411" y="1582"/>
        <a:ext cx="3268738" cy="742637"/>
      </dsp:txXfrm>
    </dsp:sp>
    <dsp:sp modelId="{53A2A5CF-B490-4910-BB8C-D47A9533AB4F}">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3FBD7C9-17CF-458F-9133-9BCE6686BBD1}">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1918 р.</a:t>
          </a:r>
          <a:endParaRPr lang="uk-UA" sz="3400" kern="1200"/>
        </a:p>
      </dsp:txBody>
      <dsp:txXfrm rot="10800000">
        <a:off x="1241411" y="965902"/>
        <a:ext cx="3268738" cy="742637"/>
      </dsp:txXfrm>
    </dsp:sp>
    <dsp:sp modelId="{C84DABD4-5A57-45FD-AC09-4DF8A535793B}">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9DAF90-17E9-468D-81D6-E6F7D66A81B7}">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1919 р.</a:t>
          </a:r>
          <a:endParaRPr lang="uk-UA" sz="3400" kern="1200"/>
        </a:p>
      </dsp:txBody>
      <dsp:txXfrm rot="10800000">
        <a:off x="1241411" y="1930223"/>
        <a:ext cx="3268738" cy="742637"/>
      </dsp:txXfrm>
    </dsp:sp>
    <dsp:sp modelId="{9768942B-D095-4284-9BD3-DDD8CD4BB422}">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DC339A-91E6-4C6A-A88C-25064A7D2137}">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ru-RU" sz="3400" b="0" i="0" kern="1200"/>
            <a:t>1920 р.</a:t>
          </a:r>
          <a:endParaRPr lang="uk-UA" sz="3400" kern="1200"/>
        </a:p>
      </dsp:txBody>
      <dsp:txXfrm rot="10800000">
        <a:off x="1241411" y="2894544"/>
        <a:ext cx="3268738" cy="742637"/>
      </dsp:txXfrm>
    </dsp:sp>
    <dsp:sp modelId="{11AF702E-674C-4B77-B4D2-C5D8983287F9}">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1D3C3-F2C4-45B2-80D4-7EBD1AC4516B}">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підрозділів Робітничо-Селянської Червоної Армії.</a:t>
          </a:r>
          <a:endParaRPr lang="uk-UA" sz="2100" kern="1200"/>
        </a:p>
      </dsp:txBody>
      <dsp:txXfrm>
        <a:off x="40780" y="98682"/>
        <a:ext cx="5113022" cy="753819"/>
      </dsp:txXfrm>
    </dsp:sp>
    <dsp:sp modelId="{9B3A467C-A2CE-475C-9B10-EDC846069221}">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окупаційних військ держав Антанти.</a:t>
          </a:r>
          <a:endParaRPr lang="uk-UA" sz="2100" kern="1200"/>
        </a:p>
      </dsp:txBody>
      <dsp:txXfrm>
        <a:off x="40780" y="994542"/>
        <a:ext cx="5113022" cy="753819"/>
      </dsp:txXfrm>
    </dsp:sp>
    <dsp:sp modelId="{62C227F7-47CD-4DBE-B3BD-E08749FE2E68}">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селянських повстанських загонів.</a:t>
          </a:r>
          <a:endParaRPr lang="uk-UA" sz="2100" kern="1200"/>
        </a:p>
      </dsp:txBody>
      <dsp:txXfrm>
        <a:off x="40780" y="1890402"/>
        <a:ext cx="5113022" cy="753819"/>
      </dsp:txXfrm>
    </dsp:sp>
    <dsp:sp modelId="{7E351E02-5342-44A6-8C9D-F04491E3C303}">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з’єднань Добровольчої армії.</a:t>
          </a:r>
          <a:endParaRPr lang="uk-UA" sz="2100" kern="1200"/>
        </a:p>
      </dsp:txBody>
      <dsp:txXfrm>
        <a:off x="40780" y="2786262"/>
        <a:ext cx="5113022" cy="7538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550E7-32FF-425A-8445-8AEDB4F2A054}">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Світовий конгрес українців</a:t>
          </a:r>
          <a:endParaRPr lang="uk-UA" sz="2000" kern="1200"/>
        </a:p>
      </dsp:txBody>
      <dsp:txXfrm rot="10800000">
        <a:off x="1241411" y="1582"/>
        <a:ext cx="3268738" cy="742637"/>
      </dsp:txXfrm>
    </dsp:sp>
    <dsp:sp modelId="{D97B4EB2-62A0-43C1-9F23-C89CD4BAFDFA}">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0C9718-F90B-4216-8234-42E717070E0C}">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Національний конгрес</a:t>
          </a:r>
          <a:endParaRPr lang="uk-UA" sz="2000" kern="1200"/>
        </a:p>
      </dsp:txBody>
      <dsp:txXfrm rot="10800000">
        <a:off x="1241411" y="965902"/>
        <a:ext cx="3268738" cy="742637"/>
      </dsp:txXfrm>
    </dsp:sp>
    <dsp:sp modelId="{F4DE20FF-8EF2-4392-8E10-53C1950E6127}">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133F43-CF0A-4D48-8986-E51F9B0C9738}">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Хліборобський конгрес</a:t>
          </a:r>
          <a:endParaRPr lang="uk-UA" sz="2000" kern="1200"/>
        </a:p>
      </dsp:txBody>
      <dsp:txXfrm rot="10800000">
        <a:off x="1241411" y="1930223"/>
        <a:ext cx="3268738" cy="742637"/>
      </dsp:txXfrm>
    </dsp:sp>
    <dsp:sp modelId="{C0811203-447C-4D37-90BE-5582D1901178}">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652471-8549-4F8C-9B0C-D80925B05F3E}">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Трудовий конгрес</a:t>
          </a:r>
          <a:endParaRPr lang="uk-UA" sz="2000" kern="1200"/>
        </a:p>
      </dsp:txBody>
      <dsp:txXfrm rot="10800000">
        <a:off x="1241411" y="2894544"/>
        <a:ext cx="3268738" cy="742637"/>
      </dsp:txXfrm>
    </dsp:sp>
    <dsp:sp modelId="{2FCCD47E-3642-48FC-ACCA-C6EA0B992F67}">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E8785D-0A39-419A-A2E8-29AA2D528CE4}">
      <dsp:nvSpPr>
        <dsp:cNvPr id="0" name=""/>
        <dsp:cNvSpPr/>
      </dsp:nvSpPr>
      <dsp:spPr>
        <a:xfrm>
          <a:off x="0" y="30954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розв’язання проблем організації влади та визначення форми державного устрою.</a:t>
          </a:r>
          <a:endParaRPr lang="uk-UA" sz="1800" kern="1200"/>
        </a:p>
      </dsp:txBody>
      <dsp:txXfrm>
        <a:off x="34954" y="344496"/>
        <a:ext cx="5124674" cy="646132"/>
      </dsp:txXfrm>
    </dsp:sp>
    <dsp:sp modelId="{0292C633-87AE-418C-9BE9-D88412EEC63A}">
      <dsp:nvSpPr>
        <dsp:cNvPr id="0" name=""/>
        <dsp:cNvSpPr/>
      </dsp:nvSpPr>
      <dsp:spPr>
        <a:xfrm>
          <a:off x="0" y="107742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ухвалення Варшавського договору, підписаного з Польською Республікою.</a:t>
          </a:r>
          <a:endParaRPr lang="uk-UA" sz="1800" kern="1200"/>
        </a:p>
      </dsp:txBody>
      <dsp:txXfrm>
        <a:off x="34954" y="1112376"/>
        <a:ext cx="5124674" cy="646132"/>
      </dsp:txXfrm>
    </dsp:sp>
    <dsp:sp modelId="{AC8143A3-5E2D-4D1C-9FDC-29A291C75E5A}">
      <dsp:nvSpPr>
        <dsp:cNvPr id="0" name=""/>
        <dsp:cNvSpPr/>
      </dsp:nvSpPr>
      <dsp:spPr>
        <a:xfrm>
          <a:off x="0" y="184530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оголошення війни радянській Росії та проведення переговорів з Антантою.</a:t>
          </a:r>
          <a:endParaRPr lang="uk-UA" sz="1800" kern="1200"/>
        </a:p>
      </dsp:txBody>
      <dsp:txXfrm>
        <a:off x="34954" y="1880256"/>
        <a:ext cx="5124674" cy="646132"/>
      </dsp:txXfrm>
    </dsp:sp>
    <dsp:sp modelId="{BE7F3CDF-12D9-4220-BC62-C670A5781146}">
      <dsp:nvSpPr>
        <dsp:cNvPr id="0" name=""/>
        <dsp:cNvSpPr/>
      </dsp:nvSpPr>
      <dsp:spPr>
        <a:xfrm>
          <a:off x="0" y="261318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підготовки та санкціонування об’єднання УНР і ЗУНР.</a:t>
          </a:r>
          <a:endParaRPr lang="uk-UA" sz="1800" kern="1200"/>
        </a:p>
      </dsp:txBody>
      <dsp:txXfrm>
        <a:off x="34954" y="2648136"/>
        <a:ext cx="5124674" cy="64613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0E4A7-1D97-449F-986D-1FB32AC6983D}">
      <dsp:nvSpPr>
        <dsp:cNvPr id="0" name=""/>
        <dsp:cNvSpPr/>
      </dsp:nvSpPr>
      <dsp:spPr>
        <a:xfrm>
          <a:off x="0" y="30954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першої та другої воєн радянської Росії проти Української Народної Республіки</a:t>
          </a:r>
          <a:endParaRPr lang="uk-UA" sz="1800" kern="1200"/>
        </a:p>
      </dsp:txBody>
      <dsp:txXfrm>
        <a:off x="34954" y="344496"/>
        <a:ext cx="5124674" cy="646132"/>
      </dsp:txXfrm>
    </dsp:sp>
    <dsp:sp modelId="{D22EB14F-2172-4F1B-83BE-9C81425DE373}">
      <dsp:nvSpPr>
        <dsp:cNvPr id="0" name=""/>
        <dsp:cNvSpPr/>
      </dsp:nvSpPr>
      <dsp:spPr>
        <a:xfrm>
          <a:off x="0" y="107742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першого та другого Зимових походів Армії Української Народної Республіки</a:t>
          </a:r>
          <a:endParaRPr lang="uk-UA" sz="1800" kern="1200"/>
        </a:p>
      </dsp:txBody>
      <dsp:txXfrm>
        <a:off x="34954" y="1112376"/>
        <a:ext cx="5124674" cy="646132"/>
      </dsp:txXfrm>
    </dsp:sp>
    <dsp:sp modelId="{29801084-AC12-4C9F-8462-0F50D66BF977}">
      <dsp:nvSpPr>
        <dsp:cNvPr id="0" name=""/>
        <dsp:cNvSpPr/>
      </dsp:nvSpPr>
      <dsp:spPr>
        <a:xfrm>
          <a:off x="0" y="184530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українсько-польської та радянсько-польської воєн</a:t>
          </a:r>
          <a:endParaRPr lang="uk-UA" sz="1800" kern="1200"/>
        </a:p>
      </dsp:txBody>
      <dsp:txXfrm>
        <a:off x="34954" y="1880256"/>
        <a:ext cx="5124674" cy="646132"/>
      </dsp:txXfrm>
    </dsp:sp>
    <dsp:sp modelId="{3CA8782F-5542-43BA-803B-40094438AFFB}">
      <dsp:nvSpPr>
        <dsp:cNvPr id="0" name=""/>
        <dsp:cNvSpPr/>
      </dsp:nvSpPr>
      <dsp:spPr>
        <a:xfrm>
          <a:off x="0" y="261318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існування Української Народної Республіки за часів Центральної Ради та Директорії</a:t>
          </a:r>
          <a:endParaRPr lang="uk-UA" sz="1800" kern="1200"/>
        </a:p>
      </dsp:txBody>
      <dsp:txXfrm>
        <a:off x="34954" y="2648136"/>
        <a:ext cx="5124674" cy="64613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4BFC6-8AC5-448B-A6EE-95B4914A4438}">
      <dsp:nvSpPr>
        <dsp:cNvPr id="0" name=""/>
        <dsp:cNvSpPr/>
      </dsp:nvSpPr>
      <dsp:spPr>
        <a:xfrm rot="10800000">
          <a:off x="1264354" y="249"/>
          <a:ext cx="3448605" cy="1582881"/>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007"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проголошення Акта Злуки Української Народної Республіки та Західноукраїнської Народної Республіки</a:t>
          </a:r>
          <a:endParaRPr lang="uk-UA" sz="1600" kern="1200"/>
        </a:p>
      </dsp:txBody>
      <dsp:txXfrm rot="10800000">
        <a:off x="1660074" y="249"/>
        <a:ext cx="3052885" cy="1582881"/>
      </dsp:txXfrm>
    </dsp:sp>
    <dsp:sp modelId="{0C0DD0B3-F5B0-421F-AB06-90E814123F8B}">
      <dsp:nvSpPr>
        <dsp:cNvPr id="0" name=""/>
        <dsp:cNvSpPr/>
      </dsp:nvSpPr>
      <dsp:spPr>
        <a:xfrm>
          <a:off x="472913" y="249"/>
          <a:ext cx="1582881" cy="1582881"/>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8003EA-F171-4A41-A5BA-63C3F857C59D}">
      <dsp:nvSpPr>
        <dsp:cNvPr id="0" name=""/>
        <dsp:cNvSpPr/>
      </dsp:nvSpPr>
      <dsp:spPr>
        <a:xfrm rot="10800000">
          <a:off x="1264354" y="2055632"/>
          <a:ext cx="3448605" cy="1582881"/>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007"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1" i="0" kern="1200" dirty="0" err="1"/>
            <a:t>Б</a:t>
          </a:r>
          <a:r>
            <a:rPr lang="uk-UA" sz="1600" b="0" i="0" kern="1200" dirty="0" err="1"/>
            <a:t>проголошення</a:t>
          </a:r>
          <a:r>
            <a:rPr lang="uk-UA" sz="1600" b="0" i="0" kern="1200" dirty="0"/>
            <a:t> Українською Центральною Радою Української Народної Республіки</a:t>
          </a:r>
          <a:endParaRPr lang="uk-UA" sz="1600" kern="1200" dirty="0"/>
        </a:p>
      </dsp:txBody>
      <dsp:txXfrm rot="10800000">
        <a:off x="1660074" y="2055632"/>
        <a:ext cx="3052885" cy="1582881"/>
      </dsp:txXfrm>
    </dsp:sp>
    <dsp:sp modelId="{0FF5F4A8-4338-4CA0-94CC-C2135B0D126F}">
      <dsp:nvSpPr>
        <dsp:cNvPr id="0" name=""/>
        <dsp:cNvSpPr/>
      </dsp:nvSpPr>
      <dsp:spPr>
        <a:xfrm>
          <a:off x="472913" y="2055632"/>
          <a:ext cx="1582881" cy="1582881"/>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BEDEE6-BDC4-4EDB-9429-F0B588FA7269}">
      <dsp:nvSpPr>
        <dsp:cNvPr id="0" name=""/>
        <dsp:cNvSpPr/>
      </dsp:nvSpPr>
      <dsp:spPr>
        <a:xfrm rot="10800000">
          <a:off x="1265627" y="1100"/>
          <a:ext cx="3454397" cy="1582141"/>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7680"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0" i="0" kern="1200"/>
            <a:t>затвердження Українською Центральною Радою Конституції Української Народної Республіки</a:t>
          </a:r>
          <a:endParaRPr lang="uk-UA" sz="1600" kern="1200"/>
        </a:p>
      </dsp:txBody>
      <dsp:txXfrm rot="10800000">
        <a:off x="1661162" y="1100"/>
        <a:ext cx="3058862" cy="1582141"/>
      </dsp:txXfrm>
    </dsp:sp>
    <dsp:sp modelId="{DCC3465F-0469-496A-997E-DF0ADCD61ED2}">
      <dsp:nvSpPr>
        <dsp:cNvPr id="0" name=""/>
        <dsp:cNvSpPr/>
      </dsp:nvSpPr>
      <dsp:spPr>
        <a:xfrm>
          <a:off x="474557" y="1100"/>
          <a:ext cx="1582141" cy="1582141"/>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6EE694-C39C-4F5B-AD8C-B95163970D90}">
      <dsp:nvSpPr>
        <dsp:cNvPr id="0" name=""/>
        <dsp:cNvSpPr/>
      </dsp:nvSpPr>
      <dsp:spPr>
        <a:xfrm rot="10800000">
          <a:off x="1265627" y="2055522"/>
          <a:ext cx="3454397" cy="1582141"/>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7680" tIns="60960" rIns="113792" bIns="60960" numCol="1" spcCol="1270" anchor="ctr" anchorCtr="0">
          <a:noAutofit/>
        </a:bodyPr>
        <a:lstStyle/>
        <a:p>
          <a:pPr marL="0" lvl="0" indent="0" algn="ctr" defTabSz="711200">
            <a:lnSpc>
              <a:spcPct val="90000"/>
            </a:lnSpc>
            <a:spcBef>
              <a:spcPct val="0"/>
            </a:spcBef>
            <a:spcAft>
              <a:spcPct val="35000"/>
            </a:spcAft>
            <a:buNone/>
          </a:pPr>
          <a:r>
            <a:rPr lang="uk-UA" sz="1600" b="1" i="0" kern="1200"/>
            <a:t>Г</a:t>
          </a:r>
          <a:r>
            <a:rPr lang="uk-UA" sz="1600" b="0" i="0" kern="1200"/>
            <a:t>проголошення радянської влади в Україні Всеукраїнським з’їздом рад у Харкові</a:t>
          </a:r>
          <a:endParaRPr lang="uk-UA" sz="1600" kern="1200"/>
        </a:p>
      </dsp:txBody>
      <dsp:txXfrm rot="10800000">
        <a:off x="1661162" y="2055522"/>
        <a:ext cx="3058862" cy="1582141"/>
      </dsp:txXfrm>
    </dsp:sp>
    <dsp:sp modelId="{2595E2B6-A7CB-4886-A586-9EED5AAE54D9}">
      <dsp:nvSpPr>
        <dsp:cNvPr id="0" name=""/>
        <dsp:cNvSpPr/>
      </dsp:nvSpPr>
      <dsp:spPr>
        <a:xfrm>
          <a:off x="474557" y="2055522"/>
          <a:ext cx="1582141" cy="1582141"/>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2FF04-EE27-47F6-9321-A3A1B4F6F612}">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Другий зимовий похід Армії УНР.</a:t>
          </a:r>
          <a:endParaRPr lang="uk-UA" sz="1400" kern="1200"/>
        </a:p>
      </dsp:txBody>
      <dsp:txXfrm rot="10800000">
        <a:off x="1240177" y="477"/>
        <a:ext cx="3262833" cy="743089"/>
      </dsp:txXfrm>
    </dsp:sp>
    <dsp:sp modelId="{5AAC19CC-142F-4BB6-B762-BCEC96963239}">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36EC03-6D23-4B09-B50F-B53AF68F0A48}">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Прихід до влади гетьмана П. Скоропадського.</a:t>
          </a:r>
          <a:endParaRPr lang="uk-UA" sz="1400" kern="1200"/>
        </a:p>
      </dsp:txBody>
      <dsp:txXfrm rot="10800000">
        <a:off x="1240177" y="965383"/>
        <a:ext cx="3262833" cy="743089"/>
      </dsp:txXfrm>
    </dsp:sp>
    <dsp:sp modelId="{5BEE7E97-2BD1-4D8B-9CD7-C5616A257EC3}">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C08501-9A39-471C-8027-DAAD7E58AC2E}">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Брест-Литовський договір між УНР і державами Четверного союзу.</a:t>
          </a:r>
          <a:endParaRPr lang="uk-UA" sz="1400" kern="1200"/>
        </a:p>
      </dsp:txBody>
      <dsp:txXfrm rot="10800000">
        <a:off x="1240177" y="1930290"/>
        <a:ext cx="3262833" cy="743089"/>
      </dsp:txXfrm>
    </dsp:sp>
    <dsp:sp modelId="{B691698C-7434-4B15-A1B5-F1B1D8CB39F0}">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E3041D-581D-4F2A-8EB9-8D46E0257224}">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Розгром військ П. Врангеля.</a:t>
          </a:r>
          <a:endParaRPr lang="uk-UA" sz="1400" kern="1200"/>
        </a:p>
      </dsp:txBody>
      <dsp:txXfrm rot="10800000">
        <a:off x="1240177" y="2895196"/>
        <a:ext cx="3262833" cy="743089"/>
      </dsp:txXfrm>
    </dsp:sp>
    <dsp:sp modelId="{31C89464-1495-4076-BAFC-B798B673EB77}">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3E140-6ACC-4DF1-A1A7-73F5B599D4B8}">
      <dsp:nvSpPr>
        <dsp:cNvPr id="0" name=""/>
        <dsp:cNvSpPr/>
      </dsp:nvSpPr>
      <dsp:spPr>
        <a:xfrm>
          <a:off x="0" y="3081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Націоналізація промисловості, створення сільськогосподарських артілей і комун.</a:t>
          </a:r>
          <a:endParaRPr lang="uk-UA" sz="1700" kern="1200"/>
        </a:p>
      </dsp:txBody>
      <dsp:txXfrm>
        <a:off x="33012" y="63824"/>
        <a:ext cx="5128558" cy="610236"/>
      </dsp:txXfrm>
    </dsp:sp>
    <dsp:sp modelId="{CC52E763-A39E-411A-BE66-9F259849FBD2}">
      <dsp:nvSpPr>
        <dsp:cNvPr id="0" name=""/>
        <dsp:cNvSpPr/>
      </dsp:nvSpPr>
      <dsp:spPr>
        <a:xfrm>
          <a:off x="0" y="75603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Відновлення права приватної власності, створення державного бюджету.</a:t>
          </a:r>
          <a:endParaRPr lang="uk-UA" sz="1700" kern="1200"/>
        </a:p>
      </dsp:txBody>
      <dsp:txXfrm>
        <a:off x="33012" y="789044"/>
        <a:ext cx="5128558" cy="610236"/>
      </dsp:txXfrm>
    </dsp:sp>
    <dsp:sp modelId="{579E092D-FD1E-40B8-A562-B190B821A595}">
      <dsp:nvSpPr>
        <dsp:cNvPr id="0" name=""/>
        <dsp:cNvSpPr/>
      </dsp:nvSpPr>
      <dsp:spPr>
        <a:xfrm>
          <a:off x="0" y="148125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Відновлення влади Української Центральної Ради в умовах окупації.</a:t>
          </a:r>
          <a:endParaRPr lang="uk-UA" sz="1700" kern="1200"/>
        </a:p>
      </dsp:txBody>
      <dsp:txXfrm>
        <a:off x="33012" y="1514264"/>
        <a:ext cx="5128558" cy="610236"/>
      </dsp:txXfrm>
    </dsp:sp>
    <dsp:sp modelId="{2011DDD6-947B-4BAD-8504-8F6012DA33F4}">
      <dsp:nvSpPr>
        <dsp:cNvPr id="0" name=""/>
        <dsp:cNvSpPr/>
      </dsp:nvSpPr>
      <dsp:spPr>
        <a:xfrm>
          <a:off x="0" y="220647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Припинення широкомасштабних бойових дій на території України.</a:t>
          </a:r>
          <a:endParaRPr lang="uk-UA" sz="1700" kern="1200"/>
        </a:p>
      </dsp:txBody>
      <dsp:txXfrm>
        <a:off x="33012" y="2239484"/>
        <a:ext cx="5128558" cy="610236"/>
      </dsp:txXfrm>
    </dsp:sp>
    <dsp:sp modelId="{45A7FEBC-A307-47E4-B267-74BD05F6CCF2}">
      <dsp:nvSpPr>
        <dsp:cNvPr id="0" name=""/>
        <dsp:cNvSpPr/>
      </dsp:nvSpPr>
      <dsp:spPr>
        <a:xfrm>
          <a:off x="0" y="2931691"/>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Завершення збройної боротьби за незалежність України.</a:t>
          </a:r>
          <a:endParaRPr lang="uk-UA" sz="1700" kern="1200"/>
        </a:p>
      </dsp:txBody>
      <dsp:txXfrm>
        <a:off x="33012" y="2964703"/>
        <a:ext cx="5128558" cy="6102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AF9B7-BCCC-489D-BE4E-CF41CBE49828}">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Другий Зимовий похід Армії УНР</a:t>
          </a:r>
          <a:endParaRPr lang="uk-UA" sz="1700" kern="1200"/>
        </a:p>
      </dsp:txBody>
      <dsp:txXfrm rot="10800000">
        <a:off x="1241411" y="1582"/>
        <a:ext cx="3268738" cy="742637"/>
      </dsp:txXfrm>
    </dsp:sp>
    <dsp:sp modelId="{518E1C77-AF88-46F5-ABBE-733F627CD0A6}">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53545A-9C5A-4623-8B75-15553D6E725D}">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прихід до влади Директорії УНР</a:t>
          </a:r>
          <a:endParaRPr lang="uk-UA" sz="1700" kern="1200"/>
        </a:p>
      </dsp:txBody>
      <dsp:txXfrm rot="10800000">
        <a:off x="1241411" y="965902"/>
        <a:ext cx="3268738" cy="742637"/>
      </dsp:txXfrm>
    </dsp:sp>
    <dsp:sp modelId="{3FFE2864-E870-4EE9-A2F9-150A934F3CBE}">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F5A7E0-764F-48D5-A1A5-535B8E8D2CF9}">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укладення Варшавської угоди між УНР і Польщею</a:t>
          </a:r>
          <a:endParaRPr lang="uk-UA" sz="1700" kern="1200"/>
        </a:p>
      </dsp:txBody>
      <dsp:txXfrm rot="10800000">
        <a:off x="1241411" y="1930223"/>
        <a:ext cx="3268738" cy="742637"/>
      </dsp:txXfrm>
    </dsp:sp>
    <dsp:sp modelId="{3191A493-751B-4C08-8768-06A5F93D841E}">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F4DDA77-D3FD-4F4D-BD69-9FF59E3F0E34}">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проголошення незалежності УНР</a:t>
          </a:r>
          <a:endParaRPr lang="uk-UA" sz="1700" kern="1200"/>
        </a:p>
      </dsp:txBody>
      <dsp:txXfrm rot="10800000">
        <a:off x="1241411" y="2894544"/>
        <a:ext cx="3268738" cy="742637"/>
      </dsp:txXfrm>
    </dsp:sp>
    <dsp:sp modelId="{80C47B96-FA4A-4033-8653-18705B38EC64}">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4EF40F-3E9D-401C-9668-35DF27C24B7F}">
      <dsp:nvSpPr>
        <dsp:cNvPr id="0" name=""/>
        <dsp:cNvSpPr/>
      </dsp:nvSpPr>
      <dsp:spPr>
        <a:xfrm>
          <a:off x="0" y="395286"/>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Конституція Української Народної Республіки</a:t>
          </a:r>
          <a:endParaRPr lang="uk-UA" sz="1700" kern="1200"/>
        </a:p>
      </dsp:txBody>
      <dsp:txXfrm>
        <a:off x="32967" y="428253"/>
        <a:ext cx="5128648" cy="609393"/>
      </dsp:txXfrm>
    </dsp:sp>
    <dsp:sp modelId="{E5741C96-8739-48AD-9E6C-F4CAE71B9FFE}">
      <dsp:nvSpPr>
        <dsp:cNvPr id="0" name=""/>
        <dsp:cNvSpPr/>
      </dsp:nvSpPr>
      <dsp:spPr>
        <a:xfrm>
          <a:off x="0" y="1119574"/>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Універсал Директорії Української Народної Республіки про злуку УНР та ЗУНР</a:t>
          </a:r>
          <a:endParaRPr lang="uk-UA" sz="1700" kern="1200"/>
        </a:p>
      </dsp:txBody>
      <dsp:txXfrm>
        <a:off x="32967" y="1152541"/>
        <a:ext cx="5128648" cy="609393"/>
      </dsp:txXfrm>
    </dsp:sp>
    <dsp:sp modelId="{78946C4A-EA65-4EFB-8BED-1A254FC18D2F}">
      <dsp:nvSpPr>
        <dsp:cNvPr id="0" name=""/>
        <dsp:cNvSpPr/>
      </dsp:nvSpPr>
      <dsp:spPr>
        <a:xfrm>
          <a:off x="0" y="1843862"/>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Конституція Української Радянської Соціалістичної Республіки</a:t>
          </a:r>
          <a:endParaRPr lang="uk-UA" sz="1700" kern="1200"/>
        </a:p>
      </dsp:txBody>
      <dsp:txXfrm>
        <a:off x="32967" y="1876829"/>
        <a:ext cx="5128648" cy="609393"/>
      </dsp:txXfrm>
    </dsp:sp>
    <dsp:sp modelId="{A7706266-1920-4F37-B66F-5C43A65C1B54}">
      <dsp:nvSpPr>
        <dsp:cNvPr id="0" name=""/>
        <dsp:cNvSpPr/>
      </dsp:nvSpPr>
      <dsp:spPr>
        <a:xfrm>
          <a:off x="0" y="2568149"/>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Четвертий Універсал Української Центральної Ради</a:t>
          </a:r>
          <a:endParaRPr lang="uk-UA" sz="1700" kern="1200"/>
        </a:p>
      </dsp:txBody>
      <dsp:txXfrm>
        <a:off x="32967" y="2601116"/>
        <a:ext cx="5128648" cy="60939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22BB1-96DF-4902-A846-7C68F224D9BC}">
      <dsp:nvSpPr>
        <dsp:cNvPr id="0" name=""/>
        <dsp:cNvSpPr/>
      </dsp:nvSpPr>
      <dsp:spPr>
        <a:xfrm>
          <a:off x="0" y="721292"/>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Рада Народних Міністрів УНР</a:t>
          </a:r>
          <a:endParaRPr lang="uk-UA" sz="2100" kern="1200"/>
        </a:p>
      </dsp:txBody>
      <dsp:txXfrm>
        <a:off x="24588" y="745880"/>
        <a:ext cx="5145406" cy="454509"/>
      </dsp:txXfrm>
    </dsp:sp>
    <dsp:sp modelId="{CC0E587A-00E2-48D9-A2BA-9CF6ED3201C8}">
      <dsp:nvSpPr>
        <dsp:cNvPr id="0" name=""/>
        <dsp:cNvSpPr/>
      </dsp:nvSpPr>
      <dsp:spPr>
        <a:xfrm>
          <a:off x="0" y="1285457"/>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Рада Міністрів Української Держави</a:t>
          </a:r>
          <a:endParaRPr lang="uk-UA" sz="2100" kern="1200"/>
        </a:p>
      </dsp:txBody>
      <dsp:txXfrm>
        <a:off x="24588" y="1310045"/>
        <a:ext cx="5145406" cy="454509"/>
      </dsp:txXfrm>
    </dsp:sp>
    <dsp:sp modelId="{AD52C527-6574-4214-8A8E-C14199A82DED}">
      <dsp:nvSpPr>
        <dsp:cNvPr id="0" name=""/>
        <dsp:cNvSpPr/>
      </dsp:nvSpPr>
      <dsp:spPr>
        <a:xfrm>
          <a:off x="0" y="1849622"/>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Директорія УНР</a:t>
          </a:r>
          <a:endParaRPr lang="uk-UA" sz="2100" kern="1200"/>
        </a:p>
      </dsp:txBody>
      <dsp:txXfrm>
        <a:off x="24588" y="1874210"/>
        <a:ext cx="5145406" cy="454509"/>
      </dsp:txXfrm>
    </dsp:sp>
    <dsp:sp modelId="{6216AAC5-9DD2-4CD6-854F-90B78620C2FC}">
      <dsp:nvSpPr>
        <dsp:cNvPr id="0" name=""/>
        <dsp:cNvSpPr/>
      </dsp:nvSpPr>
      <dsp:spPr>
        <a:xfrm>
          <a:off x="0" y="2413787"/>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Державний Секретаріат ЗУНР</a:t>
          </a:r>
          <a:endParaRPr lang="uk-UA" sz="2100" kern="1200"/>
        </a:p>
      </dsp:txBody>
      <dsp:txXfrm>
        <a:off x="24588" y="2438375"/>
        <a:ext cx="5145406" cy="45450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EF81A-4704-487E-A9D9-59E176703683}">
      <dsp:nvSpPr>
        <dsp:cNvPr id="0" name=""/>
        <dsp:cNvSpPr/>
      </dsp:nvSpPr>
      <dsp:spPr>
        <a:xfrm>
          <a:off x="0" y="30954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С. Єфремова, лідера Української партії соціалістів-федералістів.</a:t>
          </a:r>
          <a:endParaRPr lang="uk-UA" sz="1800" kern="1200"/>
        </a:p>
      </dsp:txBody>
      <dsp:txXfrm>
        <a:off x="34954" y="344496"/>
        <a:ext cx="5124674" cy="646132"/>
      </dsp:txXfrm>
    </dsp:sp>
    <dsp:sp modelId="{ED15BC30-6470-4A55-9934-48D0E290A4E1}">
      <dsp:nvSpPr>
        <dsp:cNvPr id="0" name=""/>
        <dsp:cNvSpPr/>
      </dsp:nvSpPr>
      <dsp:spPr>
        <a:xfrm>
          <a:off x="0" y="107742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Є. Петрушевича, президента Західноукраїнської Народної Республіки.</a:t>
          </a:r>
          <a:endParaRPr lang="uk-UA" sz="1800" kern="1200"/>
        </a:p>
      </dsp:txBody>
      <dsp:txXfrm>
        <a:off x="34954" y="1112376"/>
        <a:ext cx="5124674" cy="646132"/>
      </dsp:txXfrm>
    </dsp:sp>
    <dsp:sp modelId="{95858263-6A2E-4A46-B500-F3C2D3A86FF1}">
      <dsp:nvSpPr>
        <dsp:cNvPr id="0" name=""/>
        <dsp:cNvSpPr/>
      </dsp:nvSpPr>
      <dsp:spPr>
        <a:xfrm>
          <a:off x="0" y="184530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Х. Раковського, голову Ради Народних Комісарів УСРР.</a:t>
          </a:r>
          <a:endParaRPr lang="uk-UA" sz="1800" kern="1200"/>
        </a:p>
      </dsp:txBody>
      <dsp:txXfrm>
        <a:off x="34954" y="1880256"/>
        <a:ext cx="5124674" cy="646132"/>
      </dsp:txXfrm>
    </dsp:sp>
    <dsp:sp modelId="{5186DE2D-9414-428E-B2C7-2DDC043C9131}">
      <dsp:nvSpPr>
        <dsp:cNvPr id="0" name=""/>
        <dsp:cNvSpPr/>
      </dsp:nvSpPr>
      <dsp:spPr>
        <a:xfrm>
          <a:off x="0" y="2613182"/>
          <a:ext cx="519458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 Дорошенка, члена президії Союзу визволення України.</a:t>
          </a:r>
          <a:endParaRPr lang="uk-UA" sz="1800" kern="1200"/>
        </a:p>
      </dsp:txBody>
      <dsp:txXfrm>
        <a:off x="34954" y="2648136"/>
        <a:ext cx="5124674" cy="64613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792DB9-358C-4E03-B2BC-018C42435D9C}">
      <dsp:nvSpPr>
        <dsp:cNvPr id="0" name=""/>
        <dsp:cNvSpPr/>
      </dsp:nvSpPr>
      <dsp:spPr>
        <a:xfrm>
          <a:off x="0" y="186422"/>
          <a:ext cx="5194582" cy="7862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співзасновника Української національно- демократичної партії, голову Державного секретаріату Західноукраїнської Народної Республіки.</a:t>
          </a:r>
          <a:endParaRPr lang="uk-UA" sz="1400" kern="1200"/>
        </a:p>
      </dsp:txBody>
      <dsp:txXfrm>
        <a:off x="38381" y="224803"/>
        <a:ext cx="5117820" cy="709478"/>
      </dsp:txXfrm>
    </dsp:sp>
    <dsp:sp modelId="{CDDE7B89-6646-434F-AC36-1DD0C0A695BD}">
      <dsp:nvSpPr>
        <dsp:cNvPr id="0" name=""/>
        <dsp:cNvSpPr/>
      </dsp:nvSpPr>
      <dsp:spPr>
        <a:xfrm>
          <a:off x="0" y="1012982"/>
          <a:ext cx="5194582" cy="7862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керманича Союзу визволення України, дипломата Української Держави.</a:t>
          </a:r>
          <a:endParaRPr lang="uk-UA" sz="1400" kern="1200"/>
        </a:p>
      </dsp:txBody>
      <dsp:txXfrm>
        <a:off x="38381" y="1051363"/>
        <a:ext cx="5117820" cy="709478"/>
      </dsp:txXfrm>
    </dsp:sp>
    <dsp:sp modelId="{8B8D8FC4-FD76-40F4-853E-17B9BD51E501}">
      <dsp:nvSpPr>
        <dsp:cNvPr id="0" name=""/>
        <dsp:cNvSpPr/>
      </dsp:nvSpPr>
      <dsp:spPr>
        <a:xfrm>
          <a:off x="0" y="1839542"/>
          <a:ext cx="5194582" cy="7862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першого команданта легіону Українських січових стрільців, депутата Сейму від Української національно-демократичної партії.</a:t>
          </a:r>
          <a:endParaRPr lang="uk-UA" sz="1400" kern="1200"/>
        </a:p>
      </dsp:txBody>
      <dsp:txXfrm>
        <a:off x="38381" y="1877923"/>
        <a:ext cx="5117820" cy="709478"/>
      </dsp:txXfrm>
    </dsp:sp>
    <dsp:sp modelId="{3CBA1659-5D3D-49AC-A3E8-C626AD6CD821}">
      <dsp:nvSpPr>
        <dsp:cNvPr id="0" name=""/>
        <dsp:cNvSpPr/>
      </dsp:nvSpPr>
      <dsp:spPr>
        <a:xfrm>
          <a:off x="0" y="2666102"/>
          <a:ext cx="5194582" cy="7862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співзасновника й голову Української національної партії на Буковині, голову української національної громади в Румунії.</a:t>
          </a:r>
          <a:endParaRPr lang="uk-UA" sz="1400" kern="1200"/>
        </a:p>
      </dsp:txBody>
      <dsp:txXfrm>
        <a:off x="38381" y="2704483"/>
        <a:ext cx="5117820" cy="70947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8AE16A-862A-4C5F-8985-CA39D635A1D5}">
      <dsp:nvSpPr>
        <dsp:cNvPr id="0" name=""/>
        <dsp:cNvSpPr/>
      </dsp:nvSpPr>
      <dsp:spPr>
        <a:xfrm>
          <a:off x="0" y="355261"/>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«Чортківська офензива».</a:t>
          </a:r>
          <a:endParaRPr lang="uk-UA" sz="2800" kern="1200"/>
        </a:p>
      </dsp:txBody>
      <dsp:txXfrm>
        <a:off x="32784" y="388045"/>
        <a:ext cx="5129014" cy="606012"/>
      </dsp:txXfrm>
    </dsp:sp>
    <dsp:sp modelId="{81C367EE-8319-4AC5-85AE-62B873D56370}">
      <dsp:nvSpPr>
        <dsp:cNvPr id="0" name=""/>
        <dsp:cNvSpPr/>
      </dsp:nvSpPr>
      <dsp:spPr>
        <a:xfrm>
          <a:off x="0" y="110748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«Листопадовий зрив».</a:t>
          </a:r>
          <a:endParaRPr lang="uk-UA" sz="2800" kern="1200"/>
        </a:p>
      </dsp:txBody>
      <dsp:txXfrm>
        <a:off x="32784" y="1140266"/>
        <a:ext cx="5129014" cy="606012"/>
      </dsp:txXfrm>
    </dsp:sp>
    <dsp:sp modelId="{D79EB389-6A91-4B32-9074-0EC224BC665D}">
      <dsp:nvSpPr>
        <dsp:cNvPr id="0" name=""/>
        <dsp:cNvSpPr/>
      </dsp:nvSpPr>
      <dsp:spPr>
        <a:xfrm>
          <a:off x="0" y="185970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«Перший Зимовий похід».</a:t>
          </a:r>
          <a:endParaRPr lang="uk-UA" sz="2800" kern="1200"/>
        </a:p>
      </dsp:txBody>
      <dsp:txXfrm>
        <a:off x="32784" y="1892486"/>
        <a:ext cx="5129014" cy="606012"/>
      </dsp:txXfrm>
    </dsp:sp>
    <dsp:sp modelId="{A515ACCA-609F-4DFF-8175-383DCD5BD77B}">
      <dsp:nvSpPr>
        <dsp:cNvPr id="0" name=""/>
        <dsp:cNvSpPr/>
      </dsp:nvSpPr>
      <dsp:spPr>
        <a:xfrm>
          <a:off x="0" y="261192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«Гетьманський переворот».</a:t>
          </a:r>
          <a:endParaRPr lang="uk-UA" sz="2800" kern="1200"/>
        </a:p>
      </dsp:txBody>
      <dsp:txXfrm>
        <a:off x="32784" y="2644706"/>
        <a:ext cx="5129014"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B8CBE-7C53-4BF5-A302-F80D3D2E4C79}">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проголошення незалежності УНР</a:t>
          </a:r>
          <a:endParaRPr lang="uk-UA" sz="1600" kern="1200"/>
        </a:p>
      </dsp:txBody>
      <dsp:txXfrm rot="10800000">
        <a:off x="1241411" y="1582"/>
        <a:ext cx="3268738" cy="742637"/>
      </dsp:txXfrm>
    </dsp:sp>
    <dsp:sp modelId="{EB09B485-625D-428B-98A8-8BF570BAE668}">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F33DC1-374F-47E9-A0B7-57D71D9733A1}">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dirty="0" err="1"/>
            <a:t>укладення</a:t>
          </a:r>
          <a:r>
            <a:rPr lang="ru-RU" sz="1600" b="0" i="0" kern="1200" dirty="0"/>
            <a:t> </a:t>
          </a:r>
          <a:r>
            <a:rPr lang="ru-RU" sz="1600" b="0" i="0" kern="1200" dirty="0" err="1"/>
            <a:t>Варшавської</a:t>
          </a:r>
          <a:r>
            <a:rPr lang="ru-RU" sz="1600" b="0" i="0" kern="1200" dirty="0"/>
            <a:t> угоди</a:t>
          </a:r>
          <a:endParaRPr lang="uk-UA" sz="1600" kern="1200" dirty="0"/>
        </a:p>
      </dsp:txBody>
      <dsp:txXfrm rot="10800000">
        <a:off x="1241411" y="965902"/>
        <a:ext cx="3268738" cy="742637"/>
      </dsp:txXfrm>
    </dsp:sp>
    <dsp:sp modelId="{FA755E83-B294-4D3F-9E87-8AEA0BE3A10C}">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702D10-EEAA-4F04-82A8-4BF700054FC1}">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повалення більшовицького режиму в Україн</a:t>
          </a:r>
          <a:endParaRPr lang="uk-UA" sz="1600" kern="1200"/>
        </a:p>
      </dsp:txBody>
      <dsp:txXfrm rot="10800000">
        <a:off x="1241411" y="1930223"/>
        <a:ext cx="3268738" cy="742637"/>
      </dsp:txXfrm>
    </dsp:sp>
    <dsp:sp modelId="{56FB6494-82D0-438E-8D0A-5D6B732B7D4E}">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B7C8CBD-031F-4F5D-8CB0-CD2ACBA774FA}">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60960" rIns="113792" bIns="60960" numCol="1" spcCol="1270" anchor="ctr" anchorCtr="0">
          <a:noAutofit/>
        </a:bodyPr>
        <a:lstStyle/>
        <a:p>
          <a:pPr marL="0" lvl="0" indent="0" algn="ctr" defTabSz="711200">
            <a:lnSpc>
              <a:spcPct val="90000"/>
            </a:lnSpc>
            <a:spcBef>
              <a:spcPct val="0"/>
            </a:spcBef>
            <a:spcAft>
              <a:spcPct val="35000"/>
            </a:spcAft>
            <a:buNone/>
          </a:pPr>
          <a:r>
            <a:rPr lang="ru-RU" sz="1600" b="0" i="0" kern="1200"/>
            <a:t>підписання Акта Злуки УНР та ЗУНР</a:t>
          </a:r>
          <a:endParaRPr lang="uk-UA" sz="1600" kern="1200"/>
        </a:p>
      </dsp:txBody>
      <dsp:txXfrm rot="10800000">
        <a:off x="1241411" y="2894544"/>
        <a:ext cx="3268738" cy="742637"/>
      </dsp:txXfrm>
    </dsp:sp>
    <dsp:sp modelId="{5E27600D-A5A9-4F85-ABA4-6C739F177402}">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0BC500-F41D-4DBD-8471-02FB6390046B}">
      <dsp:nvSpPr>
        <dsp:cNvPr id="0" name=""/>
        <dsp:cNvSpPr/>
      </dsp:nvSpPr>
      <dsp:spPr>
        <a:xfrm>
          <a:off x="0" y="4152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7 листопада 1917 р.</a:t>
          </a:r>
          <a:endParaRPr lang="uk-UA" sz="3400" kern="1200"/>
        </a:p>
      </dsp:txBody>
      <dsp:txXfrm>
        <a:off x="39809" y="81330"/>
        <a:ext cx="5114964" cy="735872"/>
      </dsp:txXfrm>
    </dsp:sp>
    <dsp:sp modelId="{9880298C-433B-4805-808F-23E8D46AC5AC}">
      <dsp:nvSpPr>
        <dsp:cNvPr id="0" name=""/>
        <dsp:cNvSpPr/>
      </dsp:nvSpPr>
      <dsp:spPr>
        <a:xfrm>
          <a:off x="0" y="95493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9 січня 1918 р.</a:t>
          </a:r>
          <a:endParaRPr lang="uk-UA" sz="3400" kern="1200"/>
        </a:p>
      </dsp:txBody>
      <dsp:txXfrm>
        <a:off x="39809" y="994740"/>
        <a:ext cx="5114964" cy="735872"/>
      </dsp:txXfrm>
    </dsp:sp>
    <dsp:sp modelId="{A3EA8758-D2B1-49E1-961A-4E1F76074614}">
      <dsp:nvSpPr>
        <dsp:cNvPr id="0" name=""/>
        <dsp:cNvSpPr/>
      </dsp:nvSpPr>
      <dsp:spPr>
        <a:xfrm>
          <a:off x="0" y="186834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13 листопада 1918 р.</a:t>
          </a:r>
          <a:endParaRPr lang="uk-UA" sz="3400" kern="1200"/>
        </a:p>
      </dsp:txBody>
      <dsp:txXfrm>
        <a:off x="39809" y="1908151"/>
        <a:ext cx="5114964" cy="735872"/>
      </dsp:txXfrm>
    </dsp:sp>
    <dsp:sp modelId="{DDC1103C-89E4-4E19-B732-CC211BD4677F}">
      <dsp:nvSpPr>
        <dsp:cNvPr id="0" name=""/>
        <dsp:cNvSpPr/>
      </dsp:nvSpPr>
      <dsp:spPr>
        <a:xfrm>
          <a:off x="0" y="278175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22 січня 1919 р.</a:t>
          </a:r>
          <a:endParaRPr lang="uk-UA" sz="3400" kern="1200"/>
        </a:p>
      </dsp:txBody>
      <dsp:txXfrm>
        <a:off x="39809" y="2821561"/>
        <a:ext cx="5114964" cy="73587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9429B-292B-4B17-BD70-60ACC3D1FA01}">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dirty="0"/>
            <a:t>укладення Варшавської угоди.</a:t>
          </a:r>
          <a:endParaRPr lang="uk-UA" sz="2100" kern="1200" dirty="0"/>
        </a:p>
      </dsp:txBody>
      <dsp:txXfrm>
        <a:off x="40724" y="100929"/>
        <a:ext cx="5113134" cy="752780"/>
      </dsp:txXfrm>
    </dsp:sp>
    <dsp:sp modelId="{DABA8DD8-BC46-4E5E-9066-C116F7785D15}">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здійснення Першого «Зимового походу».</a:t>
          </a:r>
          <a:endParaRPr lang="uk-UA" sz="2100" kern="1200"/>
        </a:p>
      </dsp:txBody>
      <dsp:txXfrm>
        <a:off x="40724" y="995637"/>
        <a:ext cx="5113134" cy="752780"/>
      </dsp:txXfrm>
    </dsp:sp>
    <dsp:sp modelId="{04A4A7CD-6C0D-4D8A-BD48-0052E1BBD632}">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проведення «Чортківської офензиви».</a:t>
          </a:r>
          <a:endParaRPr lang="uk-UA" sz="2100" kern="1200"/>
        </a:p>
      </dsp:txBody>
      <dsp:txXfrm>
        <a:off x="40724" y="1890346"/>
        <a:ext cx="5113134" cy="752780"/>
      </dsp:txXfrm>
    </dsp:sp>
    <dsp:sp modelId="{7B92BC1D-32B1-4DB2-B497-D03BECA4FDF3}">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проголошення Акту Злуки.</a:t>
          </a:r>
          <a:endParaRPr lang="uk-UA" sz="2100" kern="1200"/>
        </a:p>
      </dsp:txBody>
      <dsp:txXfrm>
        <a:off x="40724" y="2785054"/>
        <a:ext cx="5113134" cy="75278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50BF3-8795-4CE9-A20D-A1B5084E4653}">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Робітничо-селянська червона армія.</a:t>
          </a:r>
          <a:endParaRPr lang="uk-UA" sz="2100" kern="1200"/>
        </a:p>
      </dsp:txBody>
      <dsp:txXfrm>
        <a:off x="40724" y="100929"/>
        <a:ext cx="5113134" cy="752780"/>
      </dsp:txXfrm>
    </dsp:sp>
    <dsp:sp modelId="{5A21BC1C-CE8A-428F-B850-464468A71244}">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Добровольча армія генерала А. Денікіна.</a:t>
          </a:r>
          <a:endParaRPr lang="uk-UA" sz="2100" kern="1200"/>
        </a:p>
      </dsp:txBody>
      <dsp:txXfrm>
        <a:off x="40724" y="995637"/>
        <a:ext cx="5113134" cy="752780"/>
      </dsp:txXfrm>
    </dsp:sp>
    <dsp:sp modelId="{BE739E8F-3243-4BF7-B878-8EB9AE7EF221}">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Польська армія генерала Ю. Галлера.</a:t>
          </a:r>
          <a:endParaRPr lang="uk-UA" sz="2100" kern="1200"/>
        </a:p>
      </dsp:txBody>
      <dsp:txXfrm>
        <a:off x="40724" y="1890346"/>
        <a:ext cx="5113134" cy="752780"/>
      </dsp:txXfrm>
    </dsp:sp>
    <dsp:sp modelId="{3CD2B94C-68C8-438D-BE16-51FD264322D8}">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Українська галицька армія.</a:t>
          </a:r>
          <a:endParaRPr lang="uk-UA" sz="2100" kern="1200"/>
        </a:p>
      </dsp:txBody>
      <dsp:txXfrm>
        <a:off x="40724" y="2785054"/>
        <a:ext cx="5113134" cy="75278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2CF93-617C-4CAC-BCE7-00B154BAE365}">
      <dsp:nvSpPr>
        <dsp:cNvPr id="0" name=""/>
        <dsp:cNvSpPr/>
      </dsp:nvSpPr>
      <dsp:spPr>
        <a:xfrm>
          <a:off x="2460" y="0"/>
          <a:ext cx="2579377" cy="363651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uk-UA" sz="2500" b="0" i="0" kern="1200"/>
            <a:t>незалежність УНР.</a:t>
          </a:r>
          <a:endParaRPr lang="uk-UA" sz="2500" kern="1200"/>
        </a:p>
      </dsp:txBody>
      <dsp:txXfrm>
        <a:off x="2460" y="1454604"/>
        <a:ext cx="2579377" cy="1454604"/>
      </dsp:txXfrm>
    </dsp:sp>
    <dsp:sp modelId="{9B018542-C1C5-49AD-944A-B1A983C5BAEF}">
      <dsp:nvSpPr>
        <dsp:cNvPr id="0" name=""/>
        <dsp:cNvSpPr/>
      </dsp:nvSpPr>
      <dsp:spPr>
        <a:xfrm>
          <a:off x="686670" y="218190"/>
          <a:ext cx="1210958" cy="1210958"/>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FDE48C-0CD8-428E-BAA6-1B97CAC5A1EB}">
      <dsp:nvSpPr>
        <dsp:cNvPr id="0" name=""/>
        <dsp:cNvSpPr/>
      </dsp:nvSpPr>
      <dsp:spPr>
        <a:xfrm>
          <a:off x="2659219" y="0"/>
          <a:ext cx="2579377" cy="363651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uk-UA" sz="2500" b="0" i="0" kern="1200"/>
            <a:t>повалення Гетьманату.</a:t>
          </a:r>
          <a:endParaRPr lang="uk-UA" sz="2500" kern="1200"/>
        </a:p>
      </dsp:txBody>
      <dsp:txXfrm>
        <a:off x="2659219" y="1454604"/>
        <a:ext cx="2579377" cy="1454604"/>
      </dsp:txXfrm>
    </dsp:sp>
    <dsp:sp modelId="{F5682597-D997-4526-A8F6-28DDB6C03A9C}">
      <dsp:nvSpPr>
        <dsp:cNvPr id="0" name=""/>
        <dsp:cNvSpPr/>
      </dsp:nvSpPr>
      <dsp:spPr>
        <a:xfrm>
          <a:off x="3343428" y="218190"/>
          <a:ext cx="1210958" cy="1210958"/>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0055D30-3DD3-44C1-A119-F123767E293D}">
      <dsp:nvSpPr>
        <dsp:cNvPr id="0" name=""/>
        <dsp:cNvSpPr/>
      </dsp:nvSpPr>
      <dsp:spPr>
        <a:xfrm>
          <a:off x="5315977" y="0"/>
          <a:ext cx="2579377" cy="363651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uk-UA" sz="2500" b="0" i="0" kern="1200"/>
            <a:t>встановлення радянської влади.</a:t>
          </a:r>
          <a:endParaRPr lang="uk-UA" sz="2500" kern="1200"/>
        </a:p>
      </dsp:txBody>
      <dsp:txXfrm>
        <a:off x="5315977" y="1454604"/>
        <a:ext cx="2579377" cy="1454604"/>
      </dsp:txXfrm>
    </dsp:sp>
    <dsp:sp modelId="{773797E8-18A8-4B55-A7D5-53CA13C76751}">
      <dsp:nvSpPr>
        <dsp:cNvPr id="0" name=""/>
        <dsp:cNvSpPr/>
      </dsp:nvSpPr>
      <dsp:spPr>
        <a:xfrm>
          <a:off x="6000187" y="218190"/>
          <a:ext cx="1210958" cy="1210958"/>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F2B9D8-3B91-4D17-BB5C-B1E9E2988310}">
      <dsp:nvSpPr>
        <dsp:cNvPr id="0" name=""/>
        <dsp:cNvSpPr/>
      </dsp:nvSpPr>
      <dsp:spPr>
        <a:xfrm>
          <a:off x="7972736" y="0"/>
          <a:ext cx="2579377" cy="363651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uk-UA" sz="2500" b="0" i="0" kern="1200"/>
            <a:t>возз’єднання УНР і ЗУНР.</a:t>
          </a:r>
          <a:endParaRPr lang="uk-UA" sz="2500" kern="1200"/>
        </a:p>
      </dsp:txBody>
      <dsp:txXfrm>
        <a:off x="7972736" y="1454604"/>
        <a:ext cx="2579377" cy="1454604"/>
      </dsp:txXfrm>
    </dsp:sp>
    <dsp:sp modelId="{A9FE066F-A00C-4FA0-808B-179A9B7C0544}">
      <dsp:nvSpPr>
        <dsp:cNvPr id="0" name=""/>
        <dsp:cNvSpPr/>
      </dsp:nvSpPr>
      <dsp:spPr>
        <a:xfrm>
          <a:off x="8656945" y="218190"/>
          <a:ext cx="1210958" cy="1210958"/>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E93BA98-83D6-40C1-8683-3D00B284E642}">
      <dsp:nvSpPr>
        <dsp:cNvPr id="0" name=""/>
        <dsp:cNvSpPr/>
      </dsp:nvSpPr>
      <dsp:spPr>
        <a:xfrm>
          <a:off x="422182" y="2909208"/>
          <a:ext cx="9710208" cy="545476"/>
        </a:xfrm>
        <a:prstGeom prst="leftRight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7D6AF5-952F-46E2-BAB4-67728816D5CC}">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прихід до влади гетьмана П. Скоропадського</a:t>
          </a:r>
          <a:endParaRPr lang="uk-UA" sz="1400" kern="1200"/>
        </a:p>
      </dsp:txBody>
      <dsp:txXfrm rot="10800000">
        <a:off x="1240177" y="477"/>
        <a:ext cx="3262833" cy="743089"/>
      </dsp:txXfrm>
    </dsp:sp>
    <dsp:sp modelId="{28D10DB0-D342-4F08-AED2-FBAB5E9F4E69}">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75E477-EB68-4138-B214-9DEA3B951A71}">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Другий зимовий похід Армії УНР</a:t>
          </a:r>
          <a:endParaRPr lang="uk-UA" sz="1400" kern="1200"/>
        </a:p>
      </dsp:txBody>
      <dsp:txXfrm rot="10800000">
        <a:off x="1240177" y="965383"/>
        <a:ext cx="3262833" cy="743089"/>
      </dsp:txXfrm>
    </dsp:sp>
    <dsp:sp modelId="{A7DB611D-A24F-4657-A8BE-D23E17F34E41}">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28886B-5541-4381-9503-79DA2840ADB1}">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Брест-Литовський договір між УНР і державами Четверного союзу</a:t>
          </a:r>
          <a:endParaRPr lang="uk-UA" sz="1400" kern="1200"/>
        </a:p>
      </dsp:txBody>
      <dsp:txXfrm rot="10800000">
        <a:off x="1240177" y="1930290"/>
        <a:ext cx="3262833" cy="743089"/>
      </dsp:txXfrm>
    </dsp:sp>
    <dsp:sp modelId="{050DBAF5-FF36-4909-B0A6-9E1E8F010CB6}">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19B38B-2426-48ED-81A9-165EB2511FFE}">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3340" rIns="99568" bIns="53340" numCol="1" spcCol="1270" anchor="ctr" anchorCtr="0">
          <a:noAutofit/>
        </a:bodyPr>
        <a:lstStyle/>
        <a:p>
          <a:pPr marL="0" lvl="0" indent="0" algn="ctr" defTabSz="622300">
            <a:lnSpc>
              <a:spcPct val="90000"/>
            </a:lnSpc>
            <a:spcBef>
              <a:spcPct val="0"/>
            </a:spcBef>
            <a:spcAft>
              <a:spcPct val="35000"/>
            </a:spcAft>
            <a:buNone/>
          </a:pPr>
          <a:r>
            <a:rPr lang="ru-RU" sz="1400" b="0" i="0" kern="1200"/>
            <a:t>розгром військ П. Врангеля в Криму</a:t>
          </a:r>
          <a:endParaRPr lang="uk-UA" sz="1400" kern="1200"/>
        </a:p>
      </dsp:txBody>
      <dsp:txXfrm rot="10800000">
        <a:off x="1240177" y="2895196"/>
        <a:ext cx="3262833" cy="743089"/>
      </dsp:txXfrm>
    </dsp:sp>
    <dsp:sp modelId="{CAEB1612-3A5A-41C8-B557-46BAFF41EE86}">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48D4A-E887-40B1-99D7-536D83AE5908}">
      <dsp:nvSpPr>
        <dsp:cNvPr id="0" name=""/>
        <dsp:cNvSpPr/>
      </dsp:nvSpPr>
      <dsp:spPr>
        <a:xfrm>
          <a:off x="0" y="3081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націоналізація промисловості, створення сільськогосподарських комун</a:t>
          </a:r>
          <a:endParaRPr lang="uk-UA" sz="1700" kern="1200"/>
        </a:p>
      </dsp:txBody>
      <dsp:txXfrm>
        <a:off x="33012" y="63824"/>
        <a:ext cx="5128558" cy="610236"/>
      </dsp:txXfrm>
    </dsp:sp>
    <dsp:sp modelId="{6F936154-0CE7-4918-B7DD-395B98CD6C01}">
      <dsp:nvSpPr>
        <dsp:cNvPr id="0" name=""/>
        <dsp:cNvSpPr/>
      </dsp:nvSpPr>
      <dsp:spPr>
        <a:xfrm>
          <a:off x="0" y="75603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відновлення права приватної власності на землю, створення державного бюджету</a:t>
          </a:r>
          <a:endParaRPr lang="uk-UA" sz="1700" kern="1200"/>
        </a:p>
      </dsp:txBody>
      <dsp:txXfrm>
        <a:off x="33012" y="789044"/>
        <a:ext cx="5128558" cy="610236"/>
      </dsp:txXfrm>
    </dsp:sp>
    <dsp:sp modelId="{541CAA47-743F-4C2D-B620-66DDBA904806}">
      <dsp:nvSpPr>
        <dsp:cNvPr id="0" name=""/>
        <dsp:cNvSpPr/>
      </dsp:nvSpPr>
      <dsp:spPr>
        <a:xfrm>
          <a:off x="0" y="148125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відновлення влади Української Центральної Ради в умовах окупації</a:t>
          </a:r>
          <a:endParaRPr lang="uk-UA" sz="1700" kern="1200"/>
        </a:p>
      </dsp:txBody>
      <dsp:txXfrm>
        <a:off x="33012" y="1514264"/>
        <a:ext cx="5128558" cy="610236"/>
      </dsp:txXfrm>
    </dsp:sp>
    <dsp:sp modelId="{4CC4819F-73DF-4F93-AF02-B2D55D2F0524}">
      <dsp:nvSpPr>
        <dsp:cNvPr id="0" name=""/>
        <dsp:cNvSpPr/>
      </dsp:nvSpPr>
      <dsp:spPr>
        <a:xfrm>
          <a:off x="0" y="220647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припинення широкомасштабних бойових дій на території України</a:t>
          </a:r>
          <a:endParaRPr lang="uk-UA" sz="1700" kern="1200"/>
        </a:p>
      </dsp:txBody>
      <dsp:txXfrm>
        <a:off x="33012" y="2239484"/>
        <a:ext cx="5128558" cy="610236"/>
      </dsp:txXfrm>
    </dsp:sp>
    <dsp:sp modelId="{5BDF1407-B9EA-464F-A218-A7BBFFF90323}">
      <dsp:nvSpPr>
        <dsp:cNvPr id="0" name=""/>
        <dsp:cNvSpPr/>
      </dsp:nvSpPr>
      <dsp:spPr>
        <a:xfrm>
          <a:off x="0" y="2931691"/>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завершення збройної боротьби за незалежність України</a:t>
          </a:r>
          <a:endParaRPr lang="uk-UA" sz="1700" kern="1200"/>
        </a:p>
      </dsp:txBody>
      <dsp:txXfrm>
        <a:off x="33012" y="2964703"/>
        <a:ext cx="5128558" cy="61023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7E97D8-FE3B-4055-A23E-CA9AD11B511A}">
      <dsp:nvSpPr>
        <dsp:cNvPr id="0" name=""/>
        <dsp:cNvSpPr/>
      </dsp:nvSpPr>
      <dsp:spPr>
        <a:xfrm>
          <a:off x="777909" y="0"/>
          <a:ext cx="3638764" cy="363876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7B12E2-01FA-4F5A-80B9-ECA80A8E0CCA}">
      <dsp:nvSpPr>
        <dsp:cNvPr id="0" name=""/>
        <dsp:cNvSpPr/>
      </dsp:nvSpPr>
      <dsp:spPr>
        <a:xfrm>
          <a:off x="112359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1914 р.</a:t>
          </a:r>
          <a:endParaRPr lang="uk-UA" sz="3500" kern="1200"/>
        </a:p>
      </dsp:txBody>
      <dsp:txXfrm>
        <a:off x="1192868" y="414958"/>
        <a:ext cx="1280565" cy="1280565"/>
      </dsp:txXfrm>
    </dsp:sp>
    <dsp:sp modelId="{78090184-4200-47C3-8FE3-2ABDE454B65E}">
      <dsp:nvSpPr>
        <dsp:cNvPr id="0" name=""/>
        <dsp:cNvSpPr/>
      </dsp:nvSpPr>
      <dsp:spPr>
        <a:xfrm>
          <a:off x="265187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1917 р.</a:t>
          </a:r>
          <a:endParaRPr lang="uk-UA" sz="3500" kern="1200"/>
        </a:p>
      </dsp:txBody>
      <dsp:txXfrm>
        <a:off x="2721148" y="414958"/>
        <a:ext cx="1280565" cy="1280565"/>
      </dsp:txXfrm>
    </dsp:sp>
    <dsp:sp modelId="{C5A53A4B-EE11-4ABC-A289-218C0A23E12A}">
      <dsp:nvSpPr>
        <dsp:cNvPr id="0" name=""/>
        <dsp:cNvSpPr/>
      </dsp:nvSpPr>
      <dsp:spPr>
        <a:xfrm>
          <a:off x="112359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1919 р.</a:t>
          </a:r>
          <a:endParaRPr lang="uk-UA" sz="3500" kern="1200"/>
        </a:p>
      </dsp:txBody>
      <dsp:txXfrm>
        <a:off x="1192868" y="1943239"/>
        <a:ext cx="1280565" cy="1280565"/>
      </dsp:txXfrm>
    </dsp:sp>
    <dsp:sp modelId="{B7F515D7-4350-4FD4-A6F8-36D7F5101233}">
      <dsp:nvSpPr>
        <dsp:cNvPr id="0" name=""/>
        <dsp:cNvSpPr/>
      </dsp:nvSpPr>
      <dsp:spPr>
        <a:xfrm>
          <a:off x="265187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1921 р.</a:t>
          </a:r>
          <a:endParaRPr lang="uk-UA" sz="3500" kern="1200"/>
        </a:p>
      </dsp:txBody>
      <dsp:txXfrm>
        <a:off x="2721148" y="1943239"/>
        <a:ext cx="1280565" cy="1280565"/>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FEA5FE-1DDF-40E2-8F46-1E2318EB52C5}">
      <dsp:nvSpPr>
        <dsp:cNvPr id="0" name=""/>
        <dsp:cNvSpPr/>
      </dsp:nvSpPr>
      <dsp:spPr>
        <a:xfrm>
          <a:off x="777909" y="0"/>
          <a:ext cx="3638764" cy="363876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18F510-7391-4636-BB14-94C6D894F99F}">
      <dsp:nvSpPr>
        <dsp:cNvPr id="0" name=""/>
        <dsp:cNvSpPr/>
      </dsp:nvSpPr>
      <dsp:spPr>
        <a:xfrm>
          <a:off x="112359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1918 р.</a:t>
          </a:r>
          <a:endParaRPr lang="uk-UA" sz="3500" kern="1200"/>
        </a:p>
      </dsp:txBody>
      <dsp:txXfrm>
        <a:off x="1192868" y="414958"/>
        <a:ext cx="1280565" cy="1280565"/>
      </dsp:txXfrm>
    </dsp:sp>
    <dsp:sp modelId="{BC77C335-F64F-4847-968B-DE4185DCAD39}">
      <dsp:nvSpPr>
        <dsp:cNvPr id="0" name=""/>
        <dsp:cNvSpPr/>
      </dsp:nvSpPr>
      <dsp:spPr>
        <a:xfrm>
          <a:off x="265187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1919 р.</a:t>
          </a:r>
          <a:endParaRPr lang="uk-UA" sz="3500" kern="1200"/>
        </a:p>
      </dsp:txBody>
      <dsp:txXfrm>
        <a:off x="2721148" y="414958"/>
        <a:ext cx="1280565" cy="1280565"/>
      </dsp:txXfrm>
    </dsp:sp>
    <dsp:sp modelId="{852A95C5-BDDE-4D4E-8B77-9DA78A174E8F}">
      <dsp:nvSpPr>
        <dsp:cNvPr id="0" name=""/>
        <dsp:cNvSpPr/>
      </dsp:nvSpPr>
      <dsp:spPr>
        <a:xfrm>
          <a:off x="112359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1920 р.</a:t>
          </a:r>
          <a:endParaRPr lang="uk-UA" sz="3500" kern="1200"/>
        </a:p>
      </dsp:txBody>
      <dsp:txXfrm>
        <a:off x="1192868" y="1943239"/>
        <a:ext cx="1280565" cy="1280565"/>
      </dsp:txXfrm>
    </dsp:sp>
    <dsp:sp modelId="{7839FDCB-3502-4381-AF5F-67099575CF73}">
      <dsp:nvSpPr>
        <dsp:cNvPr id="0" name=""/>
        <dsp:cNvSpPr/>
      </dsp:nvSpPr>
      <dsp:spPr>
        <a:xfrm>
          <a:off x="265187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1921 р.</a:t>
          </a:r>
          <a:endParaRPr lang="uk-UA" sz="3500" kern="1200"/>
        </a:p>
      </dsp:txBody>
      <dsp:txXfrm>
        <a:off x="2721148" y="1943239"/>
        <a:ext cx="1280565" cy="1280565"/>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BF9C14-C0D1-44B8-8868-762F5A34113B}">
      <dsp:nvSpPr>
        <dsp:cNvPr id="0" name=""/>
        <dsp:cNvSpPr/>
      </dsp:nvSpPr>
      <dsp:spPr>
        <a:xfrm>
          <a:off x="0" y="225661"/>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укладення Брестського договору між УНР і країнами Четверного союзу</a:t>
          </a:r>
          <a:endParaRPr lang="uk-UA" sz="1900" kern="1200"/>
        </a:p>
      </dsp:txBody>
      <dsp:txXfrm>
        <a:off x="36896" y="262557"/>
        <a:ext cx="5120790" cy="682028"/>
      </dsp:txXfrm>
    </dsp:sp>
    <dsp:sp modelId="{9DD39C79-D795-4281-B453-F0E729C37680}">
      <dsp:nvSpPr>
        <dsp:cNvPr id="0" name=""/>
        <dsp:cNvSpPr/>
      </dsp:nvSpPr>
      <dsp:spPr>
        <a:xfrm>
          <a:off x="0" y="1036202"/>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підписання попереднього договору між Українською Державою та РСФРР</a:t>
          </a:r>
          <a:endParaRPr lang="uk-UA" sz="1900" kern="1200"/>
        </a:p>
      </dsp:txBody>
      <dsp:txXfrm>
        <a:off x="36896" y="1073098"/>
        <a:ext cx="5120790" cy="682028"/>
      </dsp:txXfrm>
    </dsp:sp>
    <dsp:sp modelId="{827462B8-38B1-4902-8FDE-EC1A85876060}">
      <dsp:nvSpPr>
        <dsp:cNvPr id="0" name=""/>
        <dsp:cNvSpPr/>
      </dsp:nvSpPr>
      <dsp:spPr>
        <a:xfrm>
          <a:off x="0" y="1846742"/>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укладення Сен-Жерменського договору між країнами Антанти та Австрією</a:t>
          </a:r>
          <a:endParaRPr lang="uk-UA" sz="1900" kern="1200"/>
        </a:p>
      </dsp:txBody>
      <dsp:txXfrm>
        <a:off x="36896" y="1883638"/>
        <a:ext cx="5120790" cy="682028"/>
      </dsp:txXfrm>
    </dsp:sp>
    <dsp:sp modelId="{49DBED59-2577-45C3-B085-2C7E1F4D0A28}">
      <dsp:nvSpPr>
        <dsp:cNvPr id="0" name=""/>
        <dsp:cNvSpPr/>
      </dsp:nvSpPr>
      <dsp:spPr>
        <a:xfrm>
          <a:off x="0" y="2657281"/>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підписання Ризького договору між РСФРР і УСРР та Польщею</a:t>
          </a:r>
          <a:endParaRPr lang="uk-UA" sz="1900" kern="1200"/>
        </a:p>
      </dsp:txBody>
      <dsp:txXfrm>
        <a:off x="36896" y="2694177"/>
        <a:ext cx="5120790" cy="682028"/>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1AC7FB-9428-4C16-B7FC-D1D80CAA27CD}">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1917 р.</a:t>
          </a:r>
          <a:endParaRPr lang="uk-UA" sz="3400" kern="1200"/>
        </a:p>
      </dsp:txBody>
      <dsp:txXfrm rot="10800000">
        <a:off x="1240177" y="477"/>
        <a:ext cx="3262833" cy="743089"/>
      </dsp:txXfrm>
    </dsp:sp>
    <dsp:sp modelId="{A6A8899D-2FF2-4F8F-BEFC-0579D686C433}">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03CC8D-2949-46BC-9471-9EFAAEA51293}">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1918 р.</a:t>
          </a:r>
          <a:endParaRPr lang="uk-UA" sz="3400" kern="1200"/>
        </a:p>
      </dsp:txBody>
      <dsp:txXfrm rot="10800000">
        <a:off x="1240177" y="965383"/>
        <a:ext cx="3262833" cy="743089"/>
      </dsp:txXfrm>
    </dsp:sp>
    <dsp:sp modelId="{679DDEC5-B359-44D8-8E5F-771339AC4907}">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6AC6C5-A1A3-4044-A15D-879D866AA78F}">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1919 р.</a:t>
          </a:r>
          <a:endParaRPr lang="uk-UA" sz="3400" kern="1200"/>
        </a:p>
      </dsp:txBody>
      <dsp:txXfrm rot="10800000">
        <a:off x="1240177" y="1930290"/>
        <a:ext cx="3262833" cy="743089"/>
      </dsp:txXfrm>
    </dsp:sp>
    <dsp:sp modelId="{0310AA13-B5DB-4710-86B1-20317397BC80}">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5DB6485-B868-49DE-968B-0323D1E8E68A}">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1920 р.</a:t>
          </a:r>
          <a:endParaRPr lang="uk-UA" sz="3400" kern="1200"/>
        </a:p>
      </dsp:txBody>
      <dsp:txXfrm rot="10800000">
        <a:off x="1240177" y="2895196"/>
        <a:ext cx="3262833" cy="743089"/>
      </dsp:txXfrm>
    </dsp:sp>
    <dsp:sp modelId="{1F9607CF-E046-45F9-8350-AEB634C19841}">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9439C9-4C98-4C88-84F7-E5D112B05950}">
      <dsp:nvSpPr>
        <dsp:cNvPr id="0" name=""/>
        <dsp:cNvSpPr/>
      </dsp:nvSpPr>
      <dsp:spPr>
        <a:xfrm>
          <a:off x="0" y="73253"/>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dirty="0"/>
            <a:t>підписання Варшавської угоди</a:t>
          </a:r>
          <a:endParaRPr lang="uk-UA" sz="1800" kern="1200" dirty="0"/>
        </a:p>
      </dsp:txBody>
      <dsp:txXfrm>
        <a:off x="34906" y="108159"/>
        <a:ext cx="5124770" cy="645240"/>
      </dsp:txXfrm>
    </dsp:sp>
    <dsp:sp modelId="{E1070539-EFC4-4A02-B73B-436A1C95B134}">
      <dsp:nvSpPr>
        <dsp:cNvPr id="0" name=""/>
        <dsp:cNvSpPr/>
      </dsp:nvSpPr>
      <dsp:spPr>
        <a:xfrm>
          <a:off x="0" y="840146"/>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Другий «Зимовий похід» Армії УНР</a:t>
          </a:r>
          <a:endParaRPr lang="uk-UA" sz="1800" kern="1200"/>
        </a:p>
      </dsp:txBody>
      <dsp:txXfrm>
        <a:off x="34906" y="875052"/>
        <a:ext cx="5124770" cy="645240"/>
      </dsp:txXfrm>
    </dsp:sp>
    <dsp:sp modelId="{5E4623DB-00BE-46FA-AE43-00367E3FF817}">
      <dsp:nvSpPr>
        <dsp:cNvPr id="0" name=""/>
        <dsp:cNvSpPr/>
      </dsp:nvSpPr>
      <dsp:spPr>
        <a:xfrm>
          <a:off x="0" y="1607039"/>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заснування Української академії наук</a:t>
          </a:r>
          <a:endParaRPr lang="uk-UA" sz="1800" kern="1200"/>
        </a:p>
      </dsp:txBody>
      <dsp:txXfrm>
        <a:off x="34906" y="1641945"/>
        <a:ext cx="5124770" cy="645240"/>
      </dsp:txXfrm>
    </dsp:sp>
    <dsp:sp modelId="{76B6300C-AEC8-4D7D-92D3-806B9345D2F8}">
      <dsp:nvSpPr>
        <dsp:cNvPr id="0" name=""/>
        <dsp:cNvSpPr/>
      </dsp:nvSpPr>
      <dsp:spPr>
        <a:xfrm>
          <a:off x="0" y="2373931"/>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проголошення Акта Злуки УНР і ЗУНР</a:t>
          </a:r>
          <a:endParaRPr lang="uk-UA" sz="1800" kern="1200"/>
        </a:p>
      </dsp:txBody>
      <dsp:txXfrm>
        <a:off x="34906" y="2408837"/>
        <a:ext cx="5124770" cy="645240"/>
      </dsp:txXfrm>
    </dsp:sp>
    <dsp:sp modelId="{5BA5FD73-49BD-4F44-8C5B-2503779E7E8F}">
      <dsp:nvSpPr>
        <dsp:cNvPr id="0" name=""/>
        <dsp:cNvSpPr/>
      </dsp:nvSpPr>
      <dsp:spPr>
        <a:xfrm>
          <a:off x="0" y="3140824"/>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початок першої війни радянської Росії з УНР</a:t>
          </a:r>
          <a:endParaRPr lang="uk-UA" sz="1800" kern="1200"/>
        </a:p>
      </dsp:txBody>
      <dsp:txXfrm>
        <a:off x="34906" y="3175730"/>
        <a:ext cx="5124770" cy="645240"/>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C571D-F11D-4A3A-ABE3-999ED83F70C9}">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польську армію генерала Ю. Галлера.</a:t>
          </a:r>
          <a:endParaRPr lang="uk-UA" sz="2100" kern="1200"/>
        </a:p>
      </dsp:txBody>
      <dsp:txXfrm>
        <a:off x="40780" y="98682"/>
        <a:ext cx="5113022" cy="753819"/>
      </dsp:txXfrm>
    </dsp:sp>
    <dsp:sp modelId="{51CB6FEA-F922-4256-959F-DE009B2B7715}">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Добровольчу армію генерала А. Денікіна.</a:t>
          </a:r>
          <a:endParaRPr lang="uk-UA" sz="2100" kern="1200"/>
        </a:p>
      </dsp:txBody>
      <dsp:txXfrm>
        <a:off x="40780" y="994542"/>
        <a:ext cx="5113022" cy="753819"/>
      </dsp:txXfrm>
    </dsp:sp>
    <dsp:sp modelId="{7CECC7A6-BECB-4E7D-B1F1-81F2F545B436}">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Революційну повстанську армію Н. Махна.</a:t>
          </a:r>
          <a:endParaRPr lang="uk-UA" sz="2100" kern="1200"/>
        </a:p>
      </dsp:txBody>
      <dsp:txXfrm>
        <a:off x="40780" y="1890402"/>
        <a:ext cx="5113022" cy="753819"/>
      </dsp:txXfrm>
    </dsp:sp>
    <dsp:sp modelId="{F05E1ED9-5DB9-4126-88F5-5E3AA9825093}">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загони Червоної гвардії під командуванням М. Муравйова.</a:t>
          </a:r>
          <a:endParaRPr lang="uk-UA" sz="2100" kern="1200"/>
        </a:p>
      </dsp:txBody>
      <dsp:txXfrm>
        <a:off x="40780" y="2786262"/>
        <a:ext cx="5113022" cy="753819"/>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CDE5D-8F3F-4338-AEFD-D9CC86EA16FA}">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68580" rIns="128016" bIns="68580" numCol="1" spcCol="1270" anchor="ctr" anchorCtr="0">
          <a:noAutofit/>
        </a:bodyPr>
        <a:lstStyle/>
        <a:p>
          <a:pPr marL="0" lvl="0" indent="0" algn="ctr" defTabSz="800100">
            <a:lnSpc>
              <a:spcPct val="90000"/>
            </a:lnSpc>
            <a:spcBef>
              <a:spcPct val="0"/>
            </a:spcBef>
            <a:spcAft>
              <a:spcPct val="35000"/>
            </a:spcAft>
            <a:buNone/>
          </a:pPr>
          <a:r>
            <a:rPr lang="uk-UA" sz="1800" b="0" i="0" kern="1200"/>
            <a:t>Всеукраїнський хліборобський конгрес</a:t>
          </a:r>
          <a:endParaRPr lang="uk-UA" sz="1800" kern="1200"/>
        </a:p>
      </dsp:txBody>
      <dsp:txXfrm rot="10800000">
        <a:off x="1240177" y="477"/>
        <a:ext cx="3262833" cy="743089"/>
      </dsp:txXfrm>
    </dsp:sp>
    <dsp:sp modelId="{A70F7F24-F3D3-458F-AD74-833C1D0DD5EC}">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4DD8FB-2E2E-4EA6-B3E6-AE83B460AEC7}">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68580" rIns="128016" bIns="68580" numCol="1" spcCol="1270" anchor="ctr" anchorCtr="0">
          <a:noAutofit/>
        </a:bodyPr>
        <a:lstStyle/>
        <a:p>
          <a:pPr marL="0" lvl="0" indent="0" algn="ctr" defTabSz="800100">
            <a:lnSpc>
              <a:spcPct val="90000"/>
            </a:lnSpc>
            <a:spcBef>
              <a:spcPct val="0"/>
            </a:spcBef>
            <a:spcAft>
              <a:spcPct val="35000"/>
            </a:spcAft>
            <a:buNone/>
          </a:pPr>
          <a:r>
            <a:rPr lang="uk-UA" sz="1800" b="0" i="0" kern="1200"/>
            <a:t>Трудовий конгрес України</a:t>
          </a:r>
          <a:endParaRPr lang="uk-UA" sz="1800" kern="1200"/>
        </a:p>
      </dsp:txBody>
      <dsp:txXfrm rot="10800000">
        <a:off x="1240177" y="965383"/>
        <a:ext cx="3262833" cy="743089"/>
      </dsp:txXfrm>
    </dsp:sp>
    <dsp:sp modelId="{119AAB6A-4B56-4814-98D7-A38CE268BAC7}">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3A8AD-E5BE-4442-9E89-F5ECF709AFBE}">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68580" rIns="128016" bIns="68580" numCol="1" spcCol="1270" anchor="ctr" anchorCtr="0">
          <a:noAutofit/>
        </a:bodyPr>
        <a:lstStyle/>
        <a:p>
          <a:pPr marL="0" lvl="0" indent="0" algn="ctr" defTabSz="800100">
            <a:lnSpc>
              <a:spcPct val="90000"/>
            </a:lnSpc>
            <a:spcBef>
              <a:spcPct val="0"/>
            </a:spcBef>
            <a:spcAft>
              <a:spcPct val="35000"/>
            </a:spcAft>
            <a:buNone/>
          </a:pPr>
          <a:r>
            <a:rPr lang="uk-UA" sz="1800" b="0" i="0" kern="1200"/>
            <a:t>Українська Національна Рада</a:t>
          </a:r>
          <a:endParaRPr lang="uk-UA" sz="1800" kern="1200"/>
        </a:p>
      </dsp:txBody>
      <dsp:txXfrm rot="10800000">
        <a:off x="1240177" y="1930290"/>
        <a:ext cx="3262833" cy="743089"/>
      </dsp:txXfrm>
    </dsp:sp>
    <dsp:sp modelId="{FC970C8E-DA37-405C-ADF9-B59C1DDD4C02}">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368C9A-3524-474D-BBB5-FCE3993CC769}">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0" i="0" kern="1200"/>
            <a:t>III </a:t>
          </a:r>
          <a:r>
            <a:rPr lang="uk-UA" sz="1800" b="0" i="0" kern="1200"/>
            <a:t>Всеукраїнський з’їзд рад</a:t>
          </a:r>
          <a:endParaRPr lang="uk-UA" sz="1800" kern="1200"/>
        </a:p>
      </dsp:txBody>
      <dsp:txXfrm rot="10800000">
        <a:off x="1240177" y="2895196"/>
        <a:ext cx="3262833" cy="743089"/>
      </dsp:txXfrm>
    </dsp:sp>
    <dsp:sp modelId="{2D3E3855-2501-44AD-B565-B247B1500899}">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FB8098-63CF-4DBB-9543-1C8A3BA372FC}">
      <dsp:nvSpPr>
        <dsp:cNvPr id="0" name=""/>
        <dsp:cNvSpPr/>
      </dsp:nvSpPr>
      <dsp:spPr>
        <a:xfrm>
          <a:off x="0" y="3081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проголошення Західноукраїнської Народної Республіки</a:t>
          </a:r>
          <a:endParaRPr lang="uk-UA" sz="1700" kern="1200" dirty="0"/>
        </a:p>
      </dsp:txBody>
      <dsp:txXfrm>
        <a:off x="33012" y="63824"/>
        <a:ext cx="5128558" cy="610236"/>
      </dsp:txXfrm>
    </dsp:sp>
    <dsp:sp modelId="{98165DBF-C287-42F8-BC81-80C9387B32B6}">
      <dsp:nvSpPr>
        <dsp:cNvPr id="0" name=""/>
        <dsp:cNvSpPr/>
      </dsp:nvSpPr>
      <dsp:spPr>
        <a:xfrm>
          <a:off x="0" y="75603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запровадження продовольчої диктатури (продрозкладки)</a:t>
          </a:r>
          <a:endParaRPr lang="uk-UA" sz="1700" kern="1200"/>
        </a:p>
      </dsp:txBody>
      <dsp:txXfrm>
        <a:off x="33012" y="789044"/>
        <a:ext cx="5128558" cy="610236"/>
      </dsp:txXfrm>
    </dsp:sp>
    <dsp:sp modelId="{3CD52F24-DF23-4BBF-94F3-0446120E7016}">
      <dsp:nvSpPr>
        <dsp:cNvPr id="0" name=""/>
        <dsp:cNvSpPr/>
      </dsp:nvSpPr>
      <dsp:spPr>
        <a:xfrm>
          <a:off x="0" y="148125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передача всієї повноти влади Директорії УНР</a:t>
          </a:r>
          <a:endParaRPr lang="uk-UA" sz="1700" kern="1200"/>
        </a:p>
      </dsp:txBody>
      <dsp:txXfrm>
        <a:off x="33012" y="1514264"/>
        <a:ext cx="5128558" cy="610236"/>
      </dsp:txXfrm>
    </dsp:sp>
    <dsp:sp modelId="{76641F2E-BC55-4F04-8433-7C0CA7E84937}">
      <dsp:nvSpPr>
        <dsp:cNvPr id="0" name=""/>
        <dsp:cNvSpPr/>
      </dsp:nvSpPr>
      <dsp:spPr>
        <a:xfrm>
          <a:off x="0" y="2206472"/>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прийняття першої конституції УСРР</a:t>
          </a:r>
          <a:endParaRPr lang="uk-UA" sz="1700" kern="1200"/>
        </a:p>
      </dsp:txBody>
      <dsp:txXfrm>
        <a:off x="33012" y="2239484"/>
        <a:ext cx="5128558" cy="610236"/>
      </dsp:txXfrm>
    </dsp:sp>
    <dsp:sp modelId="{C34ED8AE-1C60-4DCE-9154-C86EA64C896F}">
      <dsp:nvSpPr>
        <dsp:cNvPr id="0" name=""/>
        <dsp:cNvSpPr/>
      </dsp:nvSpPr>
      <dsp:spPr>
        <a:xfrm>
          <a:off x="0" y="2931691"/>
          <a:ext cx="5194582" cy="6762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dirty="0"/>
            <a:t>обрання П. Скоропадського гетьманом України</a:t>
          </a:r>
          <a:endParaRPr lang="uk-UA" sz="1700" kern="1200" dirty="0"/>
        </a:p>
      </dsp:txBody>
      <dsp:txXfrm>
        <a:off x="33012" y="2964703"/>
        <a:ext cx="5128558" cy="61023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8114A-F893-48FD-A9DE-8FBE44E6C127}">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7150" rIns="106680" bIns="57150" numCol="1" spcCol="1270" anchor="ctr" anchorCtr="0">
          <a:noAutofit/>
        </a:bodyPr>
        <a:lstStyle/>
        <a:p>
          <a:pPr marL="0" lvl="0" indent="0" algn="ctr" defTabSz="666750">
            <a:lnSpc>
              <a:spcPct val="90000"/>
            </a:lnSpc>
            <a:spcBef>
              <a:spcPct val="0"/>
            </a:spcBef>
            <a:spcAft>
              <a:spcPct val="35000"/>
            </a:spcAft>
            <a:buNone/>
          </a:pPr>
          <a:r>
            <a:rPr lang="uk-UA" sz="1500" b="0" i="0" kern="1200"/>
            <a:t>розгром Добровольчої армії генерала А. Денікіна</a:t>
          </a:r>
          <a:endParaRPr lang="uk-UA" sz="1500" kern="1200"/>
        </a:p>
      </dsp:txBody>
      <dsp:txXfrm rot="10800000">
        <a:off x="1240177" y="477"/>
        <a:ext cx="3262833" cy="743089"/>
      </dsp:txXfrm>
    </dsp:sp>
    <dsp:sp modelId="{028DD41F-B378-42FD-88AF-44DE02427441}">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EB03CC-6187-489B-AA4B-F95EA8E248EA}">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7150" rIns="106680" bIns="57150" numCol="1" spcCol="1270" anchor="ctr" anchorCtr="0">
          <a:noAutofit/>
        </a:bodyPr>
        <a:lstStyle/>
        <a:p>
          <a:pPr marL="0" lvl="0" indent="0" algn="ctr" defTabSz="666750">
            <a:lnSpc>
              <a:spcPct val="90000"/>
            </a:lnSpc>
            <a:spcBef>
              <a:spcPct val="0"/>
            </a:spcBef>
            <a:spcAft>
              <a:spcPct val="35000"/>
            </a:spcAft>
            <a:buNone/>
          </a:pPr>
          <a:r>
            <a:rPr lang="uk-UA" sz="1500" b="0" i="0" kern="1200"/>
            <a:t>проголошення Української Держави</a:t>
          </a:r>
          <a:endParaRPr lang="uk-UA" sz="1500" kern="1200"/>
        </a:p>
      </dsp:txBody>
      <dsp:txXfrm rot="10800000">
        <a:off x="1240177" y="965383"/>
        <a:ext cx="3262833" cy="743089"/>
      </dsp:txXfrm>
    </dsp:sp>
    <dsp:sp modelId="{46A0F7B2-8A6C-4FBD-86BC-A382D067B205}">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46FAF9-FA46-40D6-9918-5C7EED218334}">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7150" rIns="106680" bIns="57150" numCol="1" spcCol="1270" anchor="ctr" anchorCtr="0">
          <a:noAutofit/>
        </a:bodyPr>
        <a:lstStyle/>
        <a:p>
          <a:pPr marL="0" lvl="0" indent="0" algn="ctr" defTabSz="666750">
            <a:lnSpc>
              <a:spcPct val="90000"/>
            </a:lnSpc>
            <a:spcBef>
              <a:spcPct val="0"/>
            </a:spcBef>
            <a:spcAft>
              <a:spcPct val="35000"/>
            </a:spcAft>
            <a:buNone/>
          </a:pPr>
          <a:r>
            <a:rPr lang="uk-UA" sz="1500" b="0" i="0" kern="1200"/>
            <a:t>утворення Західноукраїнської Народної Республіки</a:t>
          </a:r>
          <a:endParaRPr lang="uk-UA" sz="1500" kern="1200"/>
        </a:p>
      </dsp:txBody>
      <dsp:txXfrm rot="10800000">
        <a:off x="1240177" y="1930290"/>
        <a:ext cx="3262833" cy="743089"/>
      </dsp:txXfrm>
    </dsp:sp>
    <dsp:sp modelId="{5E0EBB57-0E10-41D0-8F64-2B50B0CDFBF5}">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BAE1B5-A104-4E6E-ADCD-E60B93A149F6}">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57150" rIns="106680" bIns="57150" numCol="1" spcCol="1270" anchor="ctr" anchorCtr="0">
          <a:noAutofit/>
        </a:bodyPr>
        <a:lstStyle/>
        <a:p>
          <a:pPr marL="0" lvl="0" indent="0" algn="ctr" defTabSz="666750">
            <a:lnSpc>
              <a:spcPct val="90000"/>
            </a:lnSpc>
            <a:spcBef>
              <a:spcPct val="0"/>
            </a:spcBef>
            <a:spcAft>
              <a:spcPct val="35000"/>
            </a:spcAft>
            <a:buNone/>
          </a:pPr>
          <a:r>
            <a:rPr lang="uk-UA" sz="1500" b="0" i="0" kern="1200"/>
            <a:t>утворення Директорії УНР</a:t>
          </a:r>
          <a:endParaRPr lang="uk-UA" sz="1500" kern="1200"/>
        </a:p>
      </dsp:txBody>
      <dsp:txXfrm rot="10800000">
        <a:off x="1240177" y="2895196"/>
        <a:ext cx="3262833" cy="743089"/>
      </dsp:txXfrm>
    </dsp:sp>
    <dsp:sp modelId="{B191D572-99D7-41B0-AF38-513693DF2C42}">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0AF24-236D-412F-8239-3D9EA8225093}">
      <dsp:nvSpPr>
        <dsp:cNvPr id="0" name=""/>
        <dsp:cNvSpPr/>
      </dsp:nvSpPr>
      <dsp:spPr>
        <a:xfrm>
          <a:off x="0" y="721212"/>
          <a:ext cx="5194582" cy="63560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повалення режиму гетьмана П. Скоропадського</a:t>
          </a:r>
          <a:endParaRPr lang="uk-UA" sz="1600" kern="1200"/>
        </a:p>
      </dsp:txBody>
      <dsp:txXfrm>
        <a:off x="31028" y="752240"/>
        <a:ext cx="5132526" cy="573546"/>
      </dsp:txXfrm>
    </dsp:sp>
    <dsp:sp modelId="{CA50EED3-953A-45BE-A42F-36DE947A554B}">
      <dsp:nvSpPr>
        <dsp:cNvPr id="0" name=""/>
        <dsp:cNvSpPr/>
      </dsp:nvSpPr>
      <dsp:spPr>
        <a:xfrm>
          <a:off x="0" y="1402894"/>
          <a:ext cx="5194582" cy="63560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припинення збройної боротьби за незалежність України</a:t>
          </a:r>
          <a:endParaRPr lang="uk-UA" sz="1600" kern="1200"/>
        </a:p>
      </dsp:txBody>
      <dsp:txXfrm>
        <a:off x="31028" y="1433922"/>
        <a:ext cx="5132526" cy="573546"/>
      </dsp:txXfrm>
    </dsp:sp>
    <dsp:sp modelId="{4B16B2B5-9BBB-4228-B72A-FA75BB273B2A}">
      <dsp:nvSpPr>
        <dsp:cNvPr id="0" name=""/>
        <dsp:cNvSpPr/>
      </dsp:nvSpPr>
      <dsp:spPr>
        <a:xfrm>
          <a:off x="0" y="2084577"/>
          <a:ext cx="5194582" cy="63560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відновлення радянської влади на території України</a:t>
          </a:r>
          <a:endParaRPr lang="uk-UA" sz="1600" kern="1200"/>
        </a:p>
      </dsp:txBody>
      <dsp:txXfrm>
        <a:off x="31028" y="2115605"/>
        <a:ext cx="5132526" cy="573546"/>
      </dsp:txXfrm>
    </dsp:sp>
    <dsp:sp modelId="{424490D8-13D4-403C-9B15-71B180E36C8D}">
      <dsp:nvSpPr>
        <dsp:cNvPr id="0" name=""/>
        <dsp:cNvSpPr/>
      </dsp:nvSpPr>
      <dsp:spPr>
        <a:xfrm>
          <a:off x="0" y="2766259"/>
          <a:ext cx="5194582" cy="63560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запровадження державної монополії на продаж хліба, цукру, спирту; заборона на вивіз нафти</a:t>
          </a:r>
          <a:endParaRPr lang="uk-UA" sz="1600" kern="1200"/>
        </a:p>
      </dsp:txBody>
      <dsp:txXfrm>
        <a:off x="31028" y="2797287"/>
        <a:ext cx="5132526" cy="573546"/>
      </dsp:txXfrm>
    </dsp:sp>
    <dsp:sp modelId="{ACAD6D6A-006B-40F9-A384-1E89F618D1DB}">
      <dsp:nvSpPr>
        <dsp:cNvPr id="0" name=""/>
        <dsp:cNvSpPr/>
      </dsp:nvSpPr>
      <dsp:spPr>
        <a:xfrm>
          <a:off x="0" y="3447942"/>
          <a:ext cx="5194582" cy="63560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відновлення поміщицького землеволодіння</a:t>
          </a:r>
          <a:endParaRPr lang="uk-UA" sz="1600" kern="1200"/>
        </a:p>
      </dsp:txBody>
      <dsp:txXfrm>
        <a:off x="31028" y="3478970"/>
        <a:ext cx="5132526" cy="573546"/>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3C46D5-AE5C-4317-AFF8-904805B47CA1}">
      <dsp:nvSpPr>
        <dsp:cNvPr id="0" name=""/>
        <dsp:cNvSpPr/>
      </dsp:nvSpPr>
      <dsp:spPr>
        <a:xfrm>
          <a:off x="777909" y="0"/>
          <a:ext cx="3638764" cy="363876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218CA-B5CF-420C-ADA3-4B4D7BB97875}">
      <dsp:nvSpPr>
        <dsp:cNvPr id="0" name=""/>
        <dsp:cNvSpPr/>
      </dsp:nvSpPr>
      <dsp:spPr>
        <a:xfrm>
          <a:off x="112359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1917 р.</a:t>
          </a:r>
          <a:endParaRPr lang="uk-UA" sz="3500" kern="1200"/>
        </a:p>
      </dsp:txBody>
      <dsp:txXfrm>
        <a:off x="1192868" y="414958"/>
        <a:ext cx="1280565" cy="1280565"/>
      </dsp:txXfrm>
    </dsp:sp>
    <dsp:sp modelId="{54A34B52-1AC3-4414-BB97-872CDB906405}">
      <dsp:nvSpPr>
        <dsp:cNvPr id="0" name=""/>
        <dsp:cNvSpPr/>
      </dsp:nvSpPr>
      <dsp:spPr>
        <a:xfrm>
          <a:off x="265187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1918 р.</a:t>
          </a:r>
          <a:endParaRPr lang="uk-UA" sz="3500" kern="1200"/>
        </a:p>
      </dsp:txBody>
      <dsp:txXfrm>
        <a:off x="2721148" y="414958"/>
        <a:ext cx="1280565" cy="1280565"/>
      </dsp:txXfrm>
    </dsp:sp>
    <dsp:sp modelId="{B94C2F37-7FE8-4641-85D5-DA939C897EA6}">
      <dsp:nvSpPr>
        <dsp:cNvPr id="0" name=""/>
        <dsp:cNvSpPr/>
      </dsp:nvSpPr>
      <dsp:spPr>
        <a:xfrm>
          <a:off x="112359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1919 р.</a:t>
          </a:r>
          <a:endParaRPr lang="uk-UA" sz="3500" kern="1200"/>
        </a:p>
      </dsp:txBody>
      <dsp:txXfrm>
        <a:off x="1192868" y="1943239"/>
        <a:ext cx="1280565" cy="1280565"/>
      </dsp:txXfrm>
    </dsp:sp>
    <dsp:sp modelId="{970D22FF-5E45-405B-A266-A5BAB92291C5}">
      <dsp:nvSpPr>
        <dsp:cNvPr id="0" name=""/>
        <dsp:cNvSpPr/>
      </dsp:nvSpPr>
      <dsp:spPr>
        <a:xfrm>
          <a:off x="265187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dirty="0"/>
            <a:t>1920 р.</a:t>
          </a:r>
          <a:endParaRPr lang="uk-UA" sz="3500" kern="1200" dirty="0"/>
        </a:p>
      </dsp:txBody>
      <dsp:txXfrm>
        <a:off x="2721148" y="1943239"/>
        <a:ext cx="1280565" cy="128056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F04C2D-B1BF-4296-86C7-EF8D5CC55525}">
      <dsp:nvSpPr>
        <dsp:cNvPr id="0" name=""/>
        <dsp:cNvSpPr/>
      </dsp:nvSpPr>
      <dsp:spPr>
        <a:xfrm>
          <a:off x="0" y="1417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участь у розгромі військ генерала П. Врангеля в Криму</a:t>
          </a:r>
          <a:endParaRPr lang="uk-UA" sz="2000" kern="1200"/>
        </a:p>
      </dsp:txBody>
      <dsp:txXfrm>
        <a:off x="38838" y="180620"/>
        <a:ext cx="5116906" cy="717924"/>
      </dsp:txXfrm>
    </dsp:sp>
    <dsp:sp modelId="{E3BDFD56-3044-4D9D-8F2A-A828C6070F07}">
      <dsp:nvSpPr>
        <dsp:cNvPr id="0" name=""/>
        <dsp:cNvSpPr/>
      </dsp:nvSpPr>
      <dsp:spPr>
        <a:xfrm>
          <a:off x="0" y="9949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організація селянських повстань проти гетьмана П. Скоропадського</a:t>
          </a:r>
          <a:endParaRPr lang="uk-UA" sz="2000" kern="1200"/>
        </a:p>
      </dsp:txBody>
      <dsp:txXfrm>
        <a:off x="38838" y="1033820"/>
        <a:ext cx="5116906" cy="717924"/>
      </dsp:txXfrm>
    </dsp:sp>
    <dsp:sp modelId="{5789B0DC-DF43-4FDE-8105-705B3683499D}">
      <dsp:nvSpPr>
        <dsp:cNvPr id="0" name=""/>
        <dsp:cNvSpPr/>
      </dsp:nvSpPr>
      <dsp:spPr>
        <a:xfrm>
          <a:off x="0" y="18481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розгром тилу Білої армії генерала А. Денікіна</a:t>
          </a:r>
          <a:endParaRPr lang="uk-UA" sz="2000" kern="1200"/>
        </a:p>
      </dsp:txBody>
      <dsp:txXfrm>
        <a:off x="38838" y="1887020"/>
        <a:ext cx="5116906" cy="717924"/>
      </dsp:txXfrm>
    </dsp:sp>
    <dsp:sp modelId="{0A0ACAE7-D506-4361-92C7-B2DF61379739}">
      <dsp:nvSpPr>
        <dsp:cNvPr id="0" name=""/>
        <dsp:cNvSpPr/>
      </dsp:nvSpPr>
      <dsp:spPr>
        <a:xfrm>
          <a:off x="0" y="27013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ru-RU" sz="2000" b="0" i="0" kern="1200"/>
            <a:t>участь у придушенні антирадянського повстання отамана М. Григор’єва</a:t>
          </a:r>
          <a:endParaRPr lang="uk-UA" sz="2000" kern="1200"/>
        </a:p>
      </dsp:txBody>
      <dsp:txXfrm>
        <a:off x="38838" y="2740220"/>
        <a:ext cx="5116906" cy="717924"/>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645B5D-E68C-4964-B295-49C31067FD48}">
      <dsp:nvSpPr>
        <dsp:cNvPr id="0" name=""/>
        <dsp:cNvSpPr/>
      </dsp:nvSpPr>
      <dsp:spPr>
        <a:xfrm>
          <a:off x="777909" y="0"/>
          <a:ext cx="3638764" cy="363876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8AE497-E71D-4780-A3AD-00D1E777C978}">
      <dsp:nvSpPr>
        <dsp:cNvPr id="0" name=""/>
        <dsp:cNvSpPr/>
      </dsp:nvSpPr>
      <dsp:spPr>
        <a:xfrm>
          <a:off x="112359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uk-UA" sz="1700" b="0" i="0" kern="1200"/>
            <a:t>Н. Махно.</a:t>
          </a:r>
          <a:endParaRPr lang="uk-UA" sz="1700" kern="1200"/>
        </a:p>
      </dsp:txBody>
      <dsp:txXfrm>
        <a:off x="1192868" y="414958"/>
        <a:ext cx="1280565" cy="1280565"/>
      </dsp:txXfrm>
    </dsp:sp>
    <dsp:sp modelId="{045D839A-3167-498A-A79D-0843BC54C195}">
      <dsp:nvSpPr>
        <dsp:cNvPr id="0" name=""/>
        <dsp:cNvSpPr/>
      </dsp:nvSpPr>
      <dsp:spPr>
        <a:xfrm>
          <a:off x="265187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uk-UA" sz="1700" b="0" i="0" kern="1200"/>
            <a:t>С. Петлюра.</a:t>
          </a:r>
          <a:endParaRPr lang="uk-UA" sz="1700" kern="1200"/>
        </a:p>
      </dsp:txBody>
      <dsp:txXfrm>
        <a:off x="2721148" y="414958"/>
        <a:ext cx="1280565" cy="1280565"/>
      </dsp:txXfrm>
    </dsp:sp>
    <dsp:sp modelId="{EEA7D3C6-88CA-455F-B799-C18A36B3572A}">
      <dsp:nvSpPr>
        <dsp:cNvPr id="0" name=""/>
        <dsp:cNvSpPr/>
      </dsp:nvSpPr>
      <dsp:spPr>
        <a:xfrm>
          <a:off x="112359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uk-UA" sz="1700" b="0" i="0" kern="1200"/>
            <a:t>М. Григор’єв.</a:t>
          </a:r>
          <a:endParaRPr lang="uk-UA" sz="1700" kern="1200"/>
        </a:p>
      </dsp:txBody>
      <dsp:txXfrm>
        <a:off x="1192868" y="1943239"/>
        <a:ext cx="1280565" cy="1280565"/>
      </dsp:txXfrm>
    </dsp:sp>
    <dsp:sp modelId="{A91234B2-150D-4BB8-889F-9A70C291189A}">
      <dsp:nvSpPr>
        <dsp:cNvPr id="0" name=""/>
        <dsp:cNvSpPr/>
      </dsp:nvSpPr>
      <dsp:spPr>
        <a:xfrm>
          <a:off x="265187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uk-UA" sz="1700" b="0" i="0" kern="1200"/>
            <a:t>Д. Вітовський</a:t>
          </a:r>
          <a:endParaRPr lang="uk-UA" sz="1700" kern="1200"/>
        </a:p>
      </dsp:txBody>
      <dsp:txXfrm>
        <a:off x="2721148" y="1943239"/>
        <a:ext cx="1280565" cy="1280565"/>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AC05BE-63BE-4DAE-9578-6559B0DC9FFB}">
      <dsp:nvSpPr>
        <dsp:cNvPr id="0" name=""/>
        <dsp:cNvSpPr/>
      </dsp:nvSpPr>
      <dsp:spPr>
        <a:xfrm>
          <a:off x="0" y="4152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Донбасу.</a:t>
          </a:r>
          <a:endParaRPr lang="uk-UA" sz="3400" kern="1200"/>
        </a:p>
      </dsp:txBody>
      <dsp:txXfrm>
        <a:off x="39809" y="81330"/>
        <a:ext cx="5114964" cy="735872"/>
      </dsp:txXfrm>
    </dsp:sp>
    <dsp:sp modelId="{5DE8A613-9F23-4A21-A486-EB0010E36CF2}">
      <dsp:nvSpPr>
        <dsp:cNvPr id="0" name=""/>
        <dsp:cNvSpPr/>
      </dsp:nvSpPr>
      <dsp:spPr>
        <a:xfrm>
          <a:off x="0" y="95493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Поділля.</a:t>
          </a:r>
          <a:endParaRPr lang="uk-UA" sz="3400" kern="1200"/>
        </a:p>
      </dsp:txBody>
      <dsp:txXfrm>
        <a:off x="39809" y="994740"/>
        <a:ext cx="5114964" cy="735872"/>
      </dsp:txXfrm>
    </dsp:sp>
    <dsp:sp modelId="{5D3FC59B-278E-4EEB-A1E0-F0D4A82B45A3}">
      <dsp:nvSpPr>
        <dsp:cNvPr id="0" name=""/>
        <dsp:cNvSpPr/>
      </dsp:nvSpPr>
      <dsp:spPr>
        <a:xfrm>
          <a:off x="0" y="186834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Криму.</a:t>
          </a:r>
          <a:endParaRPr lang="uk-UA" sz="3400" kern="1200"/>
        </a:p>
      </dsp:txBody>
      <dsp:txXfrm>
        <a:off x="39809" y="1908151"/>
        <a:ext cx="5114964" cy="735872"/>
      </dsp:txXfrm>
    </dsp:sp>
    <dsp:sp modelId="{FF0216A8-96AE-4FBF-89F4-95835096A4D3}">
      <dsp:nvSpPr>
        <dsp:cNvPr id="0" name=""/>
        <dsp:cNvSpPr/>
      </dsp:nvSpPr>
      <dsp:spPr>
        <a:xfrm>
          <a:off x="0" y="278175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uk-UA" sz="3400" b="0" i="0" kern="1200"/>
            <a:t>Бессарабії.</a:t>
          </a:r>
          <a:endParaRPr lang="uk-UA" sz="3400" kern="1200"/>
        </a:p>
      </dsp:txBody>
      <dsp:txXfrm>
        <a:off x="39809" y="2821561"/>
        <a:ext cx="5114964" cy="735872"/>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1C53A-F022-4746-A3C2-560104BBE347}">
      <dsp:nvSpPr>
        <dsp:cNvPr id="0" name=""/>
        <dsp:cNvSpPr/>
      </dsp:nvSpPr>
      <dsp:spPr>
        <a:xfrm>
          <a:off x="0" y="225661"/>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перехід повстанців на бік армії генерала П. Врангеля</a:t>
          </a:r>
          <a:endParaRPr lang="uk-UA" sz="1900" kern="1200"/>
        </a:p>
      </dsp:txBody>
      <dsp:txXfrm>
        <a:off x="36896" y="262557"/>
        <a:ext cx="5120790" cy="682028"/>
      </dsp:txXfrm>
    </dsp:sp>
    <dsp:sp modelId="{54DE4052-C17C-455A-A31F-AA0702DB65AC}">
      <dsp:nvSpPr>
        <dsp:cNvPr id="0" name=""/>
        <dsp:cNvSpPr/>
      </dsp:nvSpPr>
      <dsp:spPr>
        <a:xfrm>
          <a:off x="0" y="1036202"/>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розпуск і припинення існування загонів Повстанської армії</a:t>
          </a:r>
          <a:endParaRPr lang="uk-UA" sz="1900" kern="1200"/>
        </a:p>
      </dsp:txBody>
      <dsp:txXfrm>
        <a:off x="36896" y="1073098"/>
        <a:ext cx="5120790" cy="682028"/>
      </dsp:txXfrm>
    </dsp:sp>
    <dsp:sp modelId="{B9B5F7B7-571D-4B2C-A0B6-CD531104EFA9}">
      <dsp:nvSpPr>
        <dsp:cNvPr id="0" name=""/>
        <dsp:cNvSpPr/>
      </dsp:nvSpPr>
      <dsp:spPr>
        <a:xfrm>
          <a:off x="0" y="1846742"/>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розгром головних сил повстанців, які намагалися вирватися з оточення</a:t>
          </a:r>
          <a:endParaRPr lang="uk-UA" sz="1900" kern="1200"/>
        </a:p>
      </dsp:txBody>
      <dsp:txXfrm>
        <a:off x="36896" y="1883638"/>
        <a:ext cx="5120790" cy="682028"/>
      </dsp:txXfrm>
    </dsp:sp>
    <dsp:sp modelId="{6DDAC870-919F-47E0-871E-53F0C070E2C1}">
      <dsp:nvSpPr>
        <dsp:cNvPr id="0" name=""/>
        <dsp:cNvSpPr/>
      </dsp:nvSpPr>
      <dsp:spPr>
        <a:xfrm>
          <a:off x="0" y="2657281"/>
          <a:ext cx="5194582" cy="7558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переформування загонів Повстанської армії в підрозділи Червоної Армі</a:t>
          </a:r>
          <a:endParaRPr lang="uk-UA" sz="1900" kern="1200"/>
        </a:p>
      </dsp:txBody>
      <dsp:txXfrm>
        <a:off x="36896" y="2694177"/>
        <a:ext cx="5120790" cy="68202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DEB44-08FD-4D46-9FF5-10CAA7A8400D}">
      <dsp:nvSpPr>
        <dsp:cNvPr id="0" name=""/>
        <dsp:cNvSpPr/>
      </dsp:nvSpPr>
      <dsp:spPr>
        <a:xfrm rot="10800000">
          <a:off x="1054405" y="477"/>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С. Петлюра</a:t>
          </a:r>
          <a:endParaRPr lang="uk-UA" sz="2000" kern="1200"/>
        </a:p>
      </dsp:txBody>
      <dsp:txXfrm rot="10800000">
        <a:off x="1240177" y="477"/>
        <a:ext cx="3262833" cy="743089"/>
      </dsp:txXfrm>
    </dsp:sp>
    <dsp:sp modelId="{CFE7D985-BCFD-4051-8087-727DDEFDCA4A}">
      <dsp:nvSpPr>
        <dsp:cNvPr id="0" name=""/>
        <dsp:cNvSpPr/>
      </dsp:nvSpPr>
      <dsp:spPr>
        <a:xfrm>
          <a:off x="682861" y="477"/>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DD304C-31D6-4847-B991-97F00B3D99FB}">
      <dsp:nvSpPr>
        <dsp:cNvPr id="0" name=""/>
        <dsp:cNvSpPr/>
      </dsp:nvSpPr>
      <dsp:spPr>
        <a:xfrm rot="10800000">
          <a:off x="1054405" y="965383"/>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П. Скоропадський</a:t>
          </a:r>
          <a:endParaRPr lang="uk-UA" sz="2000" kern="1200"/>
        </a:p>
      </dsp:txBody>
      <dsp:txXfrm rot="10800000">
        <a:off x="1240177" y="965383"/>
        <a:ext cx="3262833" cy="743089"/>
      </dsp:txXfrm>
    </dsp:sp>
    <dsp:sp modelId="{0D21DD9D-37D6-437F-BDBE-3832D66C2754}">
      <dsp:nvSpPr>
        <dsp:cNvPr id="0" name=""/>
        <dsp:cNvSpPr/>
      </dsp:nvSpPr>
      <dsp:spPr>
        <a:xfrm>
          <a:off x="682861" y="965383"/>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8257A2C-45B2-4961-9827-979AD6108918}">
      <dsp:nvSpPr>
        <dsp:cNvPr id="0" name=""/>
        <dsp:cNvSpPr/>
      </dsp:nvSpPr>
      <dsp:spPr>
        <a:xfrm rot="10800000">
          <a:off x="1054405" y="1930290"/>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Д. Вітовський</a:t>
          </a:r>
          <a:endParaRPr lang="uk-UA" sz="2000" kern="1200"/>
        </a:p>
      </dsp:txBody>
      <dsp:txXfrm rot="10800000">
        <a:off x="1240177" y="1930290"/>
        <a:ext cx="3262833" cy="743089"/>
      </dsp:txXfrm>
    </dsp:sp>
    <dsp:sp modelId="{05B4375D-4ABA-4B48-BB72-3CEEEF8FD943}">
      <dsp:nvSpPr>
        <dsp:cNvPr id="0" name=""/>
        <dsp:cNvSpPr/>
      </dsp:nvSpPr>
      <dsp:spPr>
        <a:xfrm>
          <a:off x="682861" y="1930290"/>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25F1F2-C28D-4C24-BB19-536324A5FA4A}">
      <dsp:nvSpPr>
        <dsp:cNvPr id="0" name=""/>
        <dsp:cNvSpPr/>
      </dsp:nvSpPr>
      <dsp:spPr>
        <a:xfrm rot="10800000">
          <a:off x="1054405" y="2895196"/>
          <a:ext cx="3448605" cy="743089"/>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682"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Н. Махно</a:t>
          </a:r>
          <a:endParaRPr lang="uk-UA" sz="2000" kern="1200"/>
        </a:p>
      </dsp:txBody>
      <dsp:txXfrm rot="10800000">
        <a:off x="1240177" y="2895196"/>
        <a:ext cx="3262833" cy="743089"/>
      </dsp:txXfrm>
    </dsp:sp>
    <dsp:sp modelId="{B6C712DD-3B68-41C3-9EA2-00E36B892F93}">
      <dsp:nvSpPr>
        <dsp:cNvPr id="0" name=""/>
        <dsp:cNvSpPr/>
      </dsp:nvSpPr>
      <dsp:spPr>
        <a:xfrm>
          <a:off x="682861" y="2895196"/>
          <a:ext cx="743089" cy="743089"/>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EF45-2AFB-4996-949F-E29BDBF50300}">
      <dsp:nvSpPr>
        <dsp:cNvPr id="0" name=""/>
        <dsp:cNvSpPr/>
      </dsp:nvSpPr>
      <dsp:spPr>
        <a:xfrm>
          <a:off x="0" y="33142"/>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створення Холодноярської республіки</a:t>
          </a:r>
          <a:endParaRPr lang="uk-UA" sz="1700" kern="1200"/>
        </a:p>
      </dsp:txBody>
      <dsp:txXfrm>
        <a:off x="32967" y="66109"/>
        <a:ext cx="5128648" cy="609393"/>
      </dsp:txXfrm>
    </dsp:sp>
    <dsp:sp modelId="{102EC462-F255-4257-AB05-13781ADC5D67}">
      <dsp:nvSpPr>
        <dsp:cNvPr id="0" name=""/>
        <dsp:cNvSpPr/>
      </dsp:nvSpPr>
      <dsp:spPr>
        <a:xfrm>
          <a:off x="0" y="757430"/>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розгром армії генерала П. Врангеля в Криму</a:t>
          </a:r>
          <a:endParaRPr lang="uk-UA" sz="1700" kern="1200"/>
        </a:p>
      </dsp:txBody>
      <dsp:txXfrm>
        <a:off x="32967" y="790397"/>
        <a:ext cx="5128648" cy="609393"/>
      </dsp:txXfrm>
    </dsp:sp>
    <dsp:sp modelId="{5F9F7684-D30A-407F-B7FE-6084F3FAAF2F}">
      <dsp:nvSpPr>
        <dsp:cNvPr id="0" name=""/>
        <dsp:cNvSpPr/>
      </dsp:nvSpPr>
      <dsp:spPr>
        <a:xfrm>
          <a:off x="0" y="1481718"/>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формування Української галицької армії (УГА)</a:t>
          </a:r>
          <a:endParaRPr lang="uk-UA" sz="1700" kern="1200"/>
        </a:p>
      </dsp:txBody>
      <dsp:txXfrm>
        <a:off x="32967" y="1514685"/>
        <a:ext cx="5128648" cy="609393"/>
      </dsp:txXfrm>
    </dsp:sp>
    <dsp:sp modelId="{E4CC99BD-6115-452E-95FC-F63BDE258A34}">
      <dsp:nvSpPr>
        <dsp:cNvPr id="0" name=""/>
        <dsp:cNvSpPr/>
      </dsp:nvSpPr>
      <dsp:spPr>
        <a:xfrm>
          <a:off x="0" y="2206005"/>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гетьманський переворот</a:t>
          </a:r>
          <a:endParaRPr lang="uk-UA" sz="1700" kern="1200"/>
        </a:p>
      </dsp:txBody>
      <dsp:txXfrm>
        <a:off x="32967" y="2238972"/>
        <a:ext cx="5128648" cy="609393"/>
      </dsp:txXfrm>
    </dsp:sp>
    <dsp:sp modelId="{B9A8A2E4-C833-488A-B130-4DA74C5A4ECA}">
      <dsp:nvSpPr>
        <dsp:cNvPr id="0" name=""/>
        <dsp:cNvSpPr/>
      </dsp:nvSpPr>
      <dsp:spPr>
        <a:xfrm>
          <a:off x="0" y="2930293"/>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укладання Варшавської угоди</a:t>
          </a:r>
          <a:endParaRPr lang="uk-UA" sz="1700" kern="1200"/>
        </a:p>
      </dsp:txBody>
      <dsp:txXfrm>
        <a:off x="32967" y="2963260"/>
        <a:ext cx="5128648" cy="609393"/>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68139-F735-4986-9D02-A8162E42C528}">
      <dsp:nvSpPr>
        <dsp:cNvPr id="0" name=""/>
        <dsp:cNvSpPr/>
      </dsp:nvSpPr>
      <dsp:spPr>
        <a:xfrm>
          <a:off x="0" y="0"/>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6C0C86A-2A0A-4A4E-B26B-3129ABDBDC1D}">
      <dsp:nvSpPr>
        <dsp:cNvPr id="0" name=""/>
        <dsp:cNvSpPr/>
      </dsp:nvSpPr>
      <dsp:spPr>
        <a:xfrm>
          <a:off x="0" y="0"/>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0" i="0" kern="1200"/>
            <a:t>проведення Всеукраїнського з’їзду хліборобів-власників (Всеукраїнського хліборобського конгресу)</a:t>
          </a:r>
          <a:endParaRPr lang="uk-UA" sz="1800" kern="1200"/>
        </a:p>
      </dsp:txBody>
      <dsp:txXfrm>
        <a:off x="0" y="0"/>
        <a:ext cx="5185872" cy="909690"/>
      </dsp:txXfrm>
    </dsp:sp>
    <dsp:sp modelId="{37CD3DA5-07C9-49CA-A372-64077C24561D}">
      <dsp:nvSpPr>
        <dsp:cNvPr id="0" name=""/>
        <dsp:cNvSpPr/>
      </dsp:nvSpPr>
      <dsp:spPr>
        <a:xfrm>
          <a:off x="0" y="909690"/>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EFE265-70B5-4347-853A-EB3BAA7F2069}">
      <dsp:nvSpPr>
        <dsp:cNvPr id="0" name=""/>
        <dsp:cNvSpPr/>
      </dsp:nvSpPr>
      <dsp:spPr>
        <a:xfrm>
          <a:off x="0" y="909690"/>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0" i="0" kern="1200"/>
            <a:t>«Листопадовий зрив»</a:t>
          </a:r>
          <a:endParaRPr lang="uk-UA" sz="1800" kern="1200"/>
        </a:p>
      </dsp:txBody>
      <dsp:txXfrm>
        <a:off x="0" y="909690"/>
        <a:ext cx="5185872" cy="909690"/>
      </dsp:txXfrm>
    </dsp:sp>
    <dsp:sp modelId="{F5E1F7C0-D193-40D4-9B68-1C3908467438}">
      <dsp:nvSpPr>
        <dsp:cNvPr id="0" name=""/>
        <dsp:cNvSpPr/>
      </dsp:nvSpPr>
      <dsp:spPr>
        <a:xfrm>
          <a:off x="0" y="1819381"/>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D2CEF4-7DCB-4D17-9F89-1E0FA08C0D81}">
      <dsp:nvSpPr>
        <dsp:cNvPr id="0" name=""/>
        <dsp:cNvSpPr/>
      </dsp:nvSpPr>
      <dsp:spPr>
        <a:xfrm>
          <a:off x="0" y="1819381"/>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0" i="0" kern="1200"/>
            <a:t>підписання Берестейського (Брестського) миру</a:t>
          </a:r>
          <a:endParaRPr lang="uk-UA" sz="1800" kern="1200"/>
        </a:p>
      </dsp:txBody>
      <dsp:txXfrm>
        <a:off x="0" y="1819381"/>
        <a:ext cx="5185872" cy="909690"/>
      </dsp:txXfrm>
    </dsp:sp>
    <dsp:sp modelId="{CA635F9B-1016-438F-9499-73174483B121}">
      <dsp:nvSpPr>
        <dsp:cNvPr id="0" name=""/>
        <dsp:cNvSpPr/>
      </dsp:nvSpPr>
      <dsp:spPr>
        <a:xfrm>
          <a:off x="0" y="2729072"/>
          <a:ext cx="5185872"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7B307B-FC9E-41F2-B351-B15F731F9282}">
      <dsp:nvSpPr>
        <dsp:cNvPr id="0" name=""/>
        <dsp:cNvSpPr/>
      </dsp:nvSpPr>
      <dsp:spPr>
        <a:xfrm>
          <a:off x="0" y="2729072"/>
          <a:ext cx="5185872" cy="90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ru-RU" sz="1800" b="0" i="0" kern="1200"/>
            <a:t>скликання Трудового конгресу України</a:t>
          </a:r>
          <a:endParaRPr lang="uk-UA" sz="1800" kern="1200"/>
        </a:p>
      </dsp:txBody>
      <dsp:txXfrm>
        <a:off x="0" y="2729072"/>
        <a:ext cx="5185872" cy="90969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40D73A-D47F-452F-BDC7-3AAE9529C224}">
      <dsp:nvSpPr>
        <dsp:cNvPr id="0" name=""/>
        <dsp:cNvSpPr/>
      </dsp:nvSpPr>
      <dsp:spPr>
        <a:xfrm>
          <a:off x="0" y="33142"/>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визнання Директорії вищою владою в Україні</a:t>
          </a:r>
          <a:endParaRPr lang="uk-UA" sz="1700" kern="1200"/>
        </a:p>
      </dsp:txBody>
      <dsp:txXfrm>
        <a:off x="32967" y="66109"/>
        <a:ext cx="5128648" cy="609393"/>
      </dsp:txXfrm>
    </dsp:sp>
    <dsp:sp modelId="{E32DAF8D-0016-4F46-BBDA-FF77590F814B}">
      <dsp:nvSpPr>
        <dsp:cNvPr id="0" name=""/>
        <dsp:cNvSpPr/>
      </dsp:nvSpPr>
      <dsp:spPr>
        <a:xfrm>
          <a:off x="0" y="757430"/>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утворення Державного секретаріату на чолі з К. Левицьким</a:t>
          </a:r>
          <a:endParaRPr lang="uk-UA" sz="1700" kern="1200"/>
        </a:p>
      </dsp:txBody>
      <dsp:txXfrm>
        <a:off x="32967" y="790397"/>
        <a:ext cx="5128648" cy="609393"/>
      </dsp:txXfrm>
    </dsp:sp>
    <dsp:sp modelId="{40149ED1-051C-4B86-865A-36F8DC38D407}">
      <dsp:nvSpPr>
        <dsp:cNvPr id="0" name=""/>
        <dsp:cNvSpPr/>
      </dsp:nvSpPr>
      <dsp:spPr>
        <a:xfrm>
          <a:off x="0" y="1481718"/>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початок антигетьманського повстання на чолі з Директорією</a:t>
          </a:r>
          <a:endParaRPr lang="uk-UA" sz="1700" kern="1200"/>
        </a:p>
      </dsp:txBody>
      <dsp:txXfrm>
        <a:off x="32967" y="1514685"/>
        <a:ext cx="5128648" cy="609393"/>
      </dsp:txXfrm>
    </dsp:sp>
    <dsp:sp modelId="{6F8EDC8C-3F03-4E27-8370-EDA5145AB0FB}">
      <dsp:nvSpPr>
        <dsp:cNvPr id="0" name=""/>
        <dsp:cNvSpPr/>
      </dsp:nvSpPr>
      <dsp:spPr>
        <a:xfrm>
          <a:off x="0" y="2206005"/>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проголошення П. Скоропадського гетьманом України</a:t>
          </a:r>
          <a:endParaRPr lang="uk-UA" sz="1700" kern="1200"/>
        </a:p>
      </dsp:txBody>
      <dsp:txXfrm>
        <a:off x="32967" y="2238972"/>
        <a:ext cx="5128648" cy="609393"/>
      </dsp:txXfrm>
    </dsp:sp>
    <dsp:sp modelId="{CFD29D6D-CEE3-4CD4-ADAE-B56EBE94A0BE}">
      <dsp:nvSpPr>
        <dsp:cNvPr id="0" name=""/>
        <dsp:cNvSpPr/>
      </dsp:nvSpPr>
      <dsp:spPr>
        <a:xfrm>
          <a:off x="0" y="2930293"/>
          <a:ext cx="5194582" cy="67532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відновлення влади Української Центральної Ради</a:t>
          </a:r>
          <a:endParaRPr lang="uk-UA" sz="1700" kern="1200"/>
        </a:p>
      </dsp:txBody>
      <dsp:txXfrm>
        <a:off x="32967" y="2963260"/>
        <a:ext cx="5128648" cy="609393"/>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0F2B8-ECE0-41E7-A668-6F905E77FECB}">
      <dsp:nvSpPr>
        <dsp:cNvPr id="0" name=""/>
        <dsp:cNvSpPr/>
      </dsp:nvSpPr>
      <dsp:spPr>
        <a:xfrm>
          <a:off x="0" y="71012"/>
          <a:ext cx="5194582" cy="8751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Перший «Зимовий похід» Армії УНР</a:t>
          </a:r>
          <a:endParaRPr lang="uk-UA" sz="2200" kern="1200"/>
        </a:p>
      </dsp:txBody>
      <dsp:txXfrm>
        <a:off x="42722" y="113734"/>
        <a:ext cx="5109138" cy="789716"/>
      </dsp:txXfrm>
    </dsp:sp>
    <dsp:sp modelId="{ABDA69F2-55DB-4841-B7B2-AEB3857E0409}">
      <dsp:nvSpPr>
        <dsp:cNvPr id="0" name=""/>
        <dsp:cNvSpPr/>
      </dsp:nvSpPr>
      <dsp:spPr>
        <a:xfrm>
          <a:off x="0" y="1009532"/>
          <a:ext cx="5194582" cy="8751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«Київська катастрофа»</a:t>
          </a:r>
          <a:endParaRPr lang="uk-UA" sz="2200" kern="1200"/>
        </a:p>
      </dsp:txBody>
      <dsp:txXfrm>
        <a:off x="42722" y="1052254"/>
        <a:ext cx="5109138" cy="789716"/>
      </dsp:txXfrm>
    </dsp:sp>
    <dsp:sp modelId="{15B9613D-0482-4697-890E-0939245C4DFE}">
      <dsp:nvSpPr>
        <dsp:cNvPr id="0" name=""/>
        <dsp:cNvSpPr/>
      </dsp:nvSpPr>
      <dsp:spPr>
        <a:xfrm>
          <a:off x="0" y="1948053"/>
          <a:ext cx="5194582" cy="8751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dirty="0"/>
            <a:t>трагедія під містом Базар</a:t>
          </a:r>
          <a:endParaRPr lang="uk-UA" sz="2200" kern="1200" dirty="0"/>
        </a:p>
      </dsp:txBody>
      <dsp:txXfrm>
        <a:off x="42722" y="1990775"/>
        <a:ext cx="5109138" cy="789716"/>
      </dsp:txXfrm>
    </dsp:sp>
    <dsp:sp modelId="{B61C2048-CF99-4C83-82EE-5834392A2D35}">
      <dsp:nvSpPr>
        <dsp:cNvPr id="0" name=""/>
        <dsp:cNvSpPr/>
      </dsp:nvSpPr>
      <dsp:spPr>
        <a:xfrm>
          <a:off x="0" y="2886573"/>
          <a:ext cx="5194582" cy="8751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«Чортківська офензива»</a:t>
          </a:r>
          <a:endParaRPr lang="uk-UA" sz="2200" kern="1200"/>
        </a:p>
      </dsp:txBody>
      <dsp:txXfrm>
        <a:off x="42722" y="2929295"/>
        <a:ext cx="5109138" cy="789716"/>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74D86-610A-48FE-AE7B-BD8FF2F691C9}">
      <dsp:nvSpPr>
        <dsp:cNvPr id="0" name=""/>
        <dsp:cNvSpPr/>
      </dsp:nvSpPr>
      <dsp:spPr>
        <a:xfrm>
          <a:off x="0" y="1417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допомогти Українській Галицькій армії в боротьбі з польською агресією.</a:t>
          </a:r>
          <a:endParaRPr lang="uk-UA" sz="2000" kern="1200"/>
        </a:p>
      </dsp:txBody>
      <dsp:txXfrm>
        <a:off x="38838" y="180620"/>
        <a:ext cx="5116906" cy="717924"/>
      </dsp:txXfrm>
    </dsp:sp>
    <dsp:sp modelId="{53390054-9198-4A55-AB0D-E4145B8EEB41}">
      <dsp:nvSpPr>
        <dsp:cNvPr id="0" name=""/>
        <dsp:cNvSpPr/>
      </dsp:nvSpPr>
      <dsp:spPr>
        <a:xfrm>
          <a:off x="0" y="9949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підтримати дії Революційно-повстанської армії Н. Махна.</a:t>
          </a:r>
          <a:endParaRPr lang="uk-UA" sz="2000" kern="1200"/>
        </a:p>
      </dsp:txBody>
      <dsp:txXfrm>
        <a:off x="38838" y="1033820"/>
        <a:ext cx="5116906" cy="717924"/>
      </dsp:txXfrm>
    </dsp:sp>
    <dsp:sp modelId="{F791FEB2-19E4-42F3-9EB2-404AAC197E8F}">
      <dsp:nvSpPr>
        <dsp:cNvPr id="0" name=""/>
        <dsp:cNvSpPr/>
      </dsp:nvSpPr>
      <dsp:spPr>
        <a:xfrm>
          <a:off x="0" y="18481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підняти народне збройне повстання проти більшовицької влади.</a:t>
          </a:r>
          <a:endParaRPr lang="uk-UA" sz="2000" kern="1200"/>
        </a:p>
      </dsp:txBody>
      <dsp:txXfrm>
        <a:off x="38838" y="1887020"/>
        <a:ext cx="5116906" cy="717924"/>
      </dsp:txXfrm>
    </dsp:sp>
    <dsp:sp modelId="{E9459331-65CB-4AA5-9531-46DF15FCCD85}">
      <dsp:nvSpPr>
        <dsp:cNvPr id="0" name=""/>
        <dsp:cNvSpPr/>
      </dsp:nvSpPr>
      <dsp:spPr>
        <a:xfrm>
          <a:off x="0" y="2701382"/>
          <a:ext cx="5194582" cy="795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дезорганізувати тил білогвардійських військ генерала П. Врангеля.</a:t>
          </a:r>
          <a:endParaRPr lang="uk-UA" sz="2000" kern="1200"/>
        </a:p>
      </dsp:txBody>
      <dsp:txXfrm>
        <a:off x="38838" y="2740220"/>
        <a:ext cx="5116906" cy="717924"/>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208115-649B-407F-9D80-1B3DE62ECDA6}">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боєм під Крутами.</a:t>
          </a:r>
          <a:endParaRPr lang="uk-UA" sz="2000" kern="1200"/>
        </a:p>
      </dsp:txBody>
      <dsp:txXfrm rot="10800000">
        <a:off x="1241411" y="1582"/>
        <a:ext cx="3268738" cy="742637"/>
      </dsp:txXfrm>
    </dsp:sp>
    <dsp:sp modelId="{BADD6D27-2C56-4236-880E-E69B84C3F6AC}">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EA4B0D-7D60-4342-8168-BDDADE48FD80}">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«Чортківською офензивою».</a:t>
          </a:r>
          <a:endParaRPr lang="uk-UA" sz="2000" kern="1200"/>
        </a:p>
      </dsp:txBody>
      <dsp:txXfrm rot="10800000">
        <a:off x="1241411" y="965902"/>
        <a:ext cx="3268738" cy="742637"/>
      </dsp:txXfrm>
    </dsp:sp>
    <dsp:sp modelId="{A3F7D8EC-E53E-429B-827A-5D2D5266347D}">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5C0B37-A9F3-41E3-9AAE-2644B26169A2}">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«Київською катастрофою».</a:t>
          </a:r>
          <a:endParaRPr lang="uk-UA" sz="2000" kern="1200"/>
        </a:p>
      </dsp:txBody>
      <dsp:txXfrm rot="10800000">
        <a:off x="1241411" y="1930223"/>
        <a:ext cx="3268738" cy="742637"/>
      </dsp:txXfrm>
    </dsp:sp>
    <dsp:sp modelId="{089FA6A3-C29C-4188-9698-F61558B877C6}">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24408A-9A9F-43C0-8A11-F6E151508E1F}">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Другим «Зимовим походом».</a:t>
          </a:r>
          <a:endParaRPr lang="uk-UA" sz="2000" kern="1200"/>
        </a:p>
      </dsp:txBody>
      <dsp:txXfrm rot="10800000">
        <a:off x="1241411" y="2894544"/>
        <a:ext cx="3268738" cy="742637"/>
      </dsp:txXfrm>
    </dsp:sp>
    <dsp:sp modelId="{C2879F35-9D99-4856-B58C-DBBBF6325875}">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AB91CA-0722-42DD-8522-DADCF22BBB07}">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повстання Н. Григор’єва.</a:t>
          </a:r>
          <a:endParaRPr lang="uk-UA" sz="2100" kern="1200"/>
        </a:p>
      </dsp:txBody>
      <dsp:txXfrm>
        <a:off x="40724" y="100929"/>
        <a:ext cx="5113134" cy="752780"/>
      </dsp:txXfrm>
    </dsp:sp>
    <dsp:sp modelId="{7D9A66DD-43C1-4B7E-8B59-C912E59D8407}">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радянсько-польської війни.</a:t>
          </a:r>
          <a:endParaRPr lang="uk-UA" sz="2100" kern="1200"/>
        </a:p>
      </dsp:txBody>
      <dsp:txXfrm>
        <a:off x="40724" y="995637"/>
        <a:ext cx="5113134" cy="752780"/>
      </dsp:txXfrm>
    </dsp:sp>
    <dsp:sp modelId="{9016C7A4-50C8-4215-B8A2-9DF680B908D6}">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Другого Зимового походу Армії УНР.</a:t>
          </a:r>
          <a:endParaRPr lang="uk-UA" sz="2100" kern="1200"/>
        </a:p>
      </dsp:txBody>
      <dsp:txXfrm>
        <a:off x="40724" y="1890346"/>
        <a:ext cx="5113134" cy="752780"/>
      </dsp:txXfrm>
    </dsp:sp>
    <dsp:sp modelId="{534A6819-186C-4C33-A2A1-8C653B6D34A2}">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антигетьманського повстання Директорії.</a:t>
          </a:r>
          <a:endParaRPr lang="uk-UA" sz="2100" kern="1200"/>
        </a:p>
      </dsp:txBody>
      <dsp:txXfrm>
        <a:off x="40724" y="2785054"/>
        <a:ext cx="5113134" cy="752780"/>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893CA-8218-4A85-A102-D82C2EACAE19}">
      <dsp:nvSpPr>
        <dsp:cNvPr id="0" name=""/>
        <dsp:cNvSpPr/>
      </dsp:nvSpPr>
      <dsp:spPr>
        <a:xfrm>
          <a:off x="0" y="302971"/>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«Перший Зимовий похід».</a:t>
          </a:r>
          <a:endParaRPr lang="uk-UA" sz="2900" kern="1200"/>
        </a:p>
      </dsp:txBody>
      <dsp:txXfrm>
        <a:off x="33955" y="336926"/>
        <a:ext cx="5126672" cy="627655"/>
      </dsp:txXfrm>
    </dsp:sp>
    <dsp:sp modelId="{51EF0F06-8661-45DE-872E-AE10EC7EE333}">
      <dsp:nvSpPr>
        <dsp:cNvPr id="0" name=""/>
        <dsp:cNvSpPr/>
      </dsp:nvSpPr>
      <dsp:spPr>
        <a:xfrm>
          <a:off x="0" y="1082056"/>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«Київська катастрофа».</a:t>
          </a:r>
          <a:endParaRPr lang="uk-UA" sz="2900" kern="1200"/>
        </a:p>
      </dsp:txBody>
      <dsp:txXfrm>
        <a:off x="33955" y="1116011"/>
        <a:ext cx="5126672" cy="627655"/>
      </dsp:txXfrm>
    </dsp:sp>
    <dsp:sp modelId="{8A0BBB7D-4727-421A-8011-CA9D16D1826E}">
      <dsp:nvSpPr>
        <dsp:cNvPr id="0" name=""/>
        <dsp:cNvSpPr/>
      </dsp:nvSpPr>
      <dsp:spPr>
        <a:xfrm>
          <a:off x="0" y="1861142"/>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«Чортківська офензива».</a:t>
          </a:r>
          <a:endParaRPr lang="uk-UA" sz="2900" kern="1200"/>
        </a:p>
      </dsp:txBody>
      <dsp:txXfrm>
        <a:off x="33955" y="1895097"/>
        <a:ext cx="5126672" cy="627655"/>
      </dsp:txXfrm>
    </dsp:sp>
    <dsp:sp modelId="{A197447C-6696-44DC-BE7F-D3EDD56D4199}">
      <dsp:nvSpPr>
        <dsp:cNvPr id="0" name=""/>
        <dsp:cNvSpPr/>
      </dsp:nvSpPr>
      <dsp:spPr>
        <a:xfrm>
          <a:off x="0" y="2640227"/>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«Брусиловський прорив».</a:t>
          </a:r>
          <a:endParaRPr lang="uk-UA" sz="2900" kern="1200"/>
        </a:p>
      </dsp:txBody>
      <dsp:txXfrm>
        <a:off x="33955" y="2674182"/>
        <a:ext cx="5126672" cy="627655"/>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5498D-168E-4B6B-8183-D8B058C979EE}">
      <dsp:nvSpPr>
        <dsp:cNvPr id="0" name=""/>
        <dsp:cNvSpPr/>
      </dsp:nvSpPr>
      <dsp:spPr>
        <a:xfrm>
          <a:off x="0" y="564422"/>
          <a:ext cx="5194582"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грудня 1917 р. – березня 1918 р.</a:t>
          </a:r>
          <a:endParaRPr lang="uk-UA" sz="2400" kern="1200"/>
        </a:p>
      </dsp:txBody>
      <dsp:txXfrm>
        <a:off x="28100" y="592522"/>
        <a:ext cx="5138382" cy="519439"/>
      </dsp:txXfrm>
    </dsp:sp>
    <dsp:sp modelId="{8FBC30D0-64BE-4231-BA9C-C4705AFBFFFD}">
      <dsp:nvSpPr>
        <dsp:cNvPr id="0" name=""/>
        <dsp:cNvSpPr/>
      </dsp:nvSpPr>
      <dsp:spPr>
        <a:xfrm>
          <a:off x="0" y="1209182"/>
          <a:ext cx="5194582"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листопада – грудня 1918 р.</a:t>
          </a:r>
          <a:endParaRPr lang="uk-UA" sz="2400" kern="1200"/>
        </a:p>
      </dsp:txBody>
      <dsp:txXfrm>
        <a:off x="28100" y="1237282"/>
        <a:ext cx="5138382" cy="519439"/>
      </dsp:txXfrm>
    </dsp:sp>
    <dsp:sp modelId="{42B2CF04-7E25-4E80-9141-2A4F6BC35D55}">
      <dsp:nvSpPr>
        <dsp:cNvPr id="0" name=""/>
        <dsp:cNvSpPr/>
      </dsp:nvSpPr>
      <dsp:spPr>
        <a:xfrm>
          <a:off x="0" y="1853942"/>
          <a:ext cx="5194582"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dirty="0" err="1"/>
            <a:t>квітня</a:t>
          </a:r>
          <a:r>
            <a:rPr lang="ru-RU" sz="2400" b="0" i="0" kern="1200" dirty="0"/>
            <a:t> – червня 1920 р.</a:t>
          </a:r>
          <a:endParaRPr lang="uk-UA" sz="2400" kern="1200" dirty="0"/>
        </a:p>
      </dsp:txBody>
      <dsp:txXfrm>
        <a:off x="28100" y="1882042"/>
        <a:ext cx="5138382" cy="519439"/>
      </dsp:txXfrm>
    </dsp:sp>
    <dsp:sp modelId="{546D5B5A-39FA-42B4-A5E6-89C58B515FEC}">
      <dsp:nvSpPr>
        <dsp:cNvPr id="0" name=""/>
        <dsp:cNvSpPr/>
      </dsp:nvSpPr>
      <dsp:spPr>
        <a:xfrm>
          <a:off x="0" y="2498701"/>
          <a:ext cx="5194582" cy="57563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жовтня – листопада 1921 р.</a:t>
          </a:r>
          <a:endParaRPr lang="uk-UA" sz="2400" kern="1200"/>
        </a:p>
      </dsp:txBody>
      <dsp:txXfrm>
        <a:off x="28100" y="2526801"/>
        <a:ext cx="5138382" cy="51943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B32C36-E3A2-4614-BF21-1FC5F3DB6ACE}">
      <dsp:nvSpPr>
        <dsp:cNvPr id="0" name=""/>
        <dsp:cNvSpPr/>
      </dsp:nvSpPr>
      <dsp:spPr>
        <a:xfrm>
          <a:off x="0" y="7681"/>
          <a:ext cx="5185872" cy="17901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«Кіннота Будьоного серпом урізалася в польський фронт… Київ відрізано, фронт польської армії розколовся надвоє й покотився на захід…»</a:t>
          </a:r>
          <a:endParaRPr lang="uk-UA" sz="1500" kern="1200"/>
        </a:p>
      </dsp:txBody>
      <dsp:txXfrm>
        <a:off x="87385" y="95066"/>
        <a:ext cx="5011102" cy="1615330"/>
      </dsp:txXfrm>
    </dsp:sp>
    <dsp:sp modelId="{BB530395-8D4B-4424-BF13-05D4660774D0}">
      <dsp:nvSpPr>
        <dsp:cNvPr id="0" name=""/>
        <dsp:cNvSpPr/>
      </dsp:nvSpPr>
      <dsp:spPr>
        <a:xfrm>
          <a:off x="0" y="1840981"/>
          <a:ext cx="5185872" cy="17901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«...група генерала Кравса ранком 31 серпня рушила колоною через Київ... Одночасно зі сходу в Київ почали входити денікінські війська під командуванням генерала Бредова... Коли голова колони українських військ вийшла на Хрещатик, то денікінські частини, увійшовши на цю вулицю з протилежного боку, відкрили кулеметний вогонь...»</a:t>
          </a:r>
          <a:endParaRPr lang="uk-UA" sz="1500" kern="1200"/>
        </a:p>
      </dsp:txBody>
      <dsp:txXfrm>
        <a:off x="87385" y="1928366"/>
        <a:ext cx="5011102" cy="1615330"/>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859FB1-009E-4137-B8D6-6856576107A4}">
      <dsp:nvSpPr>
        <dsp:cNvPr id="0" name=""/>
        <dsp:cNvSpPr/>
      </dsp:nvSpPr>
      <dsp:spPr>
        <a:xfrm>
          <a:off x="0" y="147002"/>
          <a:ext cx="5194582" cy="16450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«Я був при УГА. Мені прийшлося бачити її перехід на Велику Україну. Цей перехід відбувався в значно скрутнішій ситуації, ніж могло б це бути місяць тому…»</a:t>
          </a:r>
          <a:endParaRPr lang="uk-UA" sz="1900" kern="1200"/>
        </a:p>
      </dsp:txBody>
      <dsp:txXfrm>
        <a:off x="80303" y="227305"/>
        <a:ext cx="5033976" cy="1484414"/>
      </dsp:txXfrm>
    </dsp:sp>
    <dsp:sp modelId="{27CFD4D6-EA38-449F-A312-B09F172E83D3}">
      <dsp:nvSpPr>
        <dsp:cNvPr id="0" name=""/>
        <dsp:cNvSpPr/>
      </dsp:nvSpPr>
      <dsp:spPr>
        <a:xfrm>
          <a:off x="0" y="1846742"/>
          <a:ext cx="5194582" cy="164502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«Ми вигнали німців та їхнього “гетьмана” з України. Але ми були знесилені, нам треба було спокою хоч на час, щоби зібрати свої сили, щоби закріпити свою відбиту самостійність…»</a:t>
          </a:r>
          <a:endParaRPr lang="uk-UA" sz="1900" kern="1200"/>
        </a:p>
      </dsp:txBody>
      <dsp:txXfrm>
        <a:off x="80303" y="1927045"/>
        <a:ext cx="5033976" cy="1484414"/>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F5782-BFAD-4885-A2CA-9667F8B75526}">
      <dsp:nvSpPr>
        <dsp:cNvPr id="0" name=""/>
        <dsp:cNvSpPr/>
      </dsp:nvSpPr>
      <dsp:spPr>
        <a:xfrm>
          <a:off x="0" y="90622"/>
          <a:ext cx="5194582" cy="8319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розгром військ генералів А. Денікіна та П. Врангеля</a:t>
          </a:r>
          <a:endParaRPr lang="uk-UA" sz="1500" kern="1200"/>
        </a:p>
      </dsp:txBody>
      <dsp:txXfrm>
        <a:off x="40614" y="131236"/>
        <a:ext cx="5113354" cy="750751"/>
      </dsp:txXfrm>
    </dsp:sp>
    <dsp:sp modelId="{CE2399C3-292E-43F0-AC00-8A427BCC9704}">
      <dsp:nvSpPr>
        <dsp:cNvPr id="0" name=""/>
        <dsp:cNvSpPr/>
      </dsp:nvSpPr>
      <dsp:spPr>
        <a:xfrm>
          <a:off x="0" y="965802"/>
          <a:ext cx="5194582" cy="8319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підписання Ризького мирного договору між Російською СФРР, Українською СРР та Польською Республікою</a:t>
          </a:r>
          <a:endParaRPr lang="uk-UA" sz="1500" kern="1200"/>
        </a:p>
      </dsp:txBody>
      <dsp:txXfrm>
        <a:off x="40614" y="1006416"/>
        <a:ext cx="5113354" cy="750751"/>
      </dsp:txXfrm>
    </dsp:sp>
    <dsp:sp modelId="{F7A2FC39-A14B-4A37-A549-CF105E7ABDDE}">
      <dsp:nvSpPr>
        <dsp:cNvPr id="0" name=""/>
        <dsp:cNvSpPr/>
      </dsp:nvSpPr>
      <dsp:spPr>
        <a:xfrm>
          <a:off x="0" y="1840982"/>
          <a:ext cx="5194582" cy="8319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проголошення Західноукраїнської Народної Республіки</a:t>
          </a:r>
          <a:endParaRPr lang="uk-UA" sz="1500" kern="1200"/>
        </a:p>
      </dsp:txBody>
      <dsp:txXfrm>
        <a:off x="40614" y="1881596"/>
        <a:ext cx="5113354" cy="750751"/>
      </dsp:txXfrm>
    </dsp:sp>
    <dsp:sp modelId="{0692FC34-000C-477C-BD48-C9FFB442D9E4}">
      <dsp:nvSpPr>
        <dsp:cNvPr id="0" name=""/>
        <dsp:cNvSpPr/>
      </dsp:nvSpPr>
      <dsp:spPr>
        <a:xfrm>
          <a:off x="0" y="2716161"/>
          <a:ext cx="5194582" cy="8319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0" kern="1200"/>
            <a:t>чергова спроба утвердження в Україні більшовицького режим</a:t>
          </a:r>
          <a:endParaRPr lang="uk-UA" sz="1500" kern="1200"/>
        </a:p>
      </dsp:txBody>
      <dsp:txXfrm>
        <a:off x="40614" y="2756775"/>
        <a:ext cx="5113354" cy="750751"/>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B21D69-D39B-4469-A9CA-D8824A5AE3AF}">
      <dsp:nvSpPr>
        <dsp:cNvPr id="0" name=""/>
        <dsp:cNvSpPr/>
      </dsp:nvSpPr>
      <dsp:spPr>
        <a:xfrm>
          <a:off x="0" y="4152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Н. Махна.</a:t>
          </a:r>
          <a:endParaRPr lang="uk-UA" sz="3400" kern="1200"/>
        </a:p>
      </dsp:txBody>
      <dsp:txXfrm>
        <a:off x="39809" y="81330"/>
        <a:ext cx="5114964" cy="735872"/>
      </dsp:txXfrm>
    </dsp:sp>
    <dsp:sp modelId="{4CC7940E-2902-447D-8D77-AE7402CFA656}">
      <dsp:nvSpPr>
        <dsp:cNvPr id="0" name=""/>
        <dsp:cNvSpPr/>
      </dsp:nvSpPr>
      <dsp:spPr>
        <a:xfrm>
          <a:off x="0" y="95493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А. Денікіна.</a:t>
          </a:r>
          <a:endParaRPr lang="uk-UA" sz="3400" kern="1200"/>
        </a:p>
      </dsp:txBody>
      <dsp:txXfrm>
        <a:off x="39809" y="994740"/>
        <a:ext cx="5114964" cy="735872"/>
      </dsp:txXfrm>
    </dsp:sp>
    <dsp:sp modelId="{04E29786-BA3D-4E09-B2EE-87D17C9EFC9F}">
      <dsp:nvSpPr>
        <dsp:cNvPr id="0" name=""/>
        <dsp:cNvSpPr/>
      </dsp:nvSpPr>
      <dsp:spPr>
        <a:xfrm>
          <a:off x="0" y="186834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М. Григор’єва.</a:t>
          </a:r>
          <a:endParaRPr lang="uk-UA" sz="3400" kern="1200"/>
        </a:p>
      </dsp:txBody>
      <dsp:txXfrm>
        <a:off x="39809" y="1908151"/>
        <a:ext cx="5114964" cy="735872"/>
      </dsp:txXfrm>
    </dsp:sp>
    <dsp:sp modelId="{5AB32EA0-E1B4-40EF-9E9E-3625F414BC40}">
      <dsp:nvSpPr>
        <dsp:cNvPr id="0" name=""/>
        <dsp:cNvSpPr/>
      </dsp:nvSpPr>
      <dsp:spPr>
        <a:xfrm>
          <a:off x="0" y="278175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П. Скоропадського</a:t>
          </a:r>
          <a:endParaRPr lang="uk-UA" sz="3400" kern="1200"/>
        </a:p>
      </dsp:txBody>
      <dsp:txXfrm>
        <a:off x="39809" y="2821561"/>
        <a:ext cx="5114964" cy="73587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E96E6-EEA3-449D-9530-B6051DAFC8AA}">
      <dsp:nvSpPr>
        <dsp:cNvPr id="0" name=""/>
        <dsp:cNvSpPr/>
      </dsp:nvSpPr>
      <dsp:spPr>
        <a:xfrm>
          <a:off x="777909" y="0"/>
          <a:ext cx="3638764" cy="363876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1BA26-5E01-47C4-BE7F-5B484BB861E1}">
      <dsp:nvSpPr>
        <dsp:cNvPr id="0" name=""/>
        <dsp:cNvSpPr/>
      </dsp:nvSpPr>
      <dsp:spPr>
        <a:xfrm>
          <a:off x="112359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1918 р.</a:t>
          </a:r>
          <a:endParaRPr lang="uk-UA" sz="3500" kern="1200"/>
        </a:p>
      </dsp:txBody>
      <dsp:txXfrm>
        <a:off x="1192868" y="414958"/>
        <a:ext cx="1280565" cy="1280565"/>
      </dsp:txXfrm>
    </dsp:sp>
    <dsp:sp modelId="{E4DDF6CF-EC6D-494C-96AD-A550DE7267BF}">
      <dsp:nvSpPr>
        <dsp:cNvPr id="0" name=""/>
        <dsp:cNvSpPr/>
      </dsp:nvSpPr>
      <dsp:spPr>
        <a:xfrm>
          <a:off x="2651872" y="345682"/>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1919 р.</a:t>
          </a:r>
          <a:endParaRPr lang="uk-UA" sz="3500" kern="1200"/>
        </a:p>
      </dsp:txBody>
      <dsp:txXfrm>
        <a:off x="2721148" y="414958"/>
        <a:ext cx="1280565" cy="1280565"/>
      </dsp:txXfrm>
    </dsp:sp>
    <dsp:sp modelId="{3D74CE81-6E17-4958-ADAF-8FF366AA808C}">
      <dsp:nvSpPr>
        <dsp:cNvPr id="0" name=""/>
        <dsp:cNvSpPr/>
      </dsp:nvSpPr>
      <dsp:spPr>
        <a:xfrm>
          <a:off x="112359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1920 р.</a:t>
          </a:r>
          <a:endParaRPr lang="uk-UA" sz="3500" kern="1200"/>
        </a:p>
      </dsp:txBody>
      <dsp:txXfrm>
        <a:off x="1192868" y="1943239"/>
        <a:ext cx="1280565" cy="1280565"/>
      </dsp:txXfrm>
    </dsp:sp>
    <dsp:sp modelId="{16FA0434-ABDE-4C42-BE2D-B8D407B6CC86}">
      <dsp:nvSpPr>
        <dsp:cNvPr id="0" name=""/>
        <dsp:cNvSpPr/>
      </dsp:nvSpPr>
      <dsp:spPr>
        <a:xfrm>
          <a:off x="2651872" y="1873963"/>
          <a:ext cx="1419117" cy="141911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ru-RU" sz="3500" b="0" i="0" kern="1200"/>
            <a:t>1921 р.</a:t>
          </a:r>
          <a:endParaRPr lang="uk-UA" sz="3500" kern="1200"/>
        </a:p>
      </dsp:txBody>
      <dsp:txXfrm>
        <a:off x="2721148" y="1943239"/>
        <a:ext cx="1280565" cy="1280565"/>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813C8-D3CA-4606-9A56-DC7332E8657E}">
      <dsp:nvSpPr>
        <dsp:cNvPr id="0" name=""/>
        <dsp:cNvSpPr/>
      </dsp:nvSpPr>
      <dsp:spPr>
        <a:xfrm>
          <a:off x="0" y="355261"/>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dirty="0"/>
            <a:t>«</a:t>
          </a:r>
          <a:r>
            <a:rPr lang="ru-RU" sz="2800" b="0" i="0" kern="1200" dirty="0" err="1"/>
            <a:t>Листопадового</a:t>
          </a:r>
          <a:r>
            <a:rPr lang="ru-RU" sz="2800" b="0" i="0" kern="1200" dirty="0"/>
            <a:t> </a:t>
          </a:r>
          <a:r>
            <a:rPr lang="ru-RU" sz="2800" b="0" i="0" kern="1200" dirty="0" err="1"/>
            <a:t>зриву</a:t>
          </a:r>
          <a:r>
            <a:rPr lang="ru-RU" sz="2800" b="0" i="0" kern="1200" dirty="0"/>
            <a:t>».</a:t>
          </a:r>
          <a:endParaRPr lang="uk-UA" sz="2800" kern="1200" dirty="0"/>
        </a:p>
      </dsp:txBody>
      <dsp:txXfrm>
        <a:off x="32784" y="388045"/>
        <a:ext cx="5129014" cy="606012"/>
      </dsp:txXfrm>
    </dsp:sp>
    <dsp:sp modelId="{535F10C9-8BD2-471A-851F-C54D62934211}">
      <dsp:nvSpPr>
        <dsp:cNvPr id="0" name=""/>
        <dsp:cNvSpPr/>
      </dsp:nvSpPr>
      <dsp:spPr>
        <a:xfrm>
          <a:off x="0" y="110748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«Чортківської офензиви».</a:t>
          </a:r>
          <a:endParaRPr lang="uk-UA" sz="2800" kern="1200"/>
        </a:p>
      </dsp:txBody>
      <dsp:txXfrm>
        <a:off x="32784" y="1140266"/>
        <a:ext cx="5129014" cy="606012"/>
      </dsp:txXfrm>
    </dsp:sp>
    <dsp:sp modelId="{BC86BB40-7C90-4586-AD09-82398680B73F}">
      <dsp:nvSpPr>
        <dsp:cNvPr id="0" name=""/>
        <dsp:cNvSpPr/>
      </dsp:nvSpPr>
      <dsp:spPr>
        <a:xfrm>
          <a:off x="0" y="185970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«Київської катастрофи».</a:t>
          </a:r>
          <a:endParaRPr lang="uk-UA" sz="2800" kern="1200"/>
        </a:p>
      </dsp:txBody>
      <dsp:txXfrm>
        <a:off x="32784" y="1892486"/>
        <a:ext cx="5129014" cy="606012"/>
      </dsp:txXfrm>
    </dsp:sp>
    <dsp:sp modelId="{083E1F84-603C-499D-A01D-4150FD56A688}">
      <dsp:nvSpPr>
        <dsp:cNvPr id="0" name=""/>
        <dsp:cNvSpPr/>
      </dsp:nvSpPr>
      <dsp:spPr>
        <a:xfrm>
          <a:off x="0" y="2611922"/>
          <a:ext cx="5194582" cy="6715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«Брусиловського прориву».</a:t>
          </a:r>
          <a:endParaRPr lang="uk-UA" sz="2800" kern="1200"/>
        </a:p>
      </dsp:txBody>
      <dsp:txXfrm>
        <a:off x="32784" y="2644706"/>
        <a:ext cx="5129014" cy="60601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59B14-B2A0-4DAD-AB76-9CE6F9B469D7}">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закриття українських шкіл, газет, журналів</a:t>
          </a:r>
          <a:endParaRPr lang="uk-UA" sz="2100" kern="1200"/>
        </a:p>
      </dsp:txBody>
      <dsp:txXfrm>
        <a:off x="40780" y="98682"/>
        <a:ext cx="5113022" cy="753819"/>
      </dsp:txXfrm>
    </dsp:sp>
    <dsp:sp modelId="{7FA35422-CA43-40F3-9324-9FF6835B94A1}">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відновлення поміщицького землеволодіння</a:t>
          </a:r>
          <a:endParaRPr lang="uk-UA" sz="2100" kern="1200"/>
        </a:p>
      </dsp:txBody>
      <dsp:txXfrm>
        <a:off x="40780" y="994542"/>
        <a:ext cx="5113022" cy="753819"/>
      </dsp:txXfrm>
    </dsp:sp>
    <dsp:sp modelId="{1AAA9DDA-79D0-486B-B65B-13781C819137}">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налагодження діалогу з опозиційними партіями</a:t>
          </a:r>
          <a:endParaRPr lang="uk-UA" sz="2100" kern="1200"/>
        </a:p>
      </dsp:txBody>
      <dsp:txXfrm>
        <a:off x="40780" y="1890402"/>
        <a:ext cx="5113022" cy="753819"/>
      </dsp:txXfrm>
    </dsp:sp>
    <dsp:sp modelId="{3BC96666-4F48-4804-AB48-0B02B858BDB7}">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ведення бойових дій проти військ Червоної армії</a:t>
          </a:r>
          <a:endParaRPr lang="uk-UA" sz="2100" kern="1200"/>
        </a:p>
      </dsp:txBody>
      <dsp:txXfrm>
        <a:off x="40780" y="2786262"/>
        <a:ext cx="5113022" cy="753819"/>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08BD4-6521-400D-8F7D-C16554D215CB}">
      <dsp:nvSpPr>
        <dsp:cNvPr id="0" name=""/>
        <dsp:cNvSpPr/>
      </dsp:nvSpPr>
      <dsp:spPr>
        <a:xfrm>
          <a:off x="0" y="47245"/>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створює образ ворога.</a:t>
          </a:r>
          <a:endParaRPr lang="uk-UA" sz="1200" kern="1200"/>
        </a:p>
      </dsp:txBody>
      <dsp:txXfrm>
        <a:off x="23271" y="70516"/>
        <a:ext cx="5148040" cy="430159"/>
      </dsp:txXfrm>
    </dsp:sp>
    <dsp:sp modelId="{FE197B8D-530F-49EF-9A31-4FF52A4BF5F8}">
      <dsp:nvSpPr>
        <dsp:cNvPr id="0" name=""/>
        <dsp:cNvSpPr/>
      </dsp:nvSpPr>
      <dsp:spPr>
        <a:xfrm>
          <a:off x="0" y="558507"/>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має сатиричний характер.</a:t>
          </a:r>
          <a:endParaRPr lang="uk-UA" sz="1200" kern="1200"/>
        </a:p>
      </dsp:txBody>
      <dsp:txXfrm>
        <a:off x="23271" y="581778"/>
        <a:ext cx="5148040" cy="430159"/>
      </dsp:txXfrm>
    </dsp:sp>
    <dsp:sp modelId="{BAEAD2AD-8B48-46BC-9F6A-73E4A7D8CE2A}">
      <dsp:nvSpPr>
        <dsp:cNvPr id="0" name=""/>
        <dsp:cNvSpPr/>
      </dsp:nvSpPr>
      <dsp:spPr>
        <a:xfrm>
          <a:off x="0" y="1069769"/>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декларує захист пролетарів від політичних переслідувань.</a:t>
          </a:r>
          <a:endParaRPr lang="uk-UA" sz="1200" kern="1200"/>
        </a:p>
      </dsp:txBody>
      <dsp:txXfrm>
        <a:off x="23271" y="1093040"/>
        <a:ext cx="5148040" cy="430159"/>
      </dsp:txXfrm>
    </dsp:sp>
    <dsp:sp modelId="{1909385D-34E3-4B73-9247-996D70939657}">
      <dsp:nvSpPr>
        <dsp:cNvPr id="0" name=""/>
        <dsp:cNvSpPr/>
      </dsp:nvSpPr>
      <dsp:spPr>
        <a:xfrm>
          <a:off x="0" y="1581031"/>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присвячений успіхам боротьби «трудового народу».</a:t>
          </a:r>
          <a:endParaRPr lang="uk-UA" sz="1200" kern="1200"/>
        </a:p>
      </dsp:txBody>
      <dsp:txXfrm>
        <a:off x="23271" y="1604302"/>
        <a:ext cx="5148040" cy="430159"/>
      </dsp:txXfrm>
    </dsp:sp>
    <dsp:sp modelId="{5806F997-D8D5-4EB0-AD92-AA2C802046AD}">
      <dsp:nvSpPr>
        <dsp:cNvPr id="0" name=""/>
        <dsp:cNvSpPr/>
      </dsp:nvSpPr>
      <dsp:spPr>
        <a:xfrm>
          <a:off x="0" y="2092292"/>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покликаний мобілізувати прихильників більшовиків.</a:t>
          </a:r>
          <a:endParaRPr lang="uk-UA" sz="1200" kern="1200"/>
        </a:p>
      </dsp:txBody>
      <dsp:txXfrm>
        <a:off x="23271" y="2115563"/>
        <a:ext cx="5148040" cy="430159"/>
      </dsp:txXfrm>
    </dsp:sp>
    <dsp:sp modelId="{C60F01C8-E230-4267-9887-2AD619F5F4EE}">
      <dsp:nvSpPr>
        <dsp:cNvPr id="0" name=""/>
        <dsp:cNvSpPr/>
      </dsp:nvSpPr>
      <dsp:spPr>
        <a:xfrm>
          <a:off x="0" y="2603554"/>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дискредитує мету боротьби противників влади більшовиків.</a:t>
          </a:r>
          <a:endParaRPr lang="uk-UA" sz="1200" kern="1200"/>
        </a:p>
      </dsp:txBody>
      <dsp:txXfrm>
        <a:off x="23271" y="2626825"/>
        <a:ext cx="5148040" cy="430159"/>
      </dsp:txXfrm>
    </dsp:sp>
    <dsp:sp modelId="{B2CD798B-1030-4429-9121-AA95FF211C27}">
      <dsp:nvSpPr>
        <dsp:cNvPr id="0" name=""/>
        <dsp:cNvSpPr/>
      </dsp:nvSpPr>
      <dsp:spPr>
        <a:xfrm>
          <a:off x="0" y="3114816"/>
          <a:ext cx="5194582" cy="476701"/>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uk-UA" sz="1200" b="0" i="0" kern="1200"/>
            <a:t>Плакат закликає до судових переслідувань політичних противників.</a:t>
          </a:r>
          <a:endParaRPr lang="uk-UA" sz="1200" kern="1200"/>
        </a:p>
      </dsp:txBody>
      <dsp:txXfrm>
        <a:off x="23271" y="3138087"/>
        <a:ext cx="5148040" cy="430159"/>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1202BB-0EEE-407F-BA93-ADAE4E452627}">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Підписання Ризького мирного договору.</a:t>
          </a:r>
          <a:endParaRPr lang="uk-UA" sz="2100" kern="1200"/>
        </a:p>
      </dsp:txBody>
      <dsp:txXfrm>
        <a:off x="40780" y="98682"/>
        <a:ext cx="5113022" cy="753819"/>
      </dsp:txXfrm>
    </dsp:sp>
    <dsp:sp modelId="{11CB7999-54B9-4CBD-8E8A-A4195D011948}">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Розгром військ генерала П. Врангеля в Криму.</a:t>
          </a:r>
          <a:endParaRPr lang="uk-UA" sz="2100" kern="1200"/>
        </a:p>
      </dsp:txBody>
      <dsp:txXfrm>
        <a:off x="40780" y="994542"/>
        <a:ext cx="5113022" cy="753819"/>
      </dsp:txXfrm>
    </dsp:sp>
    <dsp:sp modelId="{18D6E926-630D-42EB-9E0E-DC03052A2456}">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Початок Другого зимового походу Армії УНР.</a:t>
          </a:r>
          <a:endParaRPr lang="uk-UA" sz="2100" kern="1200"/>
        </a:p>
      </dsp:txBody>
      <dsp:txXfrm>
        <a:off x="40780" y="1890402"/>
        <a:ext cx="5113022" cy="753819"/>
      </dsp:txXfrm>
    </dsp:sp>
    <dsp:sp modelId="{8D1123D3-1456-478B-B5F9-1D26BBA5FC03}">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Повалення гетьманського режиму П. Скоропадського.</a:t>
          </a:r>
          <a:endParaRPr lang="uk-UA" sz="2100" kern="1200"/>
        </a:p>
      </dsp:txBody>
      <dsp:txXfrm>
        <a:off x="40780" y="2786262"/>
        <a:ext cx="5113022" cy="753819"/>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B8FE0-B4B9-461C-AB8D-5CE371AC3D79}">
      <dsp:nvSpPr>
        <dsp:cNvPr id="0" name=""/>
        <dsp:cNvSpPr/>
      </dsp:nvSpPr>
      <dsp:spPr>
        <a:xfrm>
          <a:off x="0" y="198391"/>
          <a:ext cx="5194582" cy="74353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селяни-середняки.</a:t>
          </a:r>
          <a:endParaRPr lang="uk-UA" sz="3100" kern="1200"/>
        </a:p>
      </dsp:txBody>
      <dsp:txXfrm>
        <a:off x="36296" y="234687"/>
        <a:ext cx="5121990" cy="670943"/>
      </dsp:txXfrm>
    </dsp:sp>
    <dsp:sp modelId="{4FFF3FB9-1F09-4DC0-B55E-565EEB98537B}">
      <dsp:nvSpPr>
        <dsp:cNvPr id="0" name=""/>
        <dsp:cNvSpPr/>
      </dsp:nvSpPr>
      <dsp:spPr>
        <a:xfrm>
          <a:off x="0" y="1031206"/>
          <a:ext cx="5194582" cy="74353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кваліфіковані робітники.</a:t>
          </a:r>
          <a:endParaRPr lang="uk-UA" sz="3100" kern="1200"/>
        </a:p>
      </dsp:txBody>
      <dsp:txXfrm>
        <a:off x="36296" y="1067502"/>
        <a:ext cx="5121990" cy="670943"/>
      </dsp:txXfrm>
    </dsp:sp>
    <dsp:sp modelId="{98D16BCA-789B-4B88-BF74-316AA1098586}">
      <dsp:nvSpPr>
        <dsp:cNvPr id="0" name=""/>
        <dsp:cNvSpPr/>
      </dsp:nvSpPr>
      <dsp:spPr>
        <a:xfrm>
          <a:off x="0" y="1864022"/>
          <a:ext cx="5194582" cy="74353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міська інтелігенція.</a:t>
          </a:r>
          <a:endParaRPr lang="uk-UA" sz="3100" kern="1200"/>
        </a:p>
      </dsp:txBody>
      <dsp:txXfrm>
        <a:off x="36296" y="1900318"/>
        <a:ext cx="5121990" cy="670943"/>
      </dsp:txXfrm>
    </dsp:sp>
    <dsp:sp modelId="{51CCA127-66A9-43B5-AE97-1CB1D5A0439C}">
      <dsp:nvSpPr>
        <dsp:cNvPr id="0" name=""/>
        <dsp:cNvSpPr/>
      </dsp:nvSpPr>
      <dsp:spPr>
        <a:xfrm>
          <a:off x="0" y="2696837"/>
          <a:ext cx="5194582" cy="74353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дрібні підприємці.</a:t>
          </a:r>
          <a:endParaRPr lang="uk-UA" sz="3100" kern="1200"/>
        </a:p>
      </dsp:txBody>
      <dsp:txXfrm>
        <a:off x="36296" y="2733133"/>
        <a:ext cx="5121990" cy="670943"/>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1A575-2A02-425F-83F7-46EE91D91324}">
      <dsp:nvSpPr>
        <dsp:cNvPr id="0" name=""/>
        <dsp:cNvSpPr/>
      </dsp:nvSpPr>
      <dsp:spPr>
        <a:xfrm>
          <a:off x="0" y="545567"/>
          <a:ext cx="5194582" cy="78316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витіснення у 1919 р. арміями Н. Махна та М. Григор’єва військ Антанти з Півдня України та Криму</a:t>
          </a:r>
          <a:endParaRPr lang="uk-UA" sz="1400" kern="1200"/>
        </a:p>
      </dsp:txBody>
      <dsp:txXfrm>
        <a:off x="38231" y="583798"/>
        <a:ext cx="5118120" cy="706706"/>
      </dsp:txXfrm>
    </dsp:sp>
    <dsp:sp modelId="{BCC4D85C-1CB0-405D-AE5F-7B3B6DB9D2D0}">
      <dsp:nvSpPr>
        <dsp:cNvPr id="0" name=""/>
        <dsp:cNvSpPr/>
      </dsp:nvSpPr>
      <dsp:spPr>
        <a:xfrm>
          <a:off x="0" y="1369055"/>
          <a:ext cx="5194582" cy="78316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контрнаступ Червоної Армії та розгром військ генерала А. Денікіна на Сході та Півдні України в 1919 р.</a:t>
          </a:r>
          <a:endParaRPr lang="uk-UA" sz="1400" kern="1200"/>
        </a:p>
      </dsp:txBody>
      <dsp:txXfrm>
        <a:off x="38231" y="1407286"/>
        <a:ext cx="5118120" cy="706706"/>
      </dsp:txXfrm>
    </dsp:sp>
    <dsp:sp modelId="{46A9A0F7-C0B1-46C2-8C66-CEF75EA28172}">
      <dsp:nvSpPr>
        <dsp:cNvPr id="0" name=""/>
        <dsp:cNvSpPr/>
      </dsp:nvSpPr>
      <dsp:spPr>
        <a:xfrm>
          <a:off x="0" y="2192544"/>
          <a:ext cx="5194582" cy="78316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контрнаступ Червоної Армії та розгром військ генерала П. Врангеля на Півдні України та в Криму в 1920 р.</a:t>
          </a:r>
          <a:endParaRPr lang="uk-UA" sz="1400" kern="1200"/>
        </a:p>
      </dsp:txBody>
      <dsp:txXfrm>
        <a:off x="38231" y="2230775"/>
        <a:ext cx="5118120" cy="706706"/>
      </dsp:txXfrm>
    </dsp:sp>
    <dsp:sp modelId="{9DBDE912-C2F4-473F-ACCB-2ECE20A424B6}">
      <dsp:nvSpPr>
        <dsp:cNvPr id="0" name=""/>
        <dsp:cNvSpPr/>
      </dsp:nvSpPr>
      <dsp:spPr>
        <a:xfrm>
          <a:off x="0" y="3016033"/>
          <a:ext cx="5194582" cy="78316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придушення в 1921 р. антибільшовицьких селянських повстань Півдня України та Криму військами Південного фронту під командуванням М. Фрунзе</a:t>
          </a:r>
          <a:endParaRPr lang="uk-UA" sz="1400" kern="1200"/>
        </a:p>
      </dsp:txBody>
      <dsp:txXfrm>
        <a:off x="38231" y="3054264"/>
        <a:ext cx="5118120" cy="706706"/>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6DC1A-DEA1-4B26-892A-11A4FBA6A581}">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підписання Брестського миру.</a:t>
          </a:r>
          <a:endParaRPr lang="uk-UA" sz="2100" kern="1200"/>
        </a:p>
      </dsp:txBody>
      <dsp:txXfrm>
        <a:off x="40724" y="100929"/>
        <a:ext cx="5113134" cy="752780"/>
      </dsp:txXfrm>
    </dsp:sp>
    <dsp:sp modelId="{6C3B1CE5-13B0-4709-A7B6-B13EDB77AE8A}">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dirty="0" err="1"/>
            <a:t>укладення</a:t>
          </a:r>
          <a:r>
            <a:rPr lang="ru-RU" sz="2100" b="0" i="0" kern="1200" dirty="0"/>
            <a:t> </a:t>
          </a:r>
          <a:r>
            <a:rPr lang="ru-RU" sz="2100" b="0" i="0" kern="1200" dirty="0" err="1"/>
            <a:t>Варшавської</a:t>
          </a:r>
          <a:r>
            <a:rPr lang="ru-RU" sz="2100" b="0" i="0" kern="1200" dirty="0"/>
            <a:t> угоди.</a:t>
          </a:r>
          <a:endParaRPr lang="uk-UA" sz="2100" kern="1200" dirty="0"/>
        </a:p>
      </dsp:txBody>
      <dsp:txXfrm>
        <a:off x="40724" y="995637"/>
        <a:ext cx="5113134" cy="752780"/>
      </dsp:txXfrm>
    </dsp:sp>
    <dsp:sp modelId="{4753380D-F6BD-4262-A92C-47A29FD15020}">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визнання умов Ризького договору.</a:t>
          </a:r>
          <a:endParaRPr lang="uk-UA" sz="2100" kern="1200"/>
        </a:p>
      </dsp:txBody>
      <dsp:txXfrm>
        <a:off x="40724" y="1890346"/>
        <a:ext cx="5113134" cy="752780"/>
      </dsp:txXfrm>
    </dsp:sp>
    <dsp:sp modelId="{CBB3E8D5-79EE-4B25-A4D1-0E74446CB3B8}">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підтвердження умов прелімінарного миру з радянською Росією.</a:t>
          </a:r>
          <a:endParaRPr lang="uk-UA" sz="2100" kern="1200"/>
        </a:p>
      </dsp:txBody>
      <dsp:txXfrm>
        <a:off x="40724" y="2785054"/>
        <a:ext cx="5113134" cy="752780"/>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1A650-F7E1-42EE-AFD3-DD48F12C51C0}">
      <dsp:nvSpPr>
        <dsp:cNvPr id="0" name=""/>
        <dsp:cNvSpPr/>
      </dsp:nvSpPr>
      <dsp:spPr>
        <a:xfrm>
          <a:off x="0" y="302971"/>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Перший «Зимовий похід».</a:t>
          </a:r>
          <a:endParaRPr lang="uk-UA" sz="2900" kern="1200"/>
        </a:p>
      </dsp:txBody>
      <dsp:txXfrm>
        <a:off x="33955" y="336926"/>
        <a:ext cx="5126672" cy="627655"/>
      </dsp:txXfrm>
    </dsp:sp>
    <dsp:sp modelId="{A9E6C98F-2889-45C6-9BA9-BCD1D5442003}">
      <dsp:nvSpPr>
        <dsp:cNvPr id="0" name=""/>
        <dsp:cNvSpPr/>
      </dsp:nvSpPr>
      <dsp:spPr>
        <a:xfrm>
          <a:off x="0" y="1082056"/>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«Чортківську офензиву».</a:t>
          </a:r>
          <a:endParaRPr lang="uk-UA" sz="2900" kern="1200"/>
        </a:p>
      </dsp:txBody>
      <dsp:txXfrm>
        <a:off x="33955" y="1116011"/>
        <a:ext cx="5126672" cy="627655"/>
      </dsp:txXfrm>
    </dsp:sp>
    <dsp:sp modelId="{354382B3-A63E-4B0A-B686-AFCB9A090702}">
      <dsp:nvSpPr>
        <dsp:cNvPr id="0" name=""/>
        <dsp:cNvSpPr/>
      </dsp:nvSpPr>
      <dsp:spPr>
        <a:xfrm>
          <a:off x="0" y="1861142"/>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«Брусиловський прорив».</a:t>
          </a:r>
          <a:endParaRPr lang="uk-UA" sz="2900" kern="1200"/>
        </a:p>
      </dsp:txBody>
      <dsp:txXfrm>
        <a:off x="33955" y="1895097"/>
        <a:ext cx="5126672" cy="627655"/>
      </dsp:txXfrm>
    </dsp:sp>
    <dsp:sp modelId="{3948BBC5-21FC-4F5D-B7E5-EE75E6563AF8}">
      <dsp:nvSpPr>
        <dsp:cNvPr id="0" name=""/>
        <dsp:cNvSpPr/>
      </dsp:nvSpPr>
      <dsp:spPr>
        <a:xfrm>
          <a:off x="0" y="2640227"/>
          <a:ext cx="5194582" cy="69556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«Листопадовий зрив».</a:t>
          </a:r>
          <a:endParaRPr lang="uk-UA" sz="2900" kern="1200"/>
        </a:p>
      </dsp:txBody>
      <dsp:txXfrm>
        <a:off x="33955" y="2674182"/>
        <a:ext cx="5126672" cy="627655"/>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B7667-D549-4478-9415-E7ACBB6EC07A}">
      <dsp:nvSpPr>
        <dsp:cNvPr id="0" name=""/>
        <dsp:cNvSpPr/>
      </dsp:nvSpPr>
      <dsp:spPr>
        <a:xfrm>
          <a:off x="0" y="71941"/>
          <a:ext cx="5185872" cy="17128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Розгромом Червоною Армією військових частин Української Галицької Армії та укладанням Ризького мирного договору.</a:t>
          </a:r>
          <a:endParaRPr lang="uk-UA" sz="2400" kern="1200"/>
        </a:p>
      </dsp:txBody>
      <dsp:txXfrm>
        <a:off x="83616" y="155557"/>
        <a:ext cx="5018640" cy="1545648"/>
      </dsp:txXfrm>
    </dsp:sp>
    <dsp:sp modelId="{7BEC1590-9ED8-4254-AD1B-D3A6D25D6FD9}">
      <dsp:nvSpPr>
        <dsp:cNvPr id="0" name=""/>
        <dsp:cNvSpPr/>
      </dsp:nvSpPr>
      <dsp:spPr>
        <a:xfrm>
          <a:off x="0" y="1853941"/>
          <a:ext cx="5185872" cy="17128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Розгромом Червоною Армією Армії Української Народної Республіки та польської армії маршала Ю. Пілсудського.</a:t>
          </a:r>
          <a:endParaRPr lang="uk-UA" sz="2400" kern="1200"/>
        </a:p>
      </dsp:txBody>
      <dsp:txXfrm>
        <a:off x="83616" y="1937557"/>
        <a:ext cx="5018640" cy="1545648"/>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D9DD8-36BF-46B8-AD1A-B7D221282604}">
      <dsp:nvSpPr>
        <dsp:cNvPr id="0" name=""/>
        <dsp:cNvSpPr/>
      </dsp:nvSpPr>
      <dsp:spPr>
        <a:xfrm>
          <a:off x="0" y="71942"/>
          <a:ext cx="5194582" cy="17128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Розгромом Червоною Армією військ генерала П. Врангеля в Криму та основних сил повстанських загонів Н. Махна.</a:t>
          </a:r>
          <a:endParaRPr lang="uk-UA" sz="2400" kern="1200"/>
        </a:p>
      </dsp:txBody>
      <dsp:txXfrm>
        <a:off x="83616" y="155558"/>
        <a:ext cx="5027350" cy="1545648"/>
      </dsp:txXfrm>
    </dsp:sp>
    <dsp:sp modelId="{54B15CA0-0FE0-49FF-A236-B10EA075C115}">
      <dsp:nvSpPr>
        <dsp:cNvPr id="0" name=""/>
        <dsp:cNvSpPr/>
      </dsp:nvSpPr>
      <dsp:spPr>
        <a:xfrm>
          <a:off x="0" y="1853942"/>
          <a:ext cx="5194582" cy="17128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ru-RU" sz="2400" b="0" i="0" kern="1200"/>
            <a:t>Розгромом Червоною Армією Збройних сил Півдня Росії генерала А. Денікіна та військ Директорії УНР.</a:t>
          </a:r>
          <a:endParaRPr lang="uk-UA" sz="2400" kern="1200"/>
        </a:p>
      </dsp:txBody>
      <dsp:txXfrm>
        <a:off x="83616" y="1937558"/>
        <a:ext cx="5027350" cy="1545648"/>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0CEFC-1DF4-416A-8261-07FC5A570971}">
      <dsp:nvSpPr>
        <dsp:cNvPr id="0" name=""/>
        <dsp:cNvSpPr/>
      </dsp:nvSpPr>
      <dsp:spPr>
        <a:xfrm>
          <a:off x="0" y="83562"/>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утручання в бойові дії військ Четверного союзу</a:t>
          </a:r>
          <a:endParaRPr lang="uk-UA" sz="2000" kern="1200"/>
        </a:p>
      </dsp:txBody>
      <dsp:txXfrm>
        <a:off x="54616" y="138178"/>
        <a:ext cx="5076640" cy="1009580"/>
      </dsp:txXfrm>
    </dsp:sp>
    <dsp:sp modelId="{06F22A56-4F80-4A17-BB97-D374189E0D37}">
      <dsp:nvSpPr>
        <dsp:cNvPr id="0" name=""/>
        <dsp:cNvSpPr/>
      </dsp:nvSpPr>
      <dsp:spPr>
        <a:xfrm>
          <a:off x="0" y="1259975"/>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декларування роздачі поміщицьких земель селянам</a:t>
          </a:r>
          <a:endParaRPr lang="uk-UA" sz="2000" kern="1200"/>
        </a:p>
      </dsp:txBody>
      <dsp:txXfrm>
        <a:off x="54616" y="1314591"/>
        <a:ext cx="5076640" cy="1009580"/>
      </dsp:txXfrm>
    </dsp:sp>
    <dsp:sp modelId="{F1756E4A-FAE5-4A26-9C4D-B251AD0A063C}">
      <dsp:nvSpPr>
        <dsp:cNvPr id="0" name=""/>
        <dsp:cNvSpPr/>
      </dsp:nvSpPr>
      <dsp:spPr>
        <a:xfrm>
          <a:off x="0" y="2436387"/>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одночасний наступ білогвардійських військ проти українських армій і Червоної Армії</a:t>
          </a:r>
          <a:endParaRPr lang="uk-UA" sz="2000" kern="1200"/>
        </a:p>
      </dsp:txBody>
      <dsp:txXfrm>
        <a:off x="54616" y="2491003"/>
        <a:ext cx="5076640" cy="1009580"/>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A5FC7-A73E-4FC1-A07F-D46B529B8F15}">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укладення Акта Злуки між УНР і ЗУНР</a:t>
          </a:r>
          <a:endParaRPr lang="uk-UA" sz="2100" kern="1200"/>
        </a:p>
      </dsp:txBody>
      <dsp:txXfrm>
        <a:off x="40724" y="100929"/>
        <a:ext cx="5113134" cy="752780"/>
      </dsp:txXfrm>
    </dsp:sp>
    <dsp:sp modelId="{5BF8A0EF-4EED-4C85-BF9F-1571F37302FE}">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розрив союзницьких відносин із країнами Антанти</a:t>
          </a:r>
          <a:endParaRPr lang="uk-UA" sz="2100" kern="1200"/>
        </a:p>
      </dsp:txBody>
      <dsp:txXfrm>
        <a:off x="40724" y="995637"/>
        <a:ext cx="5113134" cy="752780"/>
      </dsp:txXfrm>
    </dsp:sp>
    <dsp:sp modelId="{3A06D66B-8DF2-488D-BE91-3242511C04DF}">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масовий селянський повстанський рух</a:t>
          </a:r>
          <a:endParaRPr lang="uk-UA" sz="2100" kern="1200"/>
        </a:p>
      </dsp:txBody>
      <dsp:txXfrm>
        <a:off x="40724" y="1890346"/>
        <a:ext cx="5113134" cy="752780"/>
      </dsp:txXfrm>
    </dsp:sp>
    <dsp:sp modelId="{C60DE65B-2F3E-4380-90D6-92E302927E15}">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проведення реакційної, шовіністичної політики</a:t>
          </a:r>
          <a:endParaRPr lang="uk-UA" sz="2100" kern="1200"/>
        </a:p>
      </dsp:txBody>
      <dsp:txXfrm>
        <a:off x="40724" y="2785054"/>
        <a:ext cx="5113134" cy="752780"/>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58863-27D1-4CA8-831E-3702668C432E}">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Радянської Соціалістичної Республіки Тавриди в червні 1920 р.</a:t>
          </a:r>
          <a:endParaRPr lang="uk-UA" sz="2100" kern="1200"/>
        </a:p>
      </dsp:txBody>
      <dsp:txXfrm>
        <a:off x="40780" y="98682"/>
        <a:ext cx="5113022" cy="753819"/>
      </dsp:txXfrm>
    </dsp:sp>
    <dsp:sp modelId="{F143B54C-2435-44E5-BDF4-78A6220BBF97}">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контрольована Російською армією барона Врангеля в грудні 1920 р.</a:t>
          </a:r>
          <a:endParaRPr lang="uk-UA" sz="2100" kern="1200"/>
        </a:p>
      </dsp:txBody>
      <dsp:txXfrm>
        <a:off x="40780" y="994542"/>
        <a:ext cx="5113022" cy="753819"/>
      </dsp:txXfrm>
    </dsp:sp>
    <dsp:sp modelId="{76A81307-269F-4ECE-A9E9-3162CB433377}">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передана УНР за умовами Брест-Литовського договору 1918 р.</a:t>
          </a:r>
          <a:endParaRPr lang="uk-UA" sz="2100" kern="1200"/>
        </a:p>
      </dsp:txBody>
      <dsp:txXfrm>
        <a:off x="40780" y="1890402"/>
        <a:ext cx="5113022" cy="753819"/>
      </dsp:txXfrm>
    </dsp:sp>
    <dsp:sp modelId="{4F28E7B9-6923-48C7-98D9-2B6F1A2972AB}">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окупована військами Антанти наприкінці січня 1919 р.</a:t>
          </a:r>
          <a:endParaRPr lang="uk-UA" sz="2100" kern="1200"/>
        </a:p>
      </dsp:txBody>
      <dsp:txXfrm>
        <a:off x="40780" y="2786262"/>
        <a:ext cx="5113022" cy="75381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CB2594-934B-4284-A350-79C73AE3DE06}">
      <dsp:nvSpPr>
        <dsp:cNvPr id="0" name=""/>
        <dsp:cNvSpPr/>
      </dsp:nvSpPr>
      <dsp:spPr>
        <a:xfrm>
          <a:off x="0" y="721292"/>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Генерального Секретаріату УНР.</a:t>
          </a:r>
          <a:endParaRPr lang="uk-UA" sz="2100" kern="1200"/>
        </a:p>
      </dsp:txBody>
      <dsp:txXfrm>
        <a:off x="24588" y="745880"/>
        <a:ext cx="5145406" cy="454509"/>
      </dsp:txXfrm>
    </dsp:sp>
    <dsp:sp modelId="{E4F9179A-4FCF-4ED6-A8DA-B167572BA9E5}">
      <dsp:nvSpPr>
        <dsp:cNvPr id="0" name=""/>
        <dsp:cNvSpPr/>
      </dsp:nvSpPr>
      <dsp:spPr>
        <a:xfrm>
          <a:off x="0" y="1285457"/>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Ради Народних Комісарів УСРР.</a:t>
          </a:r>
          <a:endParaRPr lang="uk-UA" sz="2100" kern="1200"/>
        </a:p>
      </dsp:txBody>
      <dsp:txXfrm>
        <a:off x="24588" y="1310045"/>
        <a:ext cx="5145406" cy="454509"/>
      </dsp:txXfrm>
    </dsp:sp>
    <dsp:sp modelId="{7194855E-325E-48DB-A84C-B765F571C4D4}">
      <dsp:nvSpPr>
        <dsp:cNvPr id="0" name=""/>
        <dsp:cNvSpPr/>
      </dsp:nvSpPr>
      <dsp:spPr>
        <a:xfrm>
          <a:off x="0" y="1849622"/>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Ради Міністрів Української Держави.</a:t>
          </a:r>
          <a:endParaRPr lang="uk-UA" sz="2100" kern="1200"/>
        </a:p>
      </dsp:txBody>
      <dsp:txXfrm>
        <a:off x="24588" y="1874210"/>
        <a:ext cx="5145406" cy="454509"/>
      </dsp:txXfrm>
    </dsp:sp>
    <dsp:sp modelId="{24329275-3603-4260-B812-3751D96AEF61}">
      <dsp:nvSpPr>
        <dsp:cNvPr id="0" name=""/>
        <dsp:cNvSpPr/>
      </dsp:nvSpPr>
      <dsp:spPr>
        <a:xfrm>
          <a:off x="0" y="2413787"/>
          <a:ext cx="5194582" cy="503685"/>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Директорії УНР.</a:t>
          </a:r>
          <a:endParaRPr lang="uk-UA" sz="2100" kern="1200"/>
        </a:p>
      </dsp:txBody>
      <dsp:txXfrm>
        <a:off x="24588" y="2438375"/>
        <a:ext cx="5145406" cy="454509"/>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F01DE-6947-4FAA-B64D-EFE1E38C224C}">
      <dsp:nvSpPr>
        <dsp:cNvPr id="0" name=""/>
        <dsp:cNvSpPr/>
      </dsp:nvSpPr>
      <dsp:spPr>
        <a:xfrm>
          <a:off x="0" y="57901"/>
          <a:ext cx="518587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передання Польщі Східної Галичини та Західної Волині</a:t>
          </a:r>
          <a:endParaRPr lang="uk-UA" sz="2100" kern="1200"/>
        </a:p>
      </dsp:txBody>
      <dsp:txXfrm>
        <a:off x="40780" y="98681"/>
        <a:ext cx="5104312" cy="753819"/>
      </dsp:txXfrm>
    </dsp:sp>
    <dsp:sp modelId="{7E8E543B-8FCA-491C-874A-03A2146BABE5}">
      <dsp:nvSpPr>
        <dsp:cNvPr id="0" name=""/>
        <dsp:cNvSpPr/>
      </dsp:nvSpPr>
      <dsp:spPr>
        <a:xfrm>
          <a:off x="0" y="953761"/>
          <a:ext cx="518587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об’єднання армії УНР та Української Галицької армії (УГА)</a:t>
          </a:r>
          <a:endParaRPr lang="uk-UA" sz="2100" kern="1200"/>
        </a:p>
      </dsp:txBody>
      <dsp:txXfrm>
        <a:off x="40780" y="994541"/>
        <a:ext cx="5104312" cy="753819"/>
      </dsp:txXfrm>
    </dsp:sp>
    <dsp:sp modelId="{763FE8CD-194C-424B-B7E5-CE503D746D7B}">
      <dsp:nvSpPr>
        <dsp:cNvPr id="0" name=""/>
        <dsp:cNvSpPr/>
      </dsp:nvSpPr>
      <dsp:spPr>
        <a:xfrm>
          <a:off x="0" y="1849621"/>
          <a:ext cx="518587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визнання Польщею ЗУНР та відмова від втручання в її внутрішні справи</a:t>
          </a:r>
          <a:endParaRPr lang="uk-UA" sz="2100" kern="1200"/>
        </a:p>
      </dsp:txBody>
      <dsp:txXfrm>
        <a:off x="40780" y="1890401"/>
        <a:ext cx="5104312" cy="753819"/>
      </dsp:txXfrm>
    </dsp:sp>
    <dsp:sp modelId="{244734F5-AA75-4BF5-8241-8C77254013FA}">
      <dsp:nvSpPr>
        <dsp:cNvPr id="0" name=""/>
        <dsp:cNvSpPr/>
      </dsp:nvSpPr>
      <dsp:spPr>
        <a:xfrm>
          <a:off x="0" y="2745481"/>
          <a:ext cx="518587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ведення спільних воєнних дій проти радянських військ на території УНР</a:t>
          </a:r>
          <a:endParaRPr lang="uk-UA" sz="2100" kern="1200"/>
        </a:p>
      </dsp:txBody>
      <dsp:txXfrm>
        <a:off x="40780" y="2786261"/>
        <a:ext cx="5104312" cy="75381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93084-AE77-4966-8A39-93914849352C}">
      <dsp:nvSpPr>
        <dsp:cNvPr id="0" name=""/>
        <dsp:cNvSpPr/>
      </dsp:nvSpPr>
      <dsp:spPr>
        <a:xfrm>
          <a:off x="0" y="76982"/>
          <a:ext cx="5194582" cy="1123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надання військово-політичної допомоги в боротьбі проти гетьмана П. Скоропадського</a:t>
          </a:r>
          <a:endParaRPr lang="uk-UA" sz="2000" kern="1200"/>
        </a:p>
      </dsp:txBody>
      <dsp:txXfrm>
        <a:off x="54830" y="131812"/>
        <a:ext cx="5084922" cy="1013540"/>
      </dsp:txXfrm>
    </dsp:sp>
    <dsp:sp modelId="{E56E49DB-A915-4CB1-A5FD-8B8C86312775}">
      <dsp:nvSpPr>
        <dsp:cNvPr id="0" name=""/>
        <dsp:cNvSpPr/>
      </dsp:nvSpPr>
      <dsp:spPr>
        <a:xfrm>
          <a:off x="0" y="1257782"/>
          <a:ext cx="5194582" cy="1123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визнання Директорією кордону між Польщею та УНР по «лінії Керзона»</a:t>
          </a:r>
          <a:endParaRPr lang="uk-UA" sz="2000" kern="1200"/>
        </a:p>
      </dsp:txBody>
      <dsp:txXfrm>
        <a:off x="54830" y="1312612"/>
        <a:ext cx="5084922" cy="1013540"/>
      </dsp:txXfrm>
    </dsp:sp>
    <dsp:sp modelId="{1EFC5977-3BE9-4988-9DB9-EA7247AA99E4}">
      <dsp:nvSpPr>
        <dsp:cNvPr id="0" name=""/>
        <dsp:cNvSpPr/>
      </dsp:nvSpPr>
      <dsp:spPr>
        <a:xfrm>
          <a:off x="0" y="2438582"/>
          <a:ext cx="5194582" cy="1123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визнання Польщею Директорії УНР на чолі з С. Петлюрою верховною владою УНР</a:t>
          </a:r>
          <a:endParaRPr lang="uk-UA" sz="2000" kern="1200"/>
        </a:p>
      </dsp:txBody>
      <dsp:txXfrm>
        <a:off x="54830" y="2493412"/>
        <a:ext cx="5084922" cy="1013540"/>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C7BBAA-B86A-4847-BE95-4A9324DB4436}">
      <dsp:nvSpPr>
        <dsp:cNvPr id="0" name=""/>
        <dsp:cNvSpPr/>
      </dsp:nvSpPr>
      <dsp:spPr>
        <a:xfrm>
          <a:off x="0" y="309541"/>
          <a:ext cx="518587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визнання Польщею Директорії УНР на чолі з С. Петлюрою верховною владою в УНР</a:t>
          </a:r>
          <a:endParaRPr lang="uk-UA" sz="1800" kern="1200"/>
        </a:p>
      </dsp:txBody>
      <dsp:txXfrm>
        <a:off x="34954" y="344495"/>
        <a:ext cx="5115964" cy="646132"/>
      </dsp:txXfrm>
    </dsp:sp>
    <dsp:sp modelId="{CDEBC2B4-452A-4D28-8FAF-9B18961ABE72}">
      <dsp:nvSpPr>
        <dsp:cNvPr id="0" name=""/>
        <dsp:cNvSpPr/>
      </dsp:nvSpPr>
      <dsp:spPr>
        <a:xfrm>
          <a:off x="0" y="1077421"/>
          <a:ext cx="518587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передання Польщі Східної Галичини, Західної Волині</a:t>
          </a:r>
          <a:endParaRPr lang="uk-UA" sz="1800" kern="1200"/>
        </a:p>
      </dsp:txBody>
      <dsp:txXfrm>
        <a:off x="34954" y="1112375"/>
        <a:ext cx="5115964" cy="646132"/>
      </dsp:txXfrm>
    </dsp:sp>
    <dsp:sp modelId="{AFA94350-BFEB-49ED-BBF8-AFC29228C94D}">
      <dsp:nvSpPr>
        <dsp:cNvPr id="0" name=""/>
        <dsp:cNvSpPr/>
      </dsp:nvSpPr>
      <dsp:spPr>
        <a:xfrm>
          <a:off x="0" y="1845301"/>
          <a:ext cx="518587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об’єднання Армії УНР і Української Галицької армії</a:t>
          </a:r>
          <a:endParaRPr lang="uk-UA" sz="1800" kern="1200"/>
        </a:p>
      </dsp:txBody>
      <dsp:txXfrm>
        <a:off x="34954" y="1880255"/>
        <a:ext cx="5115964" cy="646132"/>
      </dsp:txXfrm>
    </dsp:sp>
    <dsp:sp modelId="{DC3280C3-EF49-4774-A045-92C9CB5DCA5B}">
      <dsp:nvSpPr>
        <dsp:cNvPr id="0" name=""/>
        <dsp:cNvSpPr/>
      </dsp:nvSpPr>
      <dsp:spPr>
        <a:xfrm>
          <a:off x="0" y="2613181"/>
          <a:ext cx="5185872" cy="7160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визнання Польщею ЗУНР та відмова від втручання в її внутрішні справи</a:t>
          </a:r>
          <a:endParaRPr lang="uk-UA" sz="1800" kern="1200"/>
        </a:p>
      </dsp:txBody>
      <dsp:txXfrm>
        <a:off x="34954" y="2648135"/>
        <a:ext cx="5115964" cy="646132"/>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8B075C-186F-47C4-B012-EAD0F870B64C}">
      <dsp:nvSpPr>
        <dsp:cNvPr id="0" name=""/>
        <dsp:cNvSpPr/>
      </dsp:nvSpPr>
      <dsp:spPr>
        <a:xfrm>
          <a:off x="0" y="83563"/>
          <a:ext cx="519458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ведення спільних воєнних дій проти радянських військ на території УНР</a:t>
          </a:r>
          <a:endParaRPr lang="uk-UA" sz="2000" kern="1200"/>
        </a:p>
      </dsp:txBody>
      <dsp:txXfrm>
        <a:off x="54616" y="138179"/>
        <a:ext cx="5085350" cy="1009580"/>
      </dsp:txXfrm>
    </dsp:sp>
    <dsp:sp modelId="{E4F82D6E-6437-4025-AEF8-D6C0B8AD5C53}">
      <dsp:nvSpPr>
        <dsp:cNvPr id="0" name=""/>
        <dsp:cNvSpPr/>
      </dsp:nvSpPr>
      <dsp:spPr>
        <a:xfrm>
          <a:off x="0" y="1259975"/>
          <a:ext cx="519458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надання військово-політичної допомоги в боротьбі проти гетьмана П. Скоропадського</a:t>
          </a:r>
          <a:endParaRPr lang="uk-UA" sz="2000" kern="1200"/>
        </a:p>
      </dsp:txBody>
      <dsp:txXfrm>
        <a:off x="54616" y="1314591"/>
        <a:ext cx="5085350" cy="1009580"/>
      </dsp:txXfrm>
    </dsp:sp>
    <dsp:sp modelId="{2C55E413-24FA-483E-8B20-EA05587BC875}">
      <dsp:nvSpPr>
        <dsp:cNvPr id="0" name=""/>
        <dsp:cNvSpPr/>
      </dsp:nvSpPr>
      <dsp:spPr>
        <a:xfrm>
          <a:off x="0" y="2436388"/>
          <a:ext cx="519458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визнання Директорією кордону між Польщею та УНР по «лінії Керзона»</a:t>
          </a:r>
          <a:endParaRPr lang="uk-UA" sz="2000" kern="1200"/>
        </a:p>
      </dsp:txBody>
      <dsp:txXfrm>
        <a:off x="54616" y="2491004"/>
        <a:ext cx="5085350" cy="1009580"/>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CAE401-6DF5-4DE2-BFBC-530AB66A949F}">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Сейм Польської Республіки.</a:t>
          </a:r>
          <a:endParaRPr lang="uk-UA" sz="2100" kern="1200"/>
        </a:p>
      </dsp:txBody>
      <dsp:txXfrm>
        <a:off x="40724" y="100929"/>
        <a:ext cx="5113134" cy="752780"/>
      </dsp:txXfrm>
    </dsp:sp>
    <dsp:sp modelId="{5B6B838A-5FAA-4506-B4BC-77EA4682B4F1}">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Головний отаман Армії УНР.</a:t>
          </a:r>
          <a:endParaRPr lang="uk-UA" sz="2100" kern="1200"/>
        </a:p>
      </dsp:txBody>
      <dsp:txXfrm>
        <a:off x="40724" y="995637"/>
        <a:ext cx="5113134" cy="752780"/>
      </dsp:txXfrm>
    </dsp:sp>
    <dsp:sp modelId="{AF274AA2-1ED0-4BED-86D3-4B7993B5F803}">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Правитель Півдня Росії П. Врангель.</a:t>
          </a:r>
          <a:endParaRPr lang="uk-UA" sz="2100" kern="1200"/>
        </a:p>
      </dsp:txBody>
      <dsp:txXfrm>
        <a:off x="40724" y="1890346"/>
        <a:ext cx="5113134" cy="752780"/>
      </dsp:txXfrm>
    </dsp:sp>
    <dsp:sp modelId="{0E555681-9653-4040-BF2B-F7F1DF78A216}">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ru-RU" sz="2100" b="0" i="0" kern="1200"/>
            <a:t>Голова Ради Народних Комісарів РСФРР.</a:t>
          </a:r>
          <a:endParaRPr lang="uk-UA" sz="2100" kern="1200"/>
        </a:p>
      </dsp:txBody>
      <dsp:txXfrm>
        <a:off x="40724" y="2785054"/>
        <a:ext cx="5113134" cy="752780"/>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122E4-084A-40FD-84F1-746B71209C20}">
      <dsp:nvSpPr>
        <dsp:cNvPr id="0" name=""/>
        <dsp:cNvSpPr/>
      </dsp:nvSpPr>
      <dsp:spPr>
        <a:xfrm>
          <a:off x="0" y="5790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утрата УНР західноукраїнських земель</a:t>
          </a:r>
          <a:endParaRPr lang="uk-UA" sz="2100" kern="1200"/>
        </a:p>
      </dsp:txBody>
      <dsp:txXfrm>
        <a:off x="40780" y="98682"/>
        <a:ext cx="5113022" cy="753819"/>
      </dsp:txXfrm>
    </dsp:sp>
    <dsp:sp modelId="{383CBD4D-70E2-431A-AADC-D53BFB9BFBEB}">
      <dsp:nvSpPr>
        <dsp:cNvPr id="0" name=""/>
        <dsp:cNvSpPr/>
      </dsp:nvSpPr>
      <dsp:spPr>
        <a:xfrm>
          <a:off x="0" y="95376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контрнаступ радянських військ на Варшаву</a:t>
          </a:r>
          <a:endParaRPr lang="uk-UA" sz="2100" kern="1200"/>
        </a:p>
      </dsp:txBody>
      <dsp:txXfrm>
        <a:off x="40780" y="994542"/>
        <a:ext cx="5113022" cy="753819"/>
      </dsp:txXfrm>
    </dsp:sp>
    <dsp:sp modelId="{38B4BC84-3A92-480A-ADE6-CCF2307D6BF6}">
      <dsp:nvSpPr>
        <dsp:cNvPr id="0" name=""/>
        <dsp:cNvSpPr/>
      </dsp:nvSpPr>
      <dsp:spPr>
        <a:xfrm>
          <a:off x="0" y="184962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визнання Польщею Української СРР</a:t>
          </a:r>
          <a:endParaRPr lang="uk-UA" sz="2100" kern="1200"/>
        </a:p>
      </dsp:txBody>
      <dsp:txXfrm>
        <a:off x="40780" y="1890402"/>
        <a:ext cx="5113022" cy="753819"/>
      </dsp:txXfrm>
    </dsp:sp>
    <dsp:sp modelId="{623D1970-952B-473C-AA85-AC9521248747}">
      <dsp:nvSpPr>
        <dsp:cNvPr id="0" name=""/>
        <dsp:cNvSpPr/>
      </dsp:nvSpPr>
      <dsp:spPr>
        <a:xfrm>
          <a:off x="0" y="2745482"/>
          <a:ext cx="5194582" cy="8353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проголошення створення Галицької СРР</a:t>
          </a:r>
          <a:endParaRPr lang="uk-UA" sz="2100" kern="1200"/>
        </a:p>
      </dsp:txBody>
      <dsp:txXfrm>
        <a:off x="40780" y="2786262"/>
        <a:ext cx="5113022" cy="753819"/>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F131BA-FED4-4608-92A6-B901724B2A43}">
      <dsp:nvSpPr>
        <dsp:cNvPr id="0" name=""/>
        <dsp:cNvSpPr/>
      </dsp:nvSpPr>
      <dsp:spPr>
        <a:xfrm>
          <a:off x="1651212" y="36387"/>
          <a:ext cx="1892157" cy="1892157"/>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ru-RU" sz="2500" b="0" i="0" kern="1200"/>
            <a:t>1918 р.</a:t>
          </a:r>
          <a:endParaRPr lang="uk-UA" sz="2500" kern="1200"/>
        </a:p>
      </dsp:txBody>
      <dsp:txXfrm>
        <a:off x="1869538" y="291101"/>
        <a:ext cx="1455505" cy="600396"/>
      </dsp:txXfrm>
    </dsp:sp>
    <dsp:sp modelId="{97DF0447-78C7-4F2E-84E4-397F15E8E3FC}">
      <dsp:nvSpPr>
        <dsp:cNvPr id="0" name=""/>
        <dsp:cNvSpPr/>
      </dsp:nvSpPr>
      <dsp:spPr>
        <a:xfrm>
          <a:off x="2488128" y="873303"/>
          <a:ext cx="1892157" cy="1892157"/>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ru-RU" sz="2500" b="0" i="0" kern="1200"/>
            <a:t>1919 р.</a:t>
          </a:r>
          <a:endParaRPr lang="uk-UA" sz="2500" kern="1200"/>
        </a:p>
      </dsp:txBody>
      <dsp:txXfrm>
        <a:off x="3506982" y="1091629"/>
        <a:ext cx="727752" cy="1455505"/>
      </dsp:txXfrm>
    </dsp:sp>
    <dsp:sp modelId="{AA744215-98C8-45C9-AE87-524144DFB726}">
      <dsp:nvSpPr>
        <dsp:cNvPr id="0" name=""/>
        <dsp:cNvSpPr/>
      </dsp:nvSpPr>
      <dsp:spPr>
        <a:xfrm>
          <a:off x="1651212" y="1710219"/>
          <a:ext cx="1892157" cy="1892157"/>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ru-RU" sz="2500" b="0" i="0" kern="1200"/>
            <a:t>1920 р.</a:t>
          </a:r>
          <a:endParaRPr lang="uk-UA" sz="2500" kern="1200"/>
        </a:p>
      </dsp:txBody>
      <dsp:txXfrm>
        <a:off x="1869538" y="2747266"/>
        <a:ext cx="1455505" cy="600396"/>
      </dsp:txXfrm>
    </dsp:sp>
    <dsp:sp modelId="{C463B28B-636C-46EB-842F-140E63451C7C}">
      <dsp:nvSpPr>
        <dsp:cNvPr id="0" name=""/>
        <dsp:cNvSpPr/>
      </dsp:nvSpPr>
      <dsp:spPr>
        <a:xfrm>
          <a:off x="814297" y="873303"/>
          <a:ext cx="1892157" cy="1892157"/>
        </a:xfrm>
        <a:prstGeom prst="ellipse">
          <a:avLst/>
        </a:prstGeom>
        <a:solidFill>
          <a:schemeClr val="accent1">
            <a:alpha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r>
            <a:rPr lang="ru-RU" sz="2500" b="0" i="0" kern="1200"/>
            <a:t>1921 р.</a:t>
          </a:r>
          <a:endParaRPr lang="uk-UA" sz="2500" kern="1200"/>
        </a:p>
      </dsp:txBody>
      <dsp:txXfrm>
        <a:off x="959847" y="1091629"/>
        <a:ext cx="727752" cy="1455505"/>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DDF1C-5F3D-49C7-B11A-95A18BCD4820}">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Ризі</a:t>
          </a:r>
          <a:endParaRPr lang="uk-UA" sz="3400" kern="1200"/>
        </a:p>
      </dsp:txBody>
      <dsp:txXfrm rot="10800000">
        <a:off x="1241411" y="1582"/>
        <a:ext cx="3268738" cy="742637"/>
      </dsp:txXfrm>
    </dsp:sp>
    <dsp:sp modelId="{34AF1BCB-8C28-4D11-91AC-707F9D9E11C6}">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5189C5C-67A8-4AB3-9356-68CBAFAE12A0}">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Бресті</a:t>
          </a:r>
          <a:endParaRPr lang="uk-UA" sz="3400" kern="1200"/>
        </a:p>
      </dsp:txBody>
      <dsp:txXfrm rot="10800000">
        <a:off x="1241411" y="965902"/>
        <a:ext cx="3268738" cy="742637"/>
      </dsp:txXfrm>
    </dsp:sp>
    <dsp:sp modelId="{6E35392F-4C65-488E-90B8-7FF65AE5848E}">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3AB03D6-6CD3-46FD-B3F2-45C5C715AB9E}">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Варшаві</a:t>
          </a:r>
          <a:endParaRPr lang="uk-UA" sz="3400" kern="1200"/>
        </a:p>
      </dsp:txBody>
      <dsp:txXfrm rot="10800000">
        <a:off x="1241411" y="1930223"/>
        <a:ext cx="3268738" cy="742637"/>
      </dsp:txXfrm>
    </dsp:sp>
    <dsp:sp modelId="{C4EE91B5-268A-4CB3-B8C4-73F3C61488D0}">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4C63E91-8F48-4865-BEC7-FE632D0B5D62}">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129540" rIns="241808" bIns="129540" numCol="1" spcCol="1270" anchor="ctr" anchorCtr="0">
          <a:noAutofit/>
        </a:bodyPr>
        <a:lstStyle/>
        <a:p>
          <a:pPr marL="0" lvl="0" indent="0" algn="ctr" defTabSz="1511300">
            <a:lnSpc>
              <a:spcPct val="90000"/>
            </a:lnSpc>
            <a:spcBef>
              <a:spcPct val="0"/>
            </a:spcBef>
            <a:spcAft>
              <a:spcPct val="35000"/>
            </a:spcAft>
            <a:buNone/>
          </a:pPr>
          <a:r>
            <a:rPr lang="uk-UA" sz="3400" b="0" i="0" kern="1200"/>
            <a:t>Києві</a:t>
          </a:r>
          <a:endParaRPr lang="uk-UA" sz="3400" kern="1200"/>
        </a:p>
      </dsp:txBody>
      <dsp:txXfrm rot="10800000">
        <a:off x="1241411" y="2894544"/>
        <a:ext cx="3268738" cy="742637"/>
      </dsp:txXfrm>
    </dsp:sp>
    <dsp:sp modelId="{78F650FD-31E0-4468-A0FA-1BB90F1E3C6E}">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6186D7-2634-4208-8221-B99645B98101}">
      <dsp:nvSpPr>
        <dsp:cNvPr id="0" name=""/>
        <dsp:cNvSpPr/>
      </dsp:nvSpPr>
      <dsp:spPr>
        <a:xfrm>
          <a:off x="0" y="311516"/>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проголошення Акта Злуки УНР та ЗУНР.</a:t>
          </a:r>
          <a:endParaRPr lang="uk-UA" sz="1800" kern="1200"/>
        </a:p>
      </dsp:txBody>
      <dsp:txXfrm>
        <a:off x="34906" y="346422"/>
        <a:ext cx="5124770" cy="645240"/>
      </dsp:txXfrm>
    </dsp:sp>
    <dsp:sp modelId="{54B6DA10-7AC3-4FAA-898D-1EFB9204F75D}">
      <dsp:nvSpPr>
        <dsp:cNvPr id="0" name=""/>
        <dsp:cNvSpPr/>
      </dsp:nvSpPr>
      <dsp:spPr>
        <a:xfrm>
          <a:off x="0" y="1078409"/>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поразки радянської Росії у війні з Польщею.</a:t>
          </a:r>
          <a:endParaRPr lang="uk-UA" sz="1800" kern="1200"/>
        </a:p>
      </dsp:txBody>
      <dsp:txXfrm>
        <a:off x="34906" y="1113315"/>
        <a:ext cx="5124770" cy="645240"/>
      </dsp:txXfrm>
    </dsp:sp>
    <dsp:sp modelId="{B2E2F5AE-A4C6-461C-BF6E-E17BD63C1B9A}">
      <dsp:nvSpPr>
        <dsp:cNvPr id="0" name=""/>
        <dsp:cNvSpPr/>
      </dsp:nvSpPr>
      <dsp:spPr>
        <a:xfrm>
          <a:off x="0" y="1845302"/>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окупації німецькими та австро-угорськими військами України.</a:t>
          </a:r>
          <a:endParaRPr lang="uk-UA" sz="1800" kern="1200"/>
        </a:p>
      </dsp:txBody>
      <dsp:txXfrm>
        <a:off x="34906" y="1880208"/>
        <a:ext cx="5124770" cy="645240"/>
      </dsp:txXfrm>
    </dsp:sp>
    <dsp:sp modelId="{867EB4CC-0C57-4A77-A45E-1475F1BE26FB}">
      <dsp:nvSpPr>
        <dsp:cNvPr id="0" name=""/>
        <dsp:cNvSpPr/>
      </dsp:nvSpPr>
      <dsp:spPr>
        <a:xfrm>
          <a:off x="0" y="2612194"/>
          <a:ext cx="5194582" cy="71505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визнання країнами Антанти приналежності Східної Галичини до Польщі.</a:t>
          </a:r>
          <a:endParaRPr lang="uk-UA" sz="1800" kern="1200"/>
        </a:p>
      </dsp:txBody>
      <dsp:txXfrm>
        <a:off x="34906" y="2647100"/>
        <a:ext cx="5124770" cy="645240"/>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73FEB3-A309-40EB-90BB-5674900CF532}">
      <dsp:nvSpPr>
        <dsp:cNvPr id="0" name=""/>
        <dsp:cNvSpPr/>
      </dsp:nvSpPr>
      <dsp:spPr>
        <a:xfrm>
          <a:off x="0" y="60205"/>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Української Народної Республіки.</a:t>
          </a:r>
          <a:endParaRPr lang="uk-UA" sz="2100" kern="1200"/>
        </a:p>
      </dsp:txBody>
      <dsp:txXfrm>
        <a:off x="40724" y="100929"/>
        <a:ext cx="5113134" cy="752780"/>
      </dsp:txXfrm>
    </dsp:sp>
    <dsp:sp modelId="{D0061789-1DB0-4B5A-988A-C001A1F71068}">
      <dsp:nvSpPr>
        <dsp:cNvPr id="0" name=""/>
        <dsp:cNvSpPr/>
      </dsp:nvSpPr>
      <dsp:spPr>
        <a:xfrm>
          <a:off x="0" y="954913"/>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Західноукраїнської Народної Республіки.</a:t>
          </a:r>
          <a:endParaRPr lang="uk-UA" sz="2100" kern="1200"/>
        </a:p>
      </dsp:txBody>
      <dsp:txXfrm>
        <a:off x="40724" y="995637"/>
        <a:ext cx="5113134" cy="752780"/>
      </dsp:txXfrm>
    </dsp:sp>
    <dsp:sp modelId="{F03F9818-3110-44DB-9F3D-17B01E32BF98}">
      <dsp:nvSpPr>
        <dsp:cNvPr id="0" name=""/>
        <dsp:cNvSpPr/>
      </dsp:nvSpPr>
      <dsp:spPr>
        <a:xfrm>
          <a:off x="0" y="1849622"/>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Української Держави гетьмана П. Скоропадського.</a:t>
          </a:r>
          <a:endParaRPr lang="uk-UA" sz="2100" kern="1200"/>
        </a:p>
      </dsp:txBody>
      <dsp:txXfrm>
        <a:off x="40724" y="1890346"/>
        <a:ext cx="5113134" cy="752780"/>
      </dsp:txXfrm>
    </dsp:sp>
    <dsp:sp modelId="{F02457C1-8398-4A12-8657-C9300F6D0EC4}">
      <dsp:nvSpPr>
        <dsp:cNvPr id="0" name=""/>
        <dsp:cNvSpPr/>
      </dsp:nvSpPr>
      <dsp:spPr>
        <a:xfrm>
          <a:off x="0" y="2744330"/>
          <a:ext cx="5194582" cy="83422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Української Соціалістичної Радянської Республіки.</a:t>
          </a:r>
          <a:endParaRPr lang="uk-UA" sz="2100" kern="1200"/>
        </a:p>
      </dsp:txBody>
      <dsp:txXfrm>
        <a:off x="40724" y="2785054"/>
        <a:ext cx="5113134" cy="752780"/>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81595-08FF-460A-9051-57EA5BCE0D43}">
      <dsp:nvSpPr>
        <dsp:cNvPr id="0" name=""/>
        <dsp:cNvSpPr/>
      </dsp:nvSpPr>
      <dsp:spPr>
        <a:xfrm>
          <a:off x="0" y="83562"/>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націоналізація підприємств великої промисловості, транспорту та банків</a:t>
          </a:r>
          <a:endParaRPr lang="uk-UA" sz="2000" kern="1200"/>
        </a:p>
      </dsp:txBody>
      <dsp:txXfrm>
        <a:off x="54616" y="138178"/>
        <a:ext cx="5076640" cy="1009580"/>
      </dsp:txXfrm>
    </dsp:sp>
    <dsp:sp modelId="{CAFD5DE3-292B-4F5A-8C77-1A56DBF9F812}">
      <dsp:nvSpPr>
        <dsp:cNvPr id="0" name=""/>
        <dsp:cNvSpPr/>
      </dsp:nvSpPr>
      <dsp:spPr>
        <a:xfrm>
          <a:off x="0" y="1259975"/>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викуп державою поміщицьких земель та їх зрівняльний розподіл між селянами</a:t>
          </a:r>
          <a:endParaRPr lang="uk-UA" sz="2000" kern="1200"/>
        </a:p>
      </dsp:txBody>
      <dsp:txXfrm>
        <a:off x="54616" y="1314591"/>
        <a:ext cx="5076640" cy="1009580"/>
      </dsp:txXfrm>
    </dsp:sp>
    <dsp:sp modelId="{1F4BA08B-3370-443E-ABEE-4EFFCC421C35}">
      <dsp:nvSpPr>
        <dsp:cNvPr id="0" name=""/>
        <dsp:cNvSpPr/>
      </dsp:nvSpPr>
      <dsp:spPr>
        <a:xfrm>
          <a:off x="0" y="2436387"/>
          <a:ext cx="5185872" cy="111881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uk-UA" sz="2000" b="0" i="0" kern="1200"/>
            <a:t>запровадження загальної трудової повинності, створення таборів примусових робіт</a:t>
          </a:r>
          <a:endParaRPr lang="uk-UA" sz="2000" kern="1200"/>
        </a:p>
      </dsp:txBody>
      <dsp:txXfrm>
        <a:off x="54616" y="2491003"/>
        <a:ext cx="5076640" cy="1009580"/>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DEA881-1A1F-4C0C-B2D8-E4F236234249}">
      <dsp:nvSpPr>
        <dsp:cNvPr id="0" name=""/>
        <dsp:cNvSpPr/>
      </dsp:nvSpPr>
      <dsp:spPr>
        <a:xfrm>
          <a:off x="0" y="118841"/>
          <a:ext cx="5194582" cy="9509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0" i="0" kern="1200"/>
            <a:t>здійснення грошової реформи та введення в обіг забезпечених золотом «червонців»</a:t>
          </a:r>
          <a:endParaRPr lang="uk-UA" sz="1700" kern="1200"/>
        </a:p>
      </dsp:txBody>
      <dsp:txXfrm>
        <a:off x="46424" y="165265"/>
        <a:ext cx="5101734" cy="858142"/>
      </dsp:txXfrm>
    </dsp:sp>
    <dsp:sp modelId="{48C5D9CD-3E09-4475-87D6-1CA4AEF9BBBA}">
      <dsp:nvSpPr>
        <dsp:cNvPr id="0" name=""/>
        <dsp:cNvSpPr/>
      </dsp:nvSpPr>
      <dsp:spPr>
        <a:xfrm>
          <a:off x="0" y="1118791"/>
          <a:ext cx="5194582" cy="9509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0" i="0" kern="1200"/>
            <a:t>запровадження розкладки на продовольство та сільськогосподарську сировину</a:t>
          </a:r>
          <a:endParaRPr lang="uk-UA" sz="1700" kern="1200"/>
        </a:p>
      </dsp:txBody>
      <dsp:txXfrm>
        <a:off x="46424" y="1165215"/>
        <a:ext cx="5101734" cy="858142"/>
      </dsp:txXfrm>
    </dsp:sp>
    <dsp:sp modelId="{E47DEADD-A96D-4810-8384-DF7BD2DBBD9F}">
      <dsp:nvSpPr>
        <dsp:cNvPr id="0" name=""/>
        <dsp:cNvSpPr/>
      </dsp:nvSpPr>
      <dsp:spPr>
        <a:xfrm>
          <a:off x="0" y="2118742"/>
          <a:ext cx="5194582" cy="9509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0" i="0" kern="1200"/>
            <a:t>передання дрібних підприємств кооперативним артілям та приватним особам</a:t>
          </a:r>
          <a:endParaRPr lang="uk-UA" sz="1700" kern="1200"/>
        </a:p>
      </dsp:txBody>
      <dsp:txXfrm>
        <a:off x="46424" y="2165166"/>
        <a:ext cx="5101734" cy="858142"/>
      </dsp:txXfrm>
    </dsp:sp>
    <dsp:sp modelId="{E665A94C-454F-4112-9278-768DEBB51E56}">
      <dsp:nvSpPr>
        <dsp:cNvPr id="0" name=""/>
        <dsp:cNvSpPr/>
      </dsp:nvSpPr>
      <dsp:spPr>
        <a:xfrm>
          <a:off x="0" y="3118693"/>
          <a:ext cx="5194582" cy="9509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ru-RU" sz="1700" b="0" i="0" kern="1200"/>
            <a:t>проведення насильницької суцільної колективізації селянських господарст</a:t>
          </a:r>
          <a:endParaRPr lang="uk-UA" sz="1700" kern="1200"/>
        </a:p>
      </dsp:txBody>
      <dsp:txXfrm>
        <a:off x="46424" y="3165117"/>
        <a:ext cx="5101734" cy="858142"/>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2C42B-8C86-482A-8242-6ACCCDDC75DF}">
      <dsp:nvSpPr>
        <dsp:cNvPr id="0" name=""/>
        <dsp:cNvSpPr/>
      </dsp:nvSpPr>
      <dsp:spPr>
        <a:xfrm>
          <a:off x="0" y="4152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1919-1920 рр.</a:t>
          </a:r>
          <a:endParaRPr lang="uk-UA" sz="3400" kern="1200"/>
        </a:p>
      </dsp:txBody>
      <dsp:txXfrm>
        <a:off x="39809" y="81330"/>
        <a:ext cx="5114964" cy="735872"/>
      </dsp:txXfrm>
    </dsp:sp>
    <dsp:sp modelId="{D07364D7-1C80-4F0C-B6CB-F8E8538A5A57}">
      <dsp:nvSpPr>
        <dsp:cNvPr id="0" name=""/>
        <dsp:cNvSpPr/>
      </dsp:nvSpPr>
      <dsp:spPr>
        <a:xfrm>
          <a:off x="0" y="954931"/>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1921-1928 рр.</a:t>
          </a:r>
          <a:endParaRPr lang="uk-UA" sz="3400" kern="1200"/>
        </a:p>
      </dsp:txBody>
      <dsp:txXfrm>
        <a:off x="39809" y="994740"/>
        <a:ext cx="5114964" cy="735872"/>
      </dsp:txXfrm>
    </dsp:sp>
    <dsp:sp modelId="{BE358576-6ECD-4EF2-8499-98E557EDF428}">
      <dsp:nvSpPr>
        <dsp:cNvPr id="0" name=""/>
        <dsp:cNvSpPr/>
      </dsp:nvSpPr>
      <dsp:spPr>
        <a:xfrm>
          <a:off x="0" y="186834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1929-1932 рр.</a:t>
          </a:r>
          <a:endParaRPr lang="uk-UA" sz="3400" kern="1200"/>
        </a:p>
      </dsp:txBody>
      <dsp:txXfrm>
        <a:off x="39809" y="1908151"/>
        <a:ext cx="5114964" cy="735872"/>
      </dsp:txXfrm>
    </dsp:sp>
    <dsp:sp modelId="{0F178D9B-D5A5-48D4-939C-61B48FE90A68}">
      <dsp:nvSpPr>
        <dsp:cNvPr id="0" name=""/>
        <dsp:cNvSpPr/>
      </dsp:nvSpPr>
      <dsp:spPr>
        <a:xfrm>
          <a:off x="0" y="2781752"/>
          <a:ext cx="5194582" cy="81549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ru-RU" sz="3400" b="0" i="0" kern="1200"/>
            <a:t>1933-1935 рр.</a:t>
          </a:r>
          <a:endParaRPr lang="uk-UA" sz="3400" kern="1200"/>
        </a:p>
      </dsp:txBody>
      <dsp:txXfrm>
        <a:off x="39809" y="2821561"/>
        <a:ext cx="5114964" cy="735872"/>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E90BD-908D-4A84-906F-B8F28FD04515}">
      <dsp:nvSpPr>
        <dsp:cNvPr id="0" name=""/>
        <dsp:cNvSpPr/>
      </dsp:nvSpPr>
      <dsp:spPr>
        <a:xfrm>
          <a:off x="0" y="227746"/>
          <a:ext cx="5194582" cy="7547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Рада Міністрів Української Держави</a:t>
          </a:r>
          <a:endParaRPr lang="uk-UA" sz="1900" kern="1200"/>
        </a:p>
      </dsp:txBody>
      <dsp:txXfrm>
        <a:off x="36845" y="264591"/>
        <a:ext cx="5120892" cy="681087"/>
      </dsp:txXfrm>
    </dsp:sp>
    <dsp:sp modelId="{F010DE54-6C36-4A1A-9D5A-8DCFB4FAFE40}">
      <dsp:nvSpPr>
        <dsp:cNvPr id="0" name=""/>
        <dsp:cNvSpPr/>
      </dsp:nvSpPr>
      <dsp:spPr>
        <a:xfrm>
          <a:off x="0" y="1037244"/>
          <a:ext cx="5194582" cy="7547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Державний секретаріат Західноукраїнської Народної Республіки</a:t>
          </a:r>
          <a:endParaRPr lang="uk-UA" sz="1900" kern="1200"/>
        </a:p>
      </dsp:txBody>
      <dsp:txXfrm>
        <a:off x="36845" y="1074089"/>
        <a:ext cx="5120892" cy="681087"/>
      </dsp:txXfrm>
    </dsp:sp>
    <dsp:sp modelId="{5AC98687-88A9-4E54-9F67-A0DA6E1D2A58}">
      <dsp:nvSpPr>
        <dsp:cNvPr id="0" name=""/>
        <dsp:cNvSpPr/>
      </dsp:nvSpPr>
      <dsp:spPr>
        <a:xfrm>
          <a:off x="0" y="1846742"/>
          <a:ext cx="5194582" cy="7547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Рада народних комісарів Української Соціалістичної Радянської Республіки</a:t>
          </a:r>
          <a:endParaRPr lang="uk-UA" sz="1900" kern="1200"/>
        </a:p>
      </dsp:txBody>
      <dsp:txXfrm>
        <a:off x="36845" y="1883587"/>
        <a:ext cx="5120892" cy="681087"/>
      </dsp:txXfrm>
    </dsp:sp>
    <dsp:sp modelId="{14AC1F38-0908-43B5-A136-691AB48621A1}">
      <dsp:nvSpPr>
        <dsp:cNvPr id="0" name=""/>
        <dsp:cNvSpPr/>
      </dsp:nvSpPr>
      <dsp:spPr>
        <a:xfrm>
          <a:off x="0" y="2656239"/>
          <a:ext cx="5194582" cy="75477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Генеральний секретаріат Української Центральної Ради</a:t>
          </a:r>
          <a:endParaRPr lang="uk-UA" sz="1900" kern="1200"/>
        </a:p>
      </dsp:txBody>
      <dsp:txXfrm>
        <a:off x="36845" y="2693084"/>
        <a:ext cx="5120892" cy="681087"/>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C4D0D-4507-4ED9-B924-718DBECC3BE3}">
      <dsp:nvSpPr>
        <dsp:cNvPr id="0" name=""/>
        <dsp:cNvSpPr/>
      </dsp:nvSpPr>
      <dsp:spPr>
        <a:xfrm rot="10800000">
          <a:off x="1055752" y="158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«воєнного комунізму».</a:t>
          </a:r>
          <a:endParaRPr lang="uk-UA" sz="2000" kern="1200"/>
        </a:p>
      </dsp:txBody>
      <dsp:txXfrm rot="10800000">
        <a:off x="1241411" y="1582"/>
        <a:ext cx="3268738" cy="742637"/>
      </dsp:txXfrm>
    </dsp:sp>
    <dsp:sp modelId="{9D376812-2EF6-4E8C-981C-983B98455520}">
      <dsp:nvSpPr>
        <dsp:cNvPr id="0" name=""/>
        <dsp:cNvSpPr/>
      </dsp:nvSpPr>
      <dsp:spPr>
        <a:xfrm>
          <a:off x="684433" y="158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60FAE4-23D8-437A-9426-E7C2953428DD}">
      <dsp:nvSpPr>
        <dsp:cNvPr id="0" name=""/>
        <dsp:cNvSpPr/>
      </dsp:nvSpPr>
      <dsp:spPr>
        <a:xfrm rot="10800000">
          <a:off x="1055752" y="965902"/>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«культурної революції».</a:t>
          </a:r>
          <a:endParaRPr lang="uk-UA" sz="2000" kern="1200"/>
        </a:p>
      </dsp:txBody>
      <dsp:txXfrm rot="10800000">
        <a:off x="1241411" y="965902"/>
        <a:ext cx="3268738" cy="742637"/>
      </dsp:txXfrm>
    </dsp:sp>
    <dsp:sp modelId="{D738E106-2587-4566-A170-6727EE2F0F7C}">
      <dsp:nvSpPr>
        <dsp:cNvPr id="0" name=""/>
        <dsp:cNvSpPr/>
      </dsp:nvSpPr>
      <dsp:spPr>
        <a:xfrm>
          <a:off x="684433" y="965902"/>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36F244-61B9-43AE-A995-59E70FEAF57C}">
      <dsp:nvSpPr>
        <dsp:cNvPr id="0" name=""/>
        <dsp:cNvSpPr/>
      </dsp:nvSpPr>
      <dsp:spPr>
        <a:xfrm rot="10800000">
          <a:off x="1055752" y="1930223"/>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«пацифікації».</a:t>
          </a:r>
          <a:endParaRPr lang="uk-UA" sz="2000" kern="1200"/>
        </a:p>
      </dsp:txBody>
      <dsp:txXfrm rot="10800000">
        <a:off x="1241411" y="1930223"/>
        <a:ext cx="3268738" cy="742637"/>
      </dsp:txXfrm>
    </dsp:sp>
    <dsp:sp modelId="{6F8DC6AB-0A9D-42A5-9123-0B0A7DD02A17}">
      <dsp:nvSpPr>
        <dsp:cNvPr id="0" name=""/>
        <dsp:cNvSpPr/>
      </dsp:nvSpPr>
      <dsp:spPr>
        <a:xfrm>
          <a:off x="684433" y="1930223"/>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786335-5D49-452A-8F49-F4D0BD01C58D}">
      <dsp:nvSpPr>
        <dsp:cNvPr id="0" name=""/>
        <dsp:cNvSpPr/>
      </dsp:nvSpPr>
      <dsp:spPr>
        <a:xfrm rot="10800000">
          <a:off x="1055752" y="2894544"/>
          <a:ext cx="3454397" cy="742637"/>
        </a:xfrm>
        <a:prstGeom prst="homePlat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7483" tIns="76200" rIns="142240" bIns="76200" numCol="1" spcCol="1270" anchor="ctr" anchorCtr="0">
          <a:noAutofit/>
        </a:bodyPr>
        <a:lstStyle/>
        <a:p>
          <a:pPr marL="0" lvl="0" indent="0" algn="ctr" defTabSz="889000">
            <a:lnSpc>
              <a:spcPct val="90000"/>
            </a:lnSpc>
            <a:spcBef>
              <a:spcPct val="0"/>
            </a:spcBef>
            <a:spcAft>
              <a:spcPct val="35000"/>
            </a:spcAft>
            <a:buNone/>
          </a:pPr>
          <a:r>
            <a:rPr lang="ru-RU" sz="2000" b="0" i="0" kern="1200"/>
            <a:t>«осадництва».</a:t>
          </a:r>
          <a:endParaRPr lang="uk-UA" sz="2000" kern="1200"/>
        </a:p>
      </dsp:txBody>
      <dsp:txXfrm rot="10800000">
        <a:off x="1241411" y="2894544"/>
        <a:ext cx="3268738" cy="742637"/>
      </dsp:txXfrm>
    </dsp:sp>
    <dsp:sp modelId="{1E56658E-401C-40CE-AD29-40CF4BD164C3}">
      <dsp:nvSpPr>
        <dsp:cNvPr id="0" name=""/>
        <dsp:cNvSpPr/>
      </dsp:nvSpPr>
      <dsp:spPr>
        <a:xfrm>
          <a:off x="684433" y="2894544"/>
          <a:ext cx="742637" cy="742637"/>
        </a:xfrm>
        <a:prstGeom prst="ellipse">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9.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3:56.939"/>
    </inkml:context>
    <inkml:brush xml:id="br0">
      <inkml:brushProperty name="width" value="0.2" units="cm"/>
      <inkml:brushProperty name="height" value="0.2" units="cm"/>
      <inkml:brushProperty name="color" value="#004F8B"/>
    </inkml:brush>
  </inkml:definitions>
  <inkml:trace contextRef="#ctx0" brushRef="#br0">0 1860 15069,'1'1'62,"-1"-1"0,0 1 0,1 0 0,-1-1 0,1 1 0,-1-1 0,1 1-1,-1 0 1,1-1 0,-1 1 0,1-1 0,0 1 0,-1-1 0,1 0 0,0 1-1,-1-1 1,1 0 0,0 1 0,0-1 0,-1 0 0,1 0 0,0 1 0,0-1 0,-1 0-1,1 0 1,0 0 0,0 0 0,0 0 0,-1 0 0,1 0 0,0-1 0,0 1-1,-1 0 1,1 0 0,0-1 0,0 1 0,-1 0 0,1-1 0,0 1 0,-1 0-1,1-1 1,-1 1 0,1-1 0,0 1 0,-1-1 0,1 0 0,0 0 0,5-40 1237,-5 34-1146,-1 0 0,1 0 1,0 0-1,0 0 0,1 0 1,0 0-1,0 0 0,4-8 1,52-112 982,-19 35-790,17-35-212,30-61-77,-73 164-54,90-191-40,32-60 49,-31 72 69,36-72-97,-58 119-12,-63 127 48,-17 27-19,-1 1 0,0-1 0,1 1 0,-1-1 0,0 1 1,0-1-1,0 0 0,0 0 0,-1 1 0,1-1 0,0 0 0,-1 0 1,1 0-1,-1 0 0,0 0 0,1 0 0,-1-2 0,0 4 0,0-1 0,0 1 0,0 0-1,1-1 1,-1 1 0,0 0-1,0-1 1,0 1 0,1 0-1,-1 0 1,0-1 0,0 1 0,1 0-1,-1 0 1,0-1 0,1 1-1,-1 0 1,0 0 0,1 0 0,-1 0-1,0-1 1,1 1 0,-1 0-1,1 0 1,-1 0 0,0 0-1,1 0 1,-1 0 0,0 0 0,1 0-1,-1 0 1,1 0 0,-1 0-1,0 0 1,1 0 0,-1 1 0,0-1-1,1 0 1,-1 0 0,0 0-1,1 0 1,-1 1 0,0-1 0,1 0-1,-1 0 1,0 0 0,0 1-1,1-1 1,-1 0 0,0 1-1,0-1 1,1 0 0,-1 1 0,0-1-1,0 0 1,0 1 0,0-1-1,1 0 1,-1 1 0,0-1 0,0 1-1,0-1 1,0 0 0,0 1-1,0 202 1868,-1-192-1826,0-1 0,0 0 0,-1 0 1,0 0-1,-1 0 0,0 0 0,-9 17 0,-6 21 212,13-26-204,2 1 1,0 0 0,1 1 0,1-1-1,4 33 1,-1-27-41,-2 0-1,-1-1 1,-6 39-1,-27 67 12,29-98-8,2 0-1,2 44 1,1-39-11,-8 65 1,-26 64 13,29-117-16,1 75 1,4-76-6,-8 68 1,-26 56 10,28-121 6,3 70 0,3-71-11,-8 71 0,-26 41-7,28-113 18,3 0-1,4 58 0,1-63-14,-2 0 0,-11 87-1,-23-9-11,30-100 11,1 0 0,1 0 0,4 53-1,0-56 5,-1-1-1,-2 1 0,0 0 0,-1 0 0,-8 32 1,-7-6-51,12-39-81,1 1-1,0 0 0,1 1 1,0-1-1,1 0 1,0 1-1,0 16 0,2 56-2331,0-26-1984,0-56 4271,-1-1 1,1 0-1,0 1 1,-1-1-1,1 0 0,0 0 1,-1 1-1,0-1 1,1 0-1,-1 0 1,0 1-1,0-1 1,0 0-1,1 0 1,-1 0-1,0 0 1,0 0-1,-1-1 1,1 1-1,0 0 1,0 0-1,0-1 1,0 1-1,-1 0 1,1-1-1,0 0 1,-1 1-1,1-1 1,0 0-1,-1 1 0,1-1 1,-1 0-1,-1 0 1,-6 1-1537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3:57.679"/>
    </inkml:context>
    <inkml:brush xml:id="br0">
      <inkml:brushProperty name="width" value="0.2" units="cm"/>
      <inkml:brushProperty name="height" value="0.2" units="cm"/>
      <inkml:brushProperty name="color" value="#004F8B"/>
    </inkml:brush>
  </inkml:definitions>
  <inkml:trace contextRef="#ctx0" brushRef="#br0">87 472 7161,'1'0'146,"0"0"1,0 0-1,0 0 1,0-1-1,-1 1 1,1 0-1,0-1 1,0 1-1,0-1 1,-1 1-1,1-1 1,1-1 292,-1 2-292,-1-1-1,1 0 1,-1 0-1,1 1 1,-1-1-1,1 0 1,-1 0-1,1 0 1,-1 0-1,0 1 1,0-1-1,1 0 1,-1 0-1,0 0 1,0 0-1,0 0 1,0-1-1,0-42 779,-1 27-752,1-150 648,0 166-820,0 0-1,0 0 1,0 1 0,0-1-1,0 0 1,0 1-1,0-1 1,0 0 0,0 1-1,-1-1 1,1 1 0,0-1-1,0 0 1,-1 1 0,1-1-1,0 1 1,-1-1-1,1 0 1,-1 1 0,1-1-1,-1 1 1,1 0 0,-1-1-1,1 1 1,-1-1 0,0 1-1,-33-32 60,33 31-50,0 0 1,0 1-1,0-1 0,1 0 0,-1 1 0,0-1 0,0 0 0,1 0 1,-1 0-1,1 0 0,-1 1 0,1-1 0,-1 0 0,1 0 1,-1 0-1,1 0 0,0 0 0,0 0 0,-1 0 0,1 0 0,0 0 1,0-1-1,0 1 0,0 0 0,0 0 0,1 0 0,-1 0 0,0 0 1,0 0-1,1 0 0,-1 0 0,1-1 0,-1 2 27,1-17 174,-1 15-171,1-1 0,-1 1-1,1-1 1,-1 1 0,0-1-1,0 0 1,0 1 0,0-1 0,-1 1-1,1-1 1,-1 1 0,0-1-1,1 1 1,-1-1 0,0 1 0,0 0-1,-1-1 1,-1-2 0,-31 0 265,33 5-284,1 0 0,-1-1-1,1 1 1,-1 0 0,1 0 0,-1 0 0,1-1-1,-1 1 1,1 0 0,-1 0 0,1-1 0,0 1-1,-1 0 1,1-1 0,0 1 0,-1-1-1,1 1 1,0 0 0,-1-1 0,1 1 0,0-1-1,0 1 1,-1-1 0,1 1 0,0-1 0,0 1-1,0-1 1,0 1 0,0-1 0,0 1 0,0-1-1,0 1 1,0-1 0,0 0 0,1-9 269,-1 5 403,20-1 948,-12-4-1265,-6 8-302,-1 1 1,0-1-1,1 0 0,-1 1 0,0-1 1,1 1-1,0 0 0,-1-1 0,1 1 0,0 0 1,0 0-1,0 0 0,0 0 0,0 0 0,0 1 1,0-1-1,0 1 0,0-1 0,0 1 0,0 0 1,0-1-1,0 1 0,3 1 0,382-3 1772,510 6 1221,-452 17-6044,-7 23-5696,-310-25 1768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4:05.146"/>
    </inkml:context>
    <inkml:brush xml:id="br0">
      <inkml:brushProperty name="width" value="0.2" units="cm"/>
      <inkml:brushProperty name="height" value="0.2" units="cm"/>
      <inkml:brushProperty name="color" value="#004F8B"/>
    </inkml:brush>
  </inkml:definitions>
  <inkml:trace contextRef="#ctx0" brushRef="#br0">700 269 11161,'4'-3'131,"0"0"0,0 0 0,1 0 0,0 1-1,-1 0 1,1 0 0,0 0 0,9-2 0,21-8-30,-25 6-63,0-1 1,0 0-1,15-13 1,25-19 203,-12 14-161,-9 5 15,43-21 0,-62 36-33,1 0 1,-1 1 0,1 1 0,0-1 0,0 2 0,0 0 0,1 0 0,15 0 0,-12 1-30,-1 0-1,1-1 1,0-1-1,-1 0 1,15-6-1,-15 4 35,1 1-1,-1 1 0,1 0 0,-1 1 0,16 0 1,2 3 91,0 2 0,-1 1 0,56 15 0,-81-16-125,0-1 1,0 1-1,0 1 1,-1-1 0,1 1-1,-1 0 1,0 0-1,0 1 1,0 0 0,-1-1-1,1 2 1,-1-1-1,-1 0 1,1 1 0,-1 0-1,0-1 1,0 1-1,4 12 1,0 4 5,0 1-1,-1 0 1,5 46 0,-5 10 682,-7 89 0,-1-52-407,3-101-284,-2-1 0,0 1 0,0 0 0,-5 18 1,-28 57 23,14 4 71,8-68 58,0 0 0,-28 39 0,-4 10 261,33-54-385,-27 51 78,-2-1-1,-93 121 1,31-59-15,-52 57-211,114-147 43,-209 226-179,27 15 3,219-279 217,-10 12-6,1 1 1,1 1 0,1 0 0,1 0 0,-12 36-1,17-35 3,3-14 7,0 0 0,-1-1 1,1 1-1,-1 0 0,0 0 1,-5 9-1,-50 59 75,31-6-178,-19-1 55,25-1 97,-14-8 87,17-7-11,-17 1-69,17-10-3,1-24-80,14-15 23,-1-1-1,1 0 1,0 1-1,0 0 1,0-1-1,0 1 1,0 0-1,1 0 1,-1 0 0,1 0-1,0 0 1,0 0-1,0 0 1,0 0-1,0 1 1,1-1 0,-1 5-1,1-6 5,0 0-1,0 0 1,0 0-1,-1-1 1,1 1-1,0 0 1,-1 0-1,0 0 1,1-1-1,-1 1 1,0 0-1,0-1 1,0 1-1,0-1 1,0 1-1,0-1 1,0 1-1,-1-1 1,1 0-1,0 1 1,-1-1-1,1 0 1,-1 0-1,1 0 1,-1 0-1,0 0 1,1-1-1,-1 1 1,-3 0-1,-5 4-1,10-4 2,-1-1 1,0 1-1,0 0 0,0 0 1,1 0-1,-1-1 1,0 1-1,1 0 1,-1 0-1,1 0 0,-1 0 1,1 0-1,-1 0 1,1 0-1,0 0 1,-1 0-1,1 1 0,0-1 1,0 0-1,0 0 1,0 0-1,0 0 1,0 0-1,0 0 0,0 0 1,1 1-1,-1-1 1,0 0-1,1 1 1,0-1-2,-1 0 0,0 0 0,1 0 0,-1-1 0,0 1 0,0 0 0,0 0 0,1 0 0,-1 0 0,0 0 0,0 0 0,0-1 0,-1 1 0,1 0 1,0 0-1,0 0 0,0 0 0,0 0 0,-1-1 0,1 1 0,-1 0 0,1 0 0,0 0 0,-1-1 0,1 1 0,-1 0 0,0-1 0,1 1 0,-1 0 0,1-1 1,-1 1-1,0-1 0,0 1 0,-1 0 0,-32 7 10,25-4 8,13-1 48,10 1 9,13-3-102,-20 0 38,1 0-1,0-1 1,-1 0 0,1 0 0,-1-1 0,1 0-1,14-4 1,-12 0 3,-1 1 0,1 1 0,0-1 1,1 2-1,-1-1 0,0 2 0,1-1 0,-1 1 0,21 2 0,447-1 1160,-435 1-1162,0 2 0,83 18 0,84 36 127,-124-32 88,258 102-44,-108-34-148,-191-76-61,-21-7-225,1-1 1,1-1-1,27 4 1,114 10-8252,-115-6 2281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4:12.537"/>
    </inkml:context>
    <inkml:brush xml:id="br0">
      <inkml:brushProperty name="width" value="0.2" units="cm"/>
      <inkml:brushProperty name="height" value="0.2" units="cm"/>
      <inkml:brushProperty name="color" value="#004F8B"/>
    </inkml:brush>
  </inkml:definitions>
  <inkml:trace contextRef="#ctx0" brushRef="#br0">103 210 2452,'0'-1'105,"0"0"0,0-1-1,0 1 1,0-1 0,0 1-1,0-1 1,0 1 0,0-1-1,-1 1 1,1 0 0,0-1-1,-1 1 1,1-1-1,-1 1 1,0 0 0,0 0-1,1-1 1,-1 1 0,0 0-1,0 0 1,0 0 0,0 0-1,0 0 1,0 0 0,0 0-1,-1 0 1,1 0 0,0 1-1,0-1 1,-1 0 0,1 1-1,0-1 1,-1 1 0,1 0-1,-1-1 1,1 1 0,-1 0-1,1 0 1,0 0 0,-1 0-1,1 0 1,-1 0 0,1 0-1,-1 0 1,-1 1 0,3-1-61,-1 0 0,1 0 0,0 0 0,-1 0 0,1 0 0,-1 0 1,1 0-1,0 0 0,-1-1 0,1 1 0,-1 0 0,1 0 0,0 0 1,-1-1-1,1 1 0,0 0 0,-1 0 0,1-1 0,0 1 0,0 0 0,-1-1 1,1 1-1,0 0 0,0-1 0,-1 1 0,1 0 0,0-1 0,0 1 0,0 0 1,0-1-1,-1 1 0,1-1 0,0 1 0,0 0 0,0-1 0,0 1 1,0-1-1,0 1 0,0-1 0,0 1 0,0 0 0,1-1 0,-1 1 0,0-1 1,0 1-1,0 0 0,1-1 0,-1 0-5,0 1 0,0 0 0,0-1 0,1 1 0,-1-1 0,0 1 1,0 0-1,0-1 0,0 1 0,0-1 0,0 1 0,0 0 0,0-1 0,0 1 0,0-1 0,0 1 0,0 0 1,0-1-1,0 1 0,-1-1 0,1 1 0,0 0 0,0-1 0,0 1 0,-1 0 0,1-1 0,0 1 0,0 0 0,-1-1 1,1 1-1,0 0 0,0-1 0,-1 1 0,1 0 0,0 0 0,-1 0 0,1-1 0,-1 1 0,1 0 0,0 0 0,-1 0 1,1 0-1,-1 0 0,1-1 0,0 1 0,-1 0 0,0 0 0,0 0-26,0 1-4,-1-1 1,1 0-1,0 1 0,-1-1 0,1 0 0,-1 0 0,1 0 0,0 0 0,-1 0 0,1 0 1,0-1-1,-1 1 0,1 0 0,-1-1 0,1 1 0,0-1 0,0 1 0,-1-1 0,1 0 0,0 1 1,0-1-1,0 0 0,0 0 0,0 0 0,0 0 0,0 0 0,0 0 0,0 0 0,0 0 1,1 0-1,-1-1 0,0 1 0,1 0 0,-1 0 0,1-1 0,-1 1 0,1-6 1058,0 7-1056,1 0-1,0 0 0,-1 0 0,1 0 0,0-1 0,-1 1 0,1 0 0,0 0 0,-1 0 0,1-1 0,0 1 0,-1 0 0,1 0 0,-1-1 0,1 1 0,0-1 0,-1 1 1,1 0-1,-1-1 0,1 1 0,-1-1 0,1 1 0,-1-1 0,0 0 0,1 1 0,-1-1 0,0 1 0,1-1 0,-1 0 0,0 1 0,1-2 0,-1-5 796,4 7-637,4 2-154,-3-28 82,-5 22-100,17 12-1,-17-7 23,0 39 81,0 2-230,0-47 134,-1 5-5,1 0 1,0 0-1,0-1 0,0 1 1,0 0-1,0 0 0,0-1 1,0 1-1,0 0 0,-1-1 1,1 1-1,0 0 0,0-1 1,0 1-1,0 0 0,0 0 1,1-1-1,-1 1 0,0 0 1,0-1-1,0 1 0,0 0 1,0-1-1,0 1 0,0 0 1,1 0-1,-1-1 0,0 1 1,0 0-1,0 0 0,1 0 1,-1-1-1,0 1 0,0 0 1,1 0-1,-1 0 0,0-1 1,0 1-1,1 0 0,-1 0 1,0 0-1,0 0 0,1 0 1,-1 0-1,0 0 0,1 0 1,-1 0-1,0 0 0,1 0 1,-1 0-1,0 0 0,0 0 1,1 0-1,-1 0 0,0 0 1,1 0-1,-1 0 0,1 0 1,4 0-16,-2 0 21,14 0-3,-15 1-6,-1-1 0,1 0-1,0 0 1,0 0 0,0-1-1,0 1 1,-1 0-1,1-1 1,0 1 0,0-1-1,-1 1 1,1-1 0,0 0-1,-1 0 1,1 0 0,0 0-1,-1 0 1,1 0 0,-1 0-1,0 0 1,1-1 0,-1 1-1,0 0 1,0-1-1,2-2 1,5-7-5,-6 10 7,0 0 0,0 0 0,0 0 0,0 0 0,0 0 1,0 1-1,0-1 0,0 1 0,0-1 0,1 1 0,-1 0 0,0 0 0,0 0 0,0 0 0,1 0 0,-1 0 0,4 1 0,0 0 3,-2-1 24,0 0 0,0 0 0,1-1 0,-1 0 0,0 0 0,0 0 0,0 0 0,-1 0 0,1-1 0,0 1 0,6-5 0,7-3-100,14-2 28,-17-3 39,-12 13 9,-1-1-1,0 1 0,0-1 0,1 1 1,-1 0-1,1 0 0,-1-1 0,1 1 1,0 0-1,-1 1 0,1-1 0,0 0 1,0 0-1,-1 1 0,1-1 0,0 1 0,0-1 1,0 1-1,0 0 0,0 0 0,3 0 1,20 1-24,-18 0 35,-1 0 0,0-1 1,1 0-1,-1 0 0,1-1 1,-1 1-1,1-1 0,-1-1 1,0 1-1,8-4 0,2-5-27,-13 8 14,0-1 0,0 1 1,0 0-1,0 0 0,0 1 1,1-1-1,-1 1 0,1-1 1,-1 1-1,1 0 0,-1 1 1,1-1-1,0 1 1,-1-1-1,1 1 0,0 0 1,7 1-1,2 2 6,-1 0 0,1 1-1,-1 0 1,0 1 0,0 0 0,12 8 0,-9-5-20,-1-1 0,29 10 0,-36-15 8,-1 1 0,0 0 0,0 0 0,0 1 0,-1 0 0,1 0 0,-1 0 0,0 0-1,0 1 1,6 8 0,45 60-44,-43-55 41,41 74 209,-40-75-32,-11-13-134,0-1 1,0 1-1,0 0 0,0 0 1,-1 0-1,1 0 0,-1 1 1,0-1-1,-1 1 0,1-1 1,-1 1-1,0 0 0,1 6 1,9 78 943,-2 109 1,-9-190-957,-1 0 0,0 0 0,-1 0 0,1 0 0,-2 0 0,1-1 0,-1 1 0,0-1 0,0 0 0,-1 0 0,-8 12 0,-10 20 18,0 38 107,5-49-111,0-2-1,-1 0 1,-26 28 0,32-39-22,-76 76 31,5-3-79,-67 83 143,140-161-105,-26 26-4,-26 2-23,39-9 16,-11-10 38,22-7-32,21-6-26,22-3 17,-12-2 20,-13 0-25,0 0-1,0-1 1,0 1-1,0-1 0,0-1 1,0 1-1,0-1 0,0 0 1,0-1-1,-1 1 1,11-5-1,0-7-49,-14 10 62,0 1 0,0 0 1,0 0-1,0 0 0,1 1 0,-1-1 0,1 0 1,-1 1-1,1 0 0,0-1 0,-1 1 1,1 0-1,0 0 0,0 1 0,0-1 1,0 1-1,0-1 0,0 1 0,-1 0 1,1 0-1,0 0 0,0 1 0,0-1 1,6 2-1,172 62-17,-153-52 18,-1 1 0,-1 2 0,0 0 0,-1 2 0,-1 1 0,0 1 0,-2 0 0,0 2 0,-1 1 0,18 25 0,-15-15 115,-1 2 0,-2 0 1,-2 1-1,-1 1 1,-1 1-1,21 74 1,-30-66 322,-1 0 0,-2 1-1,-3 0 1,-3 66 0,0-35-289,2-36-34,0-27-72,0 0 1,-1-1-1,-1 1 1,0-1-1,-1 1 1,0 0-1,-7 21 1,-36 45 305,19 3-192,14-64-131,-1-1 0,-1-1 0,-29 28 1,0 2 32,17-19-95,-2 0 1,0-2-1,-2 0 1,-1-3-1,-38 24 1,45-33-672,-1-2 0,0 0 0,-1-2 0,0 0 1,-1-2-1,0-1 0,-52 7 0,-12-8-2715,-9 10-1352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4:15.517"/>
    </inkml:context>
    <inkml:brush xml:id="br0">
      <inkml:brushProperty name="width" value="0.2" units="cm"/>
      <inkml:brushProperty name="height" value="0.2" units="cm"/>
      <inkml:brushProperty name="color" value="#004F8B"/>
    </inkml:brush>
  </inkml:definitions>
  <inkml:trace contextRef="#ctx0" brushRef="#br0">631 68 9173,'1'-2'306,"0"0"0,1 0-1,-1 0 1,0 0 0,1 1 0,0-1 0,-1 0 0,1 1 0,0-1 0,0 1 0,3-2-1,-1 1-175,-1 1-1,0 1 0,1-1 0,-1 0 0,0 1 0,1 0 0,-1 0 0,1 0 0,5 1 1,-5-1-102,0 1 1,1-1 0,-1 0-1,0 0 1,0-1 0,0 1 0,0-1-1,0 0 1,0 0 0,0 0 0,0-1-1,4-1 1,9-9 178,-15 10-152,1 0-1,-1 0 0,1 0 0,0 0 0,0 1 1,-1-1-1,1 1 0,0 0 0,0 0 0,0 0 1,0 0-1,1 0 0,-1 1 0,0-1 1,5 1-1,75 0 1341,-83 1-1349,1 0 0,-1 0 0,1 0 0,-1 0 0,1 0 0,-1 0 1,0 0-1,0 0 0,0 0 0,1 0 0,-1 0 0,0 0 0,0 0 1,-1 0-1,1 0 0,0 2 0,0 0 44,0 15 40,1-9-80,-1 0-1,0 0 1,-1 0-1,0-1 1,0 1-1,-1 0 1,-3 9-1,-29 66 140,14 20-11,-14-27-75,14-36-55,-21 62 61,-33 121 1,30-82-72,-70 216-21,-161 457-7,228-702-22,14-35-20,2 1 0,-20 90 0,44-124 23,-6 15 25,-12-12 11,21-42-26,0 0 0,0-1 0,1 2 0,0-1-1,1 0 1,-1 0 0,1 1 0,0-1 0,1 1 0,-1 0 0,0 12-1,2 39-48,0-58 48,0 0-1,0 0 1,0 0 0,0 1 0,0-1 0,0 0-1,0 0 1,0 0 0,0 0 0,0 0 0,0 1 0,0-1-1,1 0 1,-1 0 0,0 0 0,0 0 0,0 0-1,0 1 1,0-1 0,0 0 0,0 0 0,0 0 0,0 0-1,1 0 1,-1 0 0,0 0 0,0 0 0,0 0-1,0 1 1,0-1 0,0 0 0,1 0 0,-1 0 0,0 0-1,0 0 1,0 0 0,0 0 0,0 0 0,1 0-1,-1 0 1,0 0 0,0 0 0,0 0 0,0 0 0,1 0-1,-1 0 1,0 0 0,0 0 0,0 0 0,0 0-1,0-1 1,0 1 0,1 0 0,-1 0 0,3 0 3,0-1 0,0 1 1,0-1-1,0 0 0,0 0 1,0 0-1,0 0 0,0-1 1,0 1-1,-1-1 0,1 0 0,3-2 1,18-11-25,25-3 37,-5-18-23,-30 23 6,1 1 1,-1 0-1,18-9 1,-8 8 4,134-77 6,254-104 0,-392 187-10,1 1 0,28-4 0,14-4 1,59-31-10,-96 36 41,-20 6-32,0 1-1,-1 0 1,2 0-1,-1 0 1,0 1-1,0 0 1,0 0 0,8 1-1,7 0-15,33-2 22,-51 2-7,-1-1 1,0 1-1,0 0 1,0-1-1,1 0 1,-1 0-1,0 0 0,0 0 1,0 0-1,0 0 1,0 0-1,0 0 1,-1-1-1,1 1 1,0-1-1,-1 0 1,1 1-1,1-3 0,-3 3-2,1 1 0,-1-1 0,0 1 0,1-1 0,-1 1 0,1 0 0,-1-1 0,1 1 0,-1 0 0,1-1 0,-1 1 0,1 0 0,-1 0 0,1-1 0,-1 1 0,1 0 0,0 0 0,-1 0 0,1 0 0,-1 0 0,1 0 0,0 0 0,-1 0 0,1 0 0,-1 0 0,1 0 0,-1 0 0,2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4:16.072"/>
    </inkml:context>
    <inkml:brush xml:id="br0">
      <inkml:brushProperty name="width" value="0.2" units="cm"/>
      <inkml:brushProperty name="height" value="0.2" units="cm"/>
      <inkml:brushProperty name="color" value="#004F8B"/>
    </inkml:brush>
  </inkml:definitions>
  <inkml:trace contextRef="#ctx0" brushRef="#br0">137 250 10809,'52'-91'2285,"-28"53"-1891,19-44 1,-43 80-357,1 0 1,-1 0 0,1 0 0,0 0 0,-1 1 0,1-1 0,0 0 0,0 0-1,0 1 1,0-1 0,1 0 0,-1 1 0,0 0 0,1-1 0,-1 1 0,1-1-1,-1 1 1,1 0 0,0 0 0,-1 0 0,1 0 0,0 0 0,0 1 0,0-1-1,0 0 1,-1 1 0,1-1 0,0 1 0,0 0 0,0 0 0,0 0 0,2 0-1,-1 0 521,-3 300 4272,0-273-4553,-1 0 1,-6 42-1,-27 70 504,28-92-480,2 83 0,-4 46 135,-26 34-51,17 18-118,-17 12-181,25 17-25,1-6-34,-26 18-8,27-21-10,-6 50-14,-32-23-1,35-149 17,7 148 0,4-148-7,2 75 6,-11 277-83,-3-366-164,-7 131-1380,18 121-6385,0-292 3538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35.452"/>
    </inkml:context>
    <inkml:brush xml:id="br0">
      <inkml:brushProperty name="width" value="0.2" units="cm"/>
      <inkml:brushProperty name="height" value="0.2" units="cm"/>
      <inkml:brushProperty name="color" value="#004F8B"/>
    </inkml:brush>
  </inkml:definitions>
  <inkml:trace contextRef="#ctx0" brushRef="#br0">1 642 8401,'0'28'4228,"0"-27"-3891,0 14 2423,1-20-2675,1 0-1,-1 0 1,1 0 0,0 1-1,1-1 1,-1 1-1,1 0 1,0-1 0,6-6-1,42-49 469,-45 53-399,47-59 490,72-117 1,-30 39-329,-72 104-257,-19 32-48,0 0 0,1 0 0,0 1 0,8-10 0,8 0 165,-19 15-133,0 1 0,0-1 0,0 1 0,-1-1 0,1 0 1,0 0-1,0 0 0,-1 0 0,1 0 0,-1 0 0,0 0 0,0 0 0,0 0 0,1-3 0,11-22 411,-9 22-453,-1 0-85,-3 18 36,1 3 204,0-11-145,0 0 0,-1 0-1,0 0 1,0 0 0,0 0 0,0 0-1,-1 0 1,0 0 0,0 0 0,0 0-1,-1-1 1,1 1 0,-1 0 0,-3 4 0,-41 39 5,27 10 62,-16 9 157,18 9-141,-17 9-93,17 1 6,-17 2-46,17 5-42,-17-2 46,31-77 23,1 1 0,1-1 0,0 29 0,1-27 3,0-1 1,-1 0 0,0 0-1,-7 27 1,-7 3-16,9-31 21,1 1 0,1 0-1,0 0 1,1 0 0,0 0-1,0 23 1,4-26-5,-1 1 1,-1-1-1,0 0 1,-6 24 0,-10 9 1,12-34 6,1 0-1,0 1 0,1-1 1,0 1-1,0-1 0,2 1 1,-2 15-1,1 56-51,0 13-118,6-32-7998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40.637"/>
    </inkml:context>
    <inkml:brush xml:id="br0">
      <inkml:brushProperty name="width" value="0.2" units="cm"/>
      <inkml:brushProperty name="height" value="0.2" units="cm"/>
      <inkml:brushProperty name="color" value="#004F8B"/>
    </inkml:brush>
  </inkml:definitions>
  <inkml:trace contextRef="#ctx0" brushRef="#br0">1 1563 3612,'0'0'12235,"20"10"-9458,79-10-940,-96 0-1836,0 0-1,0 0 1,0-1-1,0 1 0,-1-1 1,1 0-1,0 0 1,0 0-1,-1 0 1,1 0-1,-1-1 0,1 1 1,-1-1-1,1 0 1,-1 1-1,0-1 1,0 0-1,3-4 0,11-9-2,21-2 1,-18 1 2,33-34 1,11-11 9,-24 23-15,-2-1 1,56-78-1,-75 92 0,12-15 6,-3-2-1,-1-2 1,37-86 0,30-152 8,-85 242-11,-3 1 0,-1-1 0,-1 0 0,-5-56 1,1 28 3,1 65-3,0 0 0,0 0 0,-1 0 0,1 0 0,-1 0 0,0 0 0,0 0 0,0 0 0,0 1 0,0-1 0,-1 0 0,1 1 0,-1-1 0,0 1 0,0-1 0,0 1 0,0 0 1,0 0-1,0 0 0,-1 0 0,1 0 0,0 0 0,-5-1 0,-12-13 0,7-10 0,7 13 1,4 12 0,-1-6-2,-1 1 0,1 0 1,-1 0-1,-1 0 0,0 1 1,1-1-1,-1 1 1,-10-9-1,-31 1 4,25-19-2,-14 18-1,14-12 0,16 25 0,-1-1 0,0 1-1,0 0 1,0 1 0,1-1 0,-1 1 0,-7 0 0,12 0 0,-1 0-1,0 0 1,1 0 0,-1 1 0,0-1 0,1 0 0,-1 0 0,0 0 0,1 0 0,-1-1 0,1 1-1,-1 0 1,0 0 0,1 0 0,-1 0 0,0-1 0,1 1 0,-1 0 0,1-1 0,-1 1 0,0 0 0,1-1-1,-1 1 1,1-1 0,0 1 0,-1-1 0,1 1 0,-1-1 0,-22-25 8,17 20-9,-5 6 2,-140 1-18,151-1 16,-1 0 1,1 1 0,-1-1 0,1 0 0,-1 0 0,1 0 0,-1 0 0,1 1 0,0-1-1,-1 0 1,1 1 0,-1-1 0,1 0 0,0 1 0,-1-1 0,1 0 0,0 1 0,-1-1-1,1 0 1,0 1 0,0-1 0,-1 1 0,1-1 0,0 1 0,0-1 0,0 1 0,-1-1-1,1 1 1,0-1 0,0 1 0,0 0 0,0 0 0,0 0 0,0 0 0,-1 0 0,1 0 0,0 0 0,-1 0 0,1 0 0,0 0 0,-1 0 0,1 0 1,-1-1-1,0 1 0,1 0 0,-1 0 0,0-1 0,1 1 0,-3 1 0,-10 5-2,10-7 1,1 1 1,0 0 0,-1 0-1,1 0 1,0 0 0,0 0-1,0 0 1,0 1 0,0-1 0,0 0-1,0 1 1,1 0 0,-1-1-1,0 1 1,1 0 0,-1 0-1,1 0 1,0 0 0,0 0 0,0 0-1,0 0 1,0 1 0,0-1-1,0 0 1,1 1 0,-1-1-1,1 5 1,0-4-2,-1 0 0,1 0 1,0 0-1,-1 0 0,1 0 0,-1 0 0,0 0 0,0 0 0,0-1 0,-1 1 0,1 0 1,-1 0-1,1-1 0,-1 1 0,0-1 0,0 0 0,0 1 0,-3 1 0,2-1 3,1-1-1,0 0 1,0 1-1,0 0 1,0-1-1,0 1 1,0 0-1,1 0 1,-1 0-1,1 0 1,0 0-1,0 0 1,0 1-1,0-1 1,0 0-1,1 0 1,0 1-1,-1 4 1,1 1 1,-1 0 1,0 0-1,-1 0 1,0 0-1,-1 0 1,-4 11 0,3-11-2,1 0 0,0 0-1,1 0 1,0 0 0,0 1 0,0 12 0,2 10-2,-1-8 3,1 0 0,1 1-1,1-1 1,1 0-1,7 26 1,-8-44-2,0 0 1,0-1-1,1 1 1,-1-1-1,1 1 0,0-1 1,1 0-1,-1 0 1,1-1-1,0 1 1,0-1-1,0 0 1,1 0-1,0 0 0,-1 0 1,2-1-1,-1 0 1,0 0-1,0 0 1,1-1-1,-1 1 1,1-1-1,0-1 1,0 1-1,0-1 0,6 1 1,8 0-65,1 0-1,0 0 1,0-2 0,0-1 0,0-1 0,24-5 0,6-12-1704,-46 18 1516,0 0 0,0 0 0,0-1 0,-1 0 0,1 0 0,-1 0 0,1-1 0,-1 1 0,0-1 0,0 0 0,0 0 0,0-1 0,0 1 0,-1-1 0,0 0 0,0 0 0,0 0 0,3-5 0,2-2-31,25-25-874,-25 29 313,-1-1 0,0 1-1,-1-1 1,1 0 0,5-11 0,8-35-4316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42.314"/>
    </inkml:context>
    <inkml:brush xml:id="br0">
      <inkml:brushProperty name="width" value="0.2" units="cm"/>
      <inkml:brushProperty name="height" value="0.2" units="cm"/>
      <inkml:brushProperty name="color" value="#004F8B"/>
    </inkml:brush>
  </inkml:definitions>
  <inkml:trace contextRef="#ctx0" brushRef="#br0">512 537 8633,'0'-4'3139,"0"3"-3124,0 0 0,0 0-1,0 0 1,0 0 0,0 0 0,0 1 0,0-1 0,0 0 0,0 0 0,-1 0-1,1 0 1,0 1 0,-1-1 0,1 0 0,0 0 0,-1 1 0,1-1 0,-1 0 0,1 1-1,-1-1 1,0 0 0,1 1 0,-1-1 0,0 1 0,1-1 0,-1 1 0,0-1 0,1 1-1,-1 0 1,0-1 0,0 1 0,0 0 0,1-1 0,-1 1 0,0 0 0,0 0 0,0 0-1,0 0 1,0 0 0,1 0 0,-2 0 0,1 0 27,-1 0 1,1 0-1,0 0 1,0 0-1,-1-1 1,1 1-1,0 0 1,0-1-1,0 1 1,-1-1-1,1 1 1,0-1-1,0 1 1,0-1-1,0 0 1,0 0-1,0 1 1,0-1-1,0 0 1,1 0-1,-1 0 1,0 0-1,0 0 1,1 0-1,-1 0 1,1 0-1,-1 0 1,1-1-1,-1 1 1,1 0-1,0 0 1,-1 0-1,1-1 1,0 1-1,0 0 1,0 0-1,0-1 1,0 1-1,0 0 1,0 0-1,1-3 1,-3-29 1431,1 27-1306,0-1 1,0 1-1,1-1 1,0 1-1,0 0 1,1-1-1,-1 1 1,1-1-1,1 1 1,-1 0-1,1 0 1,0 0-1,0 0 1,1 0-1,0 0 1,5-8-1,41-42 219,-1 1-180,91-83 0,-74 101 581,-53 21-585,-11 15-197,0-1 0,0 1 0,0-1 0,0 1 0,0-1 0,1 1 0,-1 0 0,0-1-1,0 1 1,1 0 0,-1 0 0,1 0 0,-1 0 0,1 0 0,0 0 0,-1 0 0,1 1 0,0-1 0,-1 1 0,1-1-1,0 1 1,0 0 0,0-1 0,-1 1 0,1 0 0,2 0 0,61 0 5,-64 4-11,0-1 0,0 1 0,-1-1 0,1 0 0,-1 1 0,0-1 0,0 1-1,-1 4 1,1-4 3,2 32 5,-1-25-8,0-1 1,0 0-1,-1 1 1,0-1-1,-1 0 1,-1 0-1,1 1 1,-1-1-1,-5 13 1,-27 27-1,17 6 0,-18 3 1,18 6 1,-17 4-4,27-41 1,6-22 1,-1 0 0,1 0 0,-1 0 0,0 0 0,-5 10 0,-50 54 0,42-28 0,4-9 0,-34 44-1,22-2-3,-22-6 8,25-4 10,-14-4 24,14 3-76,-26-7 25,26-7 14,-14-4 1,17-6-4,-17-2 4,17-2-4,-17-12 1,17 1 0,-68 25 1,70-36-4,13-12 5,0 0-1,-1 0 0,0 1 1,1-2-1,-1 1 0,0 0 1,0 0-1,0-1 0,0 0 1,0 1-1,-6 0 0,-37 10-4,46-13 4,-1 1 0,1 0 0,0 0 0,-1 1 0,1-1 0,-1 0 0,1 0 1,-1 0-1,1 0 0,-1 0 0,1 0 0,0 0 0,-1 1 0,1-1 1,-1 0-1,1 0 0,0 1 0,-1-1 0,1 0 0,0 0 0,-1 1 0,1-1 1,0 0-1,0 1 0,-1-1 0,1 1 0,0-1 0,0 0 0,0 1 0,-1-1 1,1 1-1,0-1 0,0 1 0,0-1 0,0 0 0,0 1 0,0 0 1,0-1-1,0 1 0,0-1 0,0 0 0,0 1 0,-1-1 0,1 1 0,0-1 0,0 0 0,0 1 0,0-1 1,0 0-1,-1 1 0,1-1 0,0 0 0,0 1 0,-1-1 0,1 0 0,0 0 0,0 1 0,-1-1 0,1 0 1,0 0-1,-1 1 0,1-1 0,0 0 0,-1 0 0,1 0 0,0 0 0,-1 0 0,1 1 0,-1-1 0,0 0 1,-8 3-2,7-2 1,0-1 0,0 1 0,0-1-1,0 1 1,0 0 0,0 0 0,1 0 0,-1 0 0,0 0 0,1 0 0,-4 4 0,4-3-1,0 1 1,0-1-1,0 1 1,0 0-1,0-1 1,0 1-1,0 0 1,1 0-1,0 0 1,-1 0 0,1 0-1,1 4 1,-1 59 0,20-65 1,26 1 4,-25-1-9,1 0 0,-1-1 0,0-1 0,32-6 0,-27-3 6,-20 7-1,0 1 0,0 0 0,0 0 0,0 0 1,0 1-1,0 0 0,0 0 0,8 1 0,128-3 0,188 7 24,-275 3-23,-1 3 0,89 27 1,-37-8-12,67 21 29,-138-38-152,-2-1-2068,-1-5-4010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43.184"/>
    </inkml:context>
    <inkml:brush xml:id="br0">
      <inkml:brushProperty name="width" value="0.2" units="cm"/>
      <inkml:brushProperty name="height" value="0.2" units="cm"/>
      <inkml:brushProperty name="color" value="#004F8B"/>
    </inkml:brush>
  </inkml:definitions>
  <inkml:trace contextRef="#ctx0" brushRef="#br0">52 845 3920,'2'3'5751,"-12"2"-4196,-33-3 1714,43-7-3136,0 0-1,0 0 1,0 0-1,1 0 1,-1 0-1,1 1 1,0-1-1,1 0 1,-1 0-1,1 1 1,0-1-1,5-7 0,-3 7-95,-1 1 0,1-1-1,-1 0 1,0 0 0,0 0-1,-1 0 1,1-1-1,-1 1 1,2-8 0,-2 3-32,2 1 0,-1-1 1,1 1-1,6-9 0,121-229 93,-113 207-146,-4 11 480,-1-2 1,-1 1 0,-2-2-1,8-35 1,-10 16 275,4-87 0,-12 138-705,0 0 0,0 0 1,0 0-1,0-1 1,0 1-1,0 0 1,0 0-1,0-1 1,0 1-1,0 0 1,0 0-1,0 0 0,-1-1 1,1 1-1,0 0 1,0 0-1,0 0 1,0-1-1,0 1 1,0 0-1,-1 0 1,1 0-1,0 0 0,0-1 1,0 1-1,0 0 1,-1 0-1,1 0 1,0 0-1,0 0 1,0 0-1,-1 0 1,1 0-1,0-1 0,0 1 1,-1 0-1,1 0 1,0 0-1,0 0 1,0 0-1,-1 0 1,1 0-1,0 0 1,0 0-1,-1 1 0,1-1 1,0 0-1,0 0 1,0 0-1,-1 0 1,1 0-1,0 0 1,0 0-1,-1 1 1,-4-1-1,0 0 0,0 1 0,1 0 0,-1 0 0,0 0 0,0 1 0,0 0 0,1-1 1,-1 2-1,1-1 0,0 0 0,0 1 0,-1 0 0,1 0 0,1 0 0,-1 1 0,-5 5 1,-11 39 4,-25 19 12,32-18-17,6-13-3,-27 61 60,17 18 274,-17 17 164,28-89-465,2 1 0,4 84-1,1-56-25,-1 925-131,17-675-669,-5-157-1079,-7-1-3949,-5-78 3161,0-8-3239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55.380"/>
    </inkml:context>
    <inkml:brush xml:id="br0">
      <inkml:brushProperty name="width" value="0.2" units="cm"/>
      <inkml:brushProperty name="height" value="0.2" units="cm"/>
      <inkml:brushProperty name="color" value="#004F8B"/>
    </inkml:brush>
  </inkml:definitions>
  <inkml:trace contextRef="#ctx0" brushRef="#br0">0 464 2920,'0'0'8610,"3"-5"-7862,9-14-560,-11 18-160,0 0 1,1 0-1,-1 1 0,1-1 1,-1 0-1,1 1 0,-1-1 1,1 1-1,-1 0 1,1-1-1,-1 1 0,1 0 1,0 0-1,-1 0 0,1 0 1,-1 0-1,1 1 0,0-1 1,1 1-1,1-1 36,-3 0-55,0 0 0,0 0 1,1 0-1,-1 0 1,0 0-1,-1 0 0,1 0 1,0-1-1,0 1 1,0 0-1,0-1 0,0 1 1,0-1-1,0 1 1,0-1-1,0 1 0,-1-1 1,1 1-1,0-1 1,0 0-1,-1 0 0,1 1 1,0-1-1,-1 0 0,1 0 1,-1 0-1,1 0 1,-1 1-1,0-1 0,1 0 1,-1-2-1,1 2 8,-1 0-1,0 0 0,1 0 0,-1 0 1,1 0-1,-1 0 0,1 0 1,0 0-1,-1 0 0,1 0 0,0 0 1,0 0-1,-1 0 0,1 1 1,0-1-1,0 0 0,0 1 1,0-1-1,0 1 0,0-1 0,0 1 1,0-1-1,0 1 0,0 0 1,0-1-1,1 1 0,-1 0 0,0 0 1,0 0-1,0 0 0,2 0 1,5-1 10,0-1 0,0 0 1,0 0-1,0 0 1,-1-1-1,1 0 1,-1-1-1,0 1 1,0-2-1,0 1 0,-1-1 1,1 0-1,5-6 1,17-15-41,33-40 0,-57 61-6,7-8 10,0-1 1,-1 0-1,-1 0 0,11-20 1,-4 13 9,0 3 200,-10 3-156,-1 0 1,0-1 0,-2 0-1,1 0 1,2-25 0,-8 41-33,1 0 0,0 1 1,0-1-1,0 1 1,0-1-1,0 0 0,0 1 1,0-1-1,0 1 1,0-1-1,1 0 0,-1 1 1,0-1-1,0 0 1,0 1-1,0-1 0,0 1 1,1-1-1,-1 0 1,0 1-1,0-1 0,1 0 1,-1 0-1,0 1 1,1-1-1,-1 0 0,0 0 1,1 1-1,-1-1 1,0 0-1,1 0 0,-1 0 1,0 1-1,1-1 1,-1 0-1,0 0 0,1 0 1,-1 0-1,1 0 0,-1 0 1,0 0-1,1 0 1,-1 0-1,1 0 0,-1 0 1,0 0-1,1 0 1,-1 0-1,1 0 0,-1-1 1,0 1-1,1 0 1,-1 0-1,0 0 0,1-1 1,-1 1-1,0 0 1,1 0-1,-1-1 0,0 1 1,0 0-1,1-1 1,-1 1-1,0 0 0,1-1 1,-1 12 63,0-7-49,1 0 1,-1 0-1,0 0 1,-1 1-1,1-1 1,-1 0-1,1 0 1,-1 0-1,-1 0 1,1 0-1,-3 6 0,-7 7 38,7-11-56,0 0 0,1-1 0,0 1 0,0 0 0,0 1 0,0-1 0,1 0 0,0 1 0,1 0 0,0-1 0,0 1 0,0 0 0,0 9 0,2 18 22,0-19 17,0 1-1,-2-1 1,1 1 0,-2-1 0,-6 27 0,-26 44-214,30-64 158,0 0 0,2 0 0,1 0 0,2 41 1,0-14-9,-1 341-336,0-379 214,-1-1 0,0 1 0,-1-1 0,0 1 0,-1-1 0,0 0 0,-1 0 0,-6 13 0,6-14-233,0 0-1,0 0 1,1 0 0,0 1 0,1-1-1,0 1 1,1 0 0,-1 12 0,2 24-4045,0-14-2068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56.433"/>
    </inkml:context>
    <inkml:brush xml:id="br0">
      <inkml:brushProperty name="width" value="0.2" units="cm"/>
      <inkml:brushProperty name="height" value="0.2" units="cm"/>
      <inkml:brushProperty name="color" value="#004F8B"/>
    </inkml:brush>
  </inkml:definitions>
  <inkml:trace contextRef="#ctx0" brushRef="#br0">1 1403 2872,'2'0'294,"0"0"-1,-1 0 0,1 0 0,0 0 1,0 0-1,0-1 0,0 1 1,-1 0-1,1-1 0,0 1 1,0-1-1,-1 0 0,1 0 1,0 1-1,-1-1 0,1 0 0,-1 0 1,1-1-1,2-1 587,-3 1-587,0 1 1,0-1-1,2-2 0,5-6 286,-7 9-530,0 0-1,0 0 1,-1 1 0,1-1-1,0 0 1,0 1 0,0-1-1,0 1 1,0 0 0,0-1-1,0 1 1,0 0 0,0-1-1,0 1 1,1 0 0,-1 0-1,0 0 1,0 0 0,0 0-1,0 0 1,0 0 0,2 1-1,-1-1-37,-1 0-1,1 0 0,-1 1 0,1-1 0,0 0 0,-1-1 0,1 1 0,-1 0 0,1 0 0,-1-1 0,1 1 0,0-1 0,-1 1 1,0-1-1,1 0 0,-1 1 0,2-2 0,65-54 38,-39 43-26,-17-3-13,-11 14-8,0 1 1,0-1-1,0 1 1,0-1-1,0 1 0,0 0 1,0-1-1,1 1 1,-1 0-1,1 0 0,-1 0 1,0 0-1,1 0 0,0 0 1,-1 0-1,1 0 1,0 1-1,-1-1 0,1 0 1,0 1-1,0 0 1,-1-1-1,1 1 0,0 0 1,0 0-1,2 0 0,-2 0 3,1 0 0,-1 0 0,1-1 0,-1 1 0,1-1 0,-1 0 0,0 1 0,1-1 0,-1 0 0,0-1 0,1 1 0,-1 0 0,0-1 0,0 1 0,0-1 0,0 1 0,2-3 0,26-40 94,-1 2 111,-24 36-172,0 1-1,0-1 1,-1 0-1,1 0 1,-2 0 0,1 0-1,-1-1 1,1 0-1,-2 1 1,1-1-1,2-13 1,1-7 94,1 0 0,18-44 1,8-25 36,-10-6-88,11-116 1,-25 155 81,-6 14-15,-2-72 1,-3 54 225,2 63-336,0-1 0,0 1 0,-1 0 0,0-1 0,0 1 0,0 0 0,0 0 0,-1-1 0,1 1 0,-1 0 0,0 1 0,0-1 0,-1 0 0,1 0 0,-5-3 0,5 4-27,-1-1 0,1 1 0,-1-1 1,1 1-1,0-1 0,0 0 0,1 0 0,-1 0 1,1 0-1,-1 0 0,1 0 0,1 0 0,-1 0 1,1 0-1,-1-6 0,1 9-9,1 0 0,-1-1 0,0 1-1,0-1 1,-1 1 0,1-1 0,0 1 0,0-1 0,-1 1 0,1 0-1,-1-1 1,1 1 0,-1 0 0,1-1 0,-1 1 0,0 0 0,0 0-1,0-1 1,0 1 0,0 0 0,0 0 0,0 0 0,0 0 0,0 0-1,0 0 1,-1 1 0,1-1 0,0 0 0,0 1 0,-1-1-1,1 1 1,-1-1 0,1 1 0,0-1 0,-1 1 0,1 0 0,-1 0-1,-2 0 1,-18-6 20,3-20-10,-2 23 96,1 0-1,-1 1 1,1 1-1,-33 3 1,37-1 19,14-2-109,0 1 0,0 0 0,-1 0 0,1-1 0,0 2 0,0-1 0,0 0 1,-1 0-1,1 1 0,0-1 0,0 1 0,0-1 0,0 1 0,0 0 0,0 0 0,0 0 0,0 0 0,0 0 0,0 1 0,1-1 0,-1 0 0,0 1 0,1 0 0,-1-1 0,1 1 0,0 0 0,0-1 0,-2 4 1,-15 18 180,-27 16-107,25 7-69,5-21-5,11-21-18,1 1 0,0 0 0,0 0 0,1 0 0,0 0 0,-1 0 0,2 1 1,-1-1-1,0 1 0,1-1 0,0 1 0,1 0 0,-1 8 0,-1 78 23,0-35-2,9 106 0,-6-157-15,-1 0 0,2-1 0,-1 1 0,0 0 0,1 0 0,0-1 0,1 1 0,-1-1 0,1 1 0,0-1 0,0 0 0,1 0 0,0-1 0,-1 1 0,1-1 0,1 0 0,-1 0 0,1 0 0,0 0 0,0-1 0,0 0 0,0 0 0,8 4 0,4-2-12,0-1 0,1 0 0,0-1 0,-1 0 0,1-2 0,31-1 0,-37 0-98,1-1 1,-1-1-1,0 0 1,0 0-1,1-1 1,-1-1-1,-1 0 1,1 0-1,18-11 0,-16 6-813,0 0 0,0-1 0,-1 0 0,-1-1 0,1 0 0,-2-1 0,12-15 0,11-19-5959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57.053"/>
    </inkml:context>
    <inkml:brush xml:id="br0">
      <inkml:brushProperty name="width" value="0.2" units="cm"/>
      <inkml:brushProperty name="height" value="0.2" units="cm"/>
      <inkml:brushProperty name="color" value="#004F8B"/>
    </inkml:brush>
  </inkml:definitions>
  <inkml:trace contextRef="#ctx0" brushRef="#br0">0 432 4356,'0'-39'6585,"0"1"-5149,0-20-1424,17 30-24,-17-1 16,17-9-36,0 9-1616,0-10-1156,0 11 179,-17-11 1733,17 1-540,-17 9-676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57.857"/>
    </inkml:context>
    <inkml:brush xml:id="br0">
      <inkml:brushProperty name="width" value="0.2" units="cm"/>
      <inkml:brushProperty name="height" value="0.2" units="cm"/>
      <inkml:brushProperty name="color" value="#004F8B"/>
    </inkml:brush>
  </inkml:definitions>
  <inkml:trace contextRef="#ctx0" brushRef="#br0">0 383 4352,'2'1'7912,"-1"-1"-7909,-1 0-1,0 0 1,1 0 0,-1 0 0,1 0 0,-1 0-1,0 0 1,1 0 0,-1 0 0,1 0 0,-1 0-1,1 0 1,-1 0 0,0-1 0,1 1-1,-1 0 1,0 0 0,1 0 0,-1 0 0,0-1-1,1 1 1,-1 0 0,0 0 0,1-1 0,-1 1-1,0 0 1,1-1 0,-1 1 0,0 0 0,0-1-1,0 1 1,1 0 0,-1-1 0,0 1-1,0-1 1,0 1 0,0-1 0,9-24 7,17 12-2,-7-13-6,18-28 5,-8 35-6,-16-9 3,-11 22-5,0 0 1,1 1-1,-1-1 1,1 1 0,0 0-1,1 0 1,4-6-1,4-3 0,24-30 9,-23 30-3,-11 12-4,0 1 0,-1-1-1,1 0 1,0 1 0,-1-1 0,1 0 0,-1 0 0,0 0-1,1 0 1,0-4 0,1-32 16,-3 37 16,-1-1 0,1 1 0,0 0 0,0 0 0,0 0 0,0-1 0,0 1 0,0 0 0,0 0 0,1-1 0,-1 1 0,0 0 0,1 0 0,-1 0 0,1 0 0,-1 0 0,1 0 0,-1 0 0,1 0 0,0 0 0,0 0 0,-1 0 0,1 0 0,9 2 2020,-19 15-900,-5-4-649,12-11-448,0 0 1,0 0 0,0 1 0,1-1-1,-1 1 1,0-1 0,1 1 0,-1 0-1,1-1 1,-1 1 0,1 0 0,0 0-1,0 0 1,0 0 0,0 0 0,0 0-1,0 0 1,1 1 0,-1-1 0,1 0-1,-1 0 1,1 1 0,0-1 0,0 3-1,1 30 185,0-20-71,0-1-1,-1 1 1,-1-1-1,0 1 0,-1-1 1,-6 24-1,-7-3 74,10-27-208,1 0 0,1 1 0,0-1 0,0 1 0,0 0-1,1 0 1,0 0 0,1 0 0,0 12 0,1 698 25,17-604-134,-9-80-1057,-2-16-2193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1:59.155"/>
    </inkml:context>
    <inkml:brush xml:id="br0">
      <inkml:brushProperty name="width" value="0.2" units="cm"/>
      <inkml:brushProperty name="height" value="0.2" units="cm"/>
      <inkml:brushProperty name="color" value="#004F8B"/>
    </inkml:brush>
  </inkml:definitions>
  <inkml:trace contextRef="#ctx0" brushRef="#br0">105 815 4360,'6'3'1056,"0"0"0,0-1 0,0 1-1,0-2 1,0 1 0,8 1 0,65 0-657,-57-3-153,-20 0-246,0 0 0,0-1 0,0 1 0,0 0 0,0 0 0,0-1 0,0 1 0,0-1 0,-1 0 1,1 1-1,0-1 0,0 0 0,0 0 0,-1 0 0,1-1 0,0 1 0,-1 0 0,1 0 0,-1-1 0,2-2 0,15-9 0,13 9 4,-28 4-3,1 0 1,-1 0-1,0 0 0,0 0 1,0 0-1,0-1 0,1 1 1,-1-1-1,0 0 0,0 0 1,0 0-1,0 0 0,-1-1 1,6-2-1,20-31 16,15-17-9,-28 38-12,0-1 0,-1 0-1,0-1 1,20-34-1,-28 40 48,0-1 0,-1 0-1,0 0 1,-1 0-1,0 0 1,-1-1 0,0 1-1,-1-1 1,0 0 0,-1-15-1,-1-154 1301,0 175-1314,0-1 0,-1 0 0,0 0 0,0 1 1,-1-1-1,0 0 0,0 1 0,-1 0 0,1-1 0,-1 1 0,-8-11 1,-3-9-15,-3-22 85,-17 9-8,27 26-31,7 12-53,-1-1-1,1 1 0,-1 0 1,0 0-1,1-1 1,-1 1-1,0 0 0,0 0 1,0 0-1,1 0 1,-1 0-1,-1 0 0,1 0 1,0 0-1,0 0 1,-2 0-1,-62-11 53,21 2-14,35 7-41,0 0-1,0 1 1,-1 0 0,0 0-1,1 1 1,-1 1 0,1-1-1,-1 2 1,-18 2 0,17 0 6,-1 1 0,0 1 0,1 0 0,0 0 0,0 1 0,1 0 1,0 1-1,0 1 0,0-1 0,1 2 0,0-1 0,-9 13 0,-2 20 23,1-20-19,17-19-13,0 0 0,0 0 1,0 0-1,0 0 0,0 1 1,1-1-1,-1 1 0,1-1 0,-1 1 1,1-1-1,0 1 0,0 0 0,0 0 1,0 0-1,1-1 0,-1 1 0,1 0 1,0 0-1,0 0 0,0 5 0,0-6-1,5 136 95,-4-123-90,1 0 1,0 0-1,2 0 0,-1 0 0,2 0 1,10 22-1,67 101 0,-75-130-6,0 0 0,1 0 0,0 0 0,0-1 0,18 12 0,-14-11 9,-1 1-1,-1-1 1,13 14 0,156 155-18,-69-74 39,-96-91 161,-2 1 0,0 1 0,0 0 0,-2 1 0,1 0 0,-2 0 0,0 1 1,-1 0-1,-1 1 0,0 0 0,-1 0 0,-1 0 0,0 1 0,-2 0 0,0 0 0,-1 0 0,0 27 0,-2 30-167,0-73-26,0 0-1,-1 0 1,1 1-1,0-1 1,-1 0 0,1 0-1,-1 1 1,0-1-1,0 0 1,0 0 0,0 0-1,0 0 1,0 0-1,0 0 1,-1-1 0,1 1-1,-1 0 1,1-1-1,-1 1 1,0-1 0,0 1-1,0-1 1,-3 2-1,-9 9 0,-3 17 31,-17-1 7,30-23-36,1-1 0,-1 0-1,-1 0 1,1 0 0,0-1 0,-1 0 0,0 1-1,0-2 1,0 1 0,0 0 0,0-1 0,0 0-1,-1 0 1,1-1 0,-1 0 0,-5 1 0,-50 15-5,33-10 22,-1-1 0,-1-2 0,1-1 0,0-1-1,-49-3 1,31 1-17,44 0 2,0 0 1,0 0-1,0 1 0,0-2 0,0 1 0,0 0 1,0-1-1,0 1 0,0-1 0,0 0 0,1 0 1,-1 0-1,0 0 0,0-1 0,1 1 0,-1-1 1,1 1-1,-1-1 0,-3-4 0,-33-22 386,29 21-289,4 3-45,1 1-1,-1-1 0,1 0 1,0 0-1,1-1 0,-1 1 1,1-1-1,0 0 0,0-1 1,0 1-1,1-1 0,0 1 1,0-1-1,-3-8 0,-3-5-7,6 14-42,0 0 0,1 0 0,0-1 0,0 1-1,0 0 1,1-1 0,-1 1 0,1-1 0,1 0-1,-1-9 1,-1-79-5,2-82 13,2 154-20,0 0 0,2 0 0,0 1 0,2-1 0,15-38 0,8-2-1502,19-21-5908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11.556"/>
    </inkml:context>
    <inkml:brush xml:id="br0">
      <inkml:brushProperty name="width" value="0.2" units="cm"/>
      <inkml:brushProperty name="height" value="0.2" units="cm"/>
      <inkml:brushProperty name="color" value="#004F8B"/>
    </inkml:brush>
  </inkml:definitions>
  <inkml:trace contextRef="#ctx0" brushRef="#br0">2 694 11125,'0'-7'1635,"0"-3"-1437,-1-7 1538,1 0-1,4-33 1,16 13-198,5 21-1355,-14 1-193,-1 0 1,15-34 0,3-4-60,-1 8-5,10-16 122,50-111 1,-39 71 49,-43 74 28,-6 26-105,0 15 85,1-13-103,0 1 0,0 0-1,-1-1 1,1 1 0,0 0 0,-1-1-1,1 1 1,-1 0 0,1-1 0,-1 1-1,0-1 1,1 1 0,-1-1 0,0 1-1,0-1 1,0 0 0,-1 1 0,1-1-1,0 0 1,0 0 0,-1 0 0,1 0-1,0 0 1,-1 0 0,-1 1 0,1-1 1,0 0 1,0 0-1,0 1 1,0-1-1,1 1 1,-1-1-1,0 1 1,1 0-1,-1-1 1,1 1-1,0 0 1,0 0 0,-1 0-1,1 0 1,0 0-1,1 0 1,-1 0-1,0 1 1,1-1-1,-1 0 1,1 0-1,0 1 1,-1-1-1,1 0 1,1 4 0,-2 2 3,0 0-1,0 0 1,-1 0 0,0-1 0,0 1 0,-1-1 0,0 1 0,0-1 0,-5 8 0,-9 21 15,0 33-2,-17 7-3,17 9-14,2-40-4,9-31-1,1 1 0,1 0 0,0 0 0,1 0 0,0 0 0,0 25 0,2-20 2,-1 0 0,-1 0 0,0-1-1,-13 38 1,10-38 0,0 1 0,2 1-1,0-1 1,-2 42 0,6 127-3,-1-171 1,-1 1 1,0-1 0,-2 1 0,0-1 0,-9 25 0,7-27-1,1 0 1,1 0-1,0 1 1,1 0 0,0 21-1,3 140-724,0-121-2525,0 1-3836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12.640"/>
    </inkml:context>
    <inkml:brush xml:id="br0">
      <inkml:brushProperty name="width" value="0.2" units="cm"/>
      <inkml:brushProperty name="height" value="0.2" units="cm"/>
      <inkml:brushProperty name="color" value="#004F8B"/>
    </inkml:brush>
  </inkml:definitions>
  <inkml:trace contextRef="#ctx0" brushRef="#br0">18 1279 3912,'2'1'4641,"-2"-1"-4584,1 0 0,-1 0 1,1 1-1,-1-1 1,0 0-1,1 0 0,-1 0 1,1 0-1,-1 0 1,0 0-1,1-1 1,-1 1-1,1 0 0,-1 0 1,0 0-1,1 0 1,-1 0-1,1-1 0,-1 1 1,0 0-1,1 0 1,-1-1-1,0 1 0,0 0 1,1 0-1,-1-1 1,0 1-1,1 0 1,-1-1-1,0 1 0,0 0 1,0-1-1,1 1 1,-1 0-1,0-1 0,0 1 1,0-1-1,2-9 751,-2 9-785,0 0 0,0 0 0,0 1 0,0-1 0,0 0 0,0 0 0,0 0 0,0 1 0,0-1 0,0 0 0,1 0 0,-1 1 0,0-1 0,1 0 0,-1 0 0,0 1 0,1-1 0,-1 0 0,1 1 0,-1-1 0,1 0 0,-1 1 0,1-1 0,0 1 0,-1-1 0,1 1 0,0-1 0,-1 1 0,1 0 0,0-1 0,0 1 0,-1 0 0,1 0 0,0-1 0,0 1 0,-1 0 0,1 0 0,1 0 0,-1 0-13,0 0-1,0 0 1,0 0 0,0 0-1,0-1 1,0 1 0,0 0-1,0 0 1,0-1-1,0 1 1,0-1 0,0 1-1,0-1 1,0 1 0,0-1-1,0 1 1,0-1-1,0 0 1,-1 0 0,1 1-1,0-1 1,-1 0 0,1 0-1,0 0 1,-1 0-1,1 0 1,-1 0 0,0 1-1,1-1 1,0-2 0,-1 2 10,0 0 0,1 0 0,-1 0 1,0 0-1,1 0 0,-1 0 1,1 0-1,-1 0 0,1 0 1,0 0-1,-1 0 0,1 1 1,0-1-1,0 0 0,-1 1 1,1-1-1,0 0 0,0 1 0,0-1 1,0 1-1,0-1 0,0 1 1,0 0-1,0-1 0,0 1 1,0 0-1,0 0 0,0-1 1,0 1-1,2 0 0,-1 0 7,-1 0 0,0 0 0,1 0 0,-1-1 0,0 1 0,1-1 0,-1 1 0,0-1 0,0 1 0,1-1 0,-1 0 0,0 0 0,0 1 0,0-1 0,0 0 0,0 0 0,0 0 0,0 0 0,0 0 0,-1 0 0,1-1 0,0 1 0,-1 0 0,1 0 0,0-3 0,5-6 111,24-22 182,43-54 306,-34 39-419,-28 35-152,-1 0 0,18-27 0,22-42-34,-27 47 1,-1-1 0,-2 0 1,-2-2-1,-1 0 0,17-57 0,-28 73-10,2-8 16,-2 1 1,0-1-1,2-58 1,-8-122 205,0 202-198,0 0-1,-1 1 0,0-1 0,0 0 1,-1 1-1,1-1 0,-2 1 0,1-1 1,-1 1-1,0 0 0,0 0 0,0 0 1,-5-6-1,-3-5-20,1 1-3,9 12-9,-1 0 1,0 0-1,-1 0 0,1 1 1,0-1-1,-1 1 1,0 0-1,0-1 0,0 2 1,0-1-1,-1 0 1,1 0-1,-4-1 1,5 3-3,1 0 1,0 1-1,0-1 1,0 1 0,-1-1-1,1 1 1,0-1 0,-1 1-1,1 0 1,0 0-1,-1 0 1,1-1 0,0 1-1,-1 1 1,-1-1 0,-24-1-105,-1-1 353,0 1-1,-35 4 1,59-3-203,-1 1 0,1-1 0,-1 1 0,1-1 0,0 1 0,-1 1 0,1-1 0,0 1 0,0-1 0,0 1 0,0 0 0,0 1 0,0-1 0,0 1-1,1-1 1,-1 1 0,1 0 0,0 1 0,0-1 0,0 0 0,-5 8 0,4 3 51,3-10-70,0-1 1,0 1-1,0-1 1,-1 0-1,1 1 1,-1-1-1,0 0 1,-3 4-1,-52 49 413,32 3-143,-21 7-142,34-21-92,7-23-30,-5 13 37,6-21 15,0-1 0,1 1 0,0 0 0,1 0 0,0 16 0,2 178 158,0-206-244,0 0 0,1 0 0,-1 0 0,0 1 0,1-1 0,0 0 0,-1 0 0,1 0 0,0-1 0,0 1 0,0 0 0,0 0 0,0 0 0,1-1-1,-1 1 1,1 0 0,-1-1 0,1 0 0,-1 1 0,1-1 0,0 0 0,0 0 0,-1 0 0,1 0 0,0 0 0,0 0 0,0 0 0,0-1 0,0 1 0,0-1 0,4 1 0,10 2 0,1-2 0,-1 0 0,24-1 0,-15-1 1,-15 0 0,1 0-1,-1 0 0,1-2 0,-1 1 1,0-1-1,0-1 0,9-4 1,4-1-4,28-5 2,0-18 1,0 14-186,-40 11-242,-1-1 0,0-1 0,12-13 0,-11 11-987,-1 1-1,1 0 0,21-13 1,-13 10-2279,-2-27-2454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13.755"/>
    </inkml:context>
    <inkml:brush xml:id="br0">
      <inkml:brushProperty name="width" value="0.2" units="cm"/>
      <inkml:brushProperty name="height" value="0.2" units="cm"/>
      <inkml:brushProperty name="color" value="#004F8B"/>
    </inkml:brush>
  </inkml:definitions>
  <inkml:trace contextRef="#ctx0" brushRef="#br0">291 489 3704,'-5'-4'466,"0"-1"0,1 1 0,0-1 1,0-1-1,0 1 0,0 0 0,1-1 0,0 0 0,0 1 0,1-1 0,0-1 0,0 1 0,0 0 0,0 0 0,1-1 0,0 1 0,1-1 0,-1-6 0,-1-43 475,0 31-465,2-1 0,0 1 0,1 0 0,5-27 0,-6 50-468,1 1 0,-1 0 0,0 0 0,1-1-1,-1 1 1,1 0 0,-1 0 0,1 0 0,0-1 0,-1 1 0,1 0-1,0 0 1,0 0 0,0 0 0,0 0 0,0 1 0,0-1 0,2-1-1,16-16 69,-4 1-68,-3 1 52,2 1 0,28-25 0,-11 27 195,-15 3-88,-15 8-147,1 1 0,0-1 0,0 1 0,0 0 0,0 0 0,0 0 0,0 0 0,0 0 0,0 0 0,1 1 1,-1-1-1,0 1 0,0-1 0,1 1 0,-1 0 0,3 0 0,111 0 770,-113 0-691,0 1-1,0-1 1,-1 1 0,1-1 0,0 1 0,-1 0 0,1 0 0,-1 0 0,1 1 0,-1-1 0,0 0 0,1 1-1,-1 0 1,0-1 0,0 1 0,0 0 0,0 0 0,0 0 0,-1 1 0,1-1 0,-1 0 0,1 0-1,1 6 1,0-2-72,0 0 0,-1 0-1,0 1 1,0-1-1,-1 1 1,1-1-1,-2 1 1,2 8 0,-2 175-4,-1-184-23,1-1 0,-1 1 1,0 0-1,0-1 0,0 1 1,-1-1-1,0 1 0,0-1 0,0 0 1,-1 1-1,0-1 0,-5 7 1,-8 17-1,-4 30-8,-25 5 12,22-3 3,13-47-7,0 0 0,-1-1 1,-18 18-1,-19 21-1,-91 130 1,99-127 1,33-37-1,6-14 0,0-1 0,0 0 0,0 0 0,-1 0 0,0 0 0,1 0 0,-1 0 0,-3 3 0,-52 42-1,32-1-3,-21-7 6,26-4-6,4-18 4,13-16 0,1 0 0,0 0 0,0 0 1,0 0-1,0 1 0,0-1 0,1 0 0,-1 1 1,1 0-1,0-1 0,-1 1 0,1 0 0,0-1 1,1 1-1,-1 0 0,0 0 0,1 0 0,0 0 1,0 0-1,-1 0 0,2 4 0,-1 29-4,6-34 8,13-1-4,-7 0-1,-1 0 0,0-1 1,0-1-1,0 1 0,1-2 1,14-3-1,-8-4 1,-14 7 0,-1 0 1,1 0-1,0 1 0,0-1 0,0 1 1,0-1-1,0 1 0,0 1 1,0-1-1,7 0 0,24 1 43,-5-1 46,0 1-1,0 1 1,0 2-1,-1 1 1,40 10-1,225 94 1610,-179-64-1678,-68-35-2957,-19-9-2294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14.740"/>
    </inkml:context>
    <inkml:brush xml:id="br0">
      <inkml:brushProperty name="width" value="0.2" units="cm"/>
      <inkml:brushProperty name="height" value="0.2" units="cm"/>
      <inkml:brushProperty name="color" value="#004F8B"/>
    </inkml:brush>
  </inkml:definitions>
  <inkml:trace contextRef="#ctx0" brushRef="#br0">359 575 4996,'0'-1'231,"0"-1"0,0 0 0,0 1 0,0-1-1,0 0 1,-1 1 0,1-1 0,0 0-1,-1 1 1,1-1 0,-1 1 0,0-1-1,0 1 1,1-1 0,-1 1 0,0-1-1,0 1 1,0 0 0,-1 0 0,1-1-1,0 1 1,0 0 0,-1 0 0,-1-1-1,2 1-164,0 1-1,0-1 0,0 0 1,0 1-1,0-1 0,0 0 0,0 0 1,0 0-1,1 0 0,-1 1 0,0-1 1,1 0-1,-1 0 0,1 0 0,-1-1 1,1 1-1,-1 0 0,1 0 1,0 0-1,-1 0 0,1 0 0,0 0 1,0-1-1,0 0 0,0-3-54,-12-1 77,-53-31 1933,23 13 1149,33 24-2113,-25 0-104,25 0-177,1 2-760,3-2-13,3 0-2,1 0-1,-1 0 0,1 0 1,0 0-1,-1 0 1,1 0-1,-1 0 1,1 1-1,0-1 1,-1 1-1,1-1 1,0 1-1,-1-1 0,1 1 1,0-1-1,0 1 1,-1 0-1,1 0 1,0 0-1,0 0 1,0 0-1,0 0 0,0 0 1,0 0-1,1 0 1,-1 0-1,0 1 1,0-1-1,1 0 1,-1 0-1,1 1 1,-1-1-1,1 0 0,-1 3 1,1-1-1,0-1-1,0 0 1,0 0 0,-1 0 0,1 0-1,-1 1 1,1-1 0,-1 0 0,0 0-1,0 0 1,0 0 0,0-1 0,0 1-1,0 0 1,-1 0 0,1-1-1,-1 1 1,1 0 0,-1-1 0,1 0-1,-1 1 1,-2 0 0,2 0 0,0-1 0,0 1 0,0-1 0,0 1 0,0 0 1,1 0-1,-1 0 0,1 0 0,-1 0 0,1 0 0,0 0 0,0 1 0,0-1 1,0 0-1,0 1 0,0-1 0,0 1 0,1-1 0,0 1 0,-1-1 0,1 1 0,0 2 1,0 366-3,0-362 3,1-1-1,-1 1 1,2-1 0,-1 0-1,1 1 1,0-1-1,1 0 1,0 0 0,0 0-1,1-1 1,0 1-1,0-1 1,1 0 0,0 0-1,0 0 1,1-1-1,0 0 1,0 0 0,0 0-1,0-1 1,15 9-1,-7-6 3,0 0-1,0-2 0,1 1 0,0-2 0,1 0 0,-1-1 0,1-1 1,-1 0-1,1-1 0,29 0 0,-5 0-9,-27-1 7,-1 0 0,1-1 0,0 0-1,-1-1 1,1-1 0,24-5 0,14-19 8,1 12-5,-1-18 1,0 14-5,-22-4 6,-1-1 0,0-1 0,-2-2 1,28-35-1,-49 54-2,10-8 29,-1-2 0,-1 1 0,-1-2 0,-1 0-1,0 0 1,-1-1 0,-1 0 0,-1-1 0,0 0-1,-2 0 1,0-1 0,-2 0 0,0 0 0,2-34 0,-6-192 172,-1 240-204,1 0 0,-1 0 0,0 1 0,-1-1 1,1 0-1,-1 1 0,0 0 0,-1-1 0,0 1 1,0 0-1,-5-8 0,-8-15 14,-4-27 468,8 42-168,0 0-1,-1 1 0,-1 1 0,0 0 1,-1 1-1,0 0 0,-1 1 1,-29-13-1,-9 10 471,30 4-354,15 5-172,0 0-1,-1 0 1,1 2-1,-1-1 1,0 1-1,0 0 1,-18 0-1,14 2-204,0 1 0,0 1-1,0 0 1,0 1 0,0 1-1,1 0 1,0 0 0,-1 1-1,2 1 1,-1 0 0,1 1 0,0 1-1,0 0 1,1 0 0,-13 13-1,-10 12-77,2 3 0,2 0 0,-31 49 0,46-64 62,-7 15-828,1 0-1,2 1 1,-25 70-1,33-78-178,-17 52-1522,8 41 651,-26 1-1163,42-105 1961,1 0 0,1 0 0,0 0 1,2 28-1,0 77-6347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33.224"/>
    </inkml:context>
    <inkml:brush xml:id="br0">
      <inkml:brushProperty name="width" value="0.2" units="cm"/>
      <inkml:brushProperty name="height" value="0.2" units="cm"/>
      <inkml:brushProperty name="color" value="#004F8B"/>
    </inkml:brush>
  </inkml:definitions>
  <inkml:trace contextRef="#ctx0" brushRef="#br0">0 509 5352,'7'-6'6950,"25"-19"-2977,-14 11-4114,-1-2 0,0 0 0,26-32 0,-23 17 134,133-185 54,-134 188-19,-15 22-20,-1 1 0,1-1 1,0 1-1,0 0 0,0 0 0,1 0 0,0 1 0,0 0 1,9-7-1,12-8 100,-26 19-109,0 0 0,1 0 0,-1-1 0,0 1 0,1 0 1,-1 0-1,0-1 0,1 1 0,-1 0 0,0-1 0,1 1 0,-1 0 0,0-1 1,0 1-1,0-1 0,1 1 0,-1 0 0,0-1 0,0 1 0,0-1 0,0 1 1,0-1-1,0 1 0,0 0 0,0-1 0,0 1 0,0-1 0,0 0 0,1-21 140,0 43 155,-1-9-245,-1-1 0,0 0 0,0-1 0,-1 1 0,-3 12 0,-29 41 35,19 4-35,-7 9 16,8 8 13,-63 104 12,68-170-112,8-16 24,-1 0 1,1 1-1,0-1 1,0 1 0,0-1-1,0 1 1,1 0-1,0-1 1,-1 1 0,2 5-1,-1 5-23,-1 0-1,0 0 0,-6 27 1,-9 10-179,11-35 7,-1 1-1,2-1 1,0 1 0,1 0-1,-1 30 1,4-39 49,0 0 0,0 0 0,-1 0 0,0 1 0,0-1-1,-5 15 1,-14 11-676,18-30 658,-1-1 0,0 1 0,1 0 0,0 0 0,0 0 0,0 1 0,1-1 0,0 0 0,-1 1 0,1-1 0,1 0 0,-1 1 0,1 0 0,-1 4 0,1 49-2317,0-1-1359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34.102"/>
    </inkml:context>
    <inkml:brush xml:id="br0">
      <inkml:brushProperty name="width" value="0.2" units="cm"/>
      <inkml:brushProperty name="height" value="0.2" units="cm"/>
      <inkml:brushProperty name="color" value="#004F8B"/>
    </inkml:brush>
  </inkml:definitions>
  <inkml:trace contextRef="#ctx0" brushRef="#br0">1 1344 5845,'0'0'4980,"3"-6"-4877,-3 4-21,1 0 0,0 0 0,0 0 0,0 1 0,0-1 0,0 0 0,0 1 0,1-1 0,-1 1 0,0-1 0,1 1 0,-1-1 0,1 1 0,3-2 0,-1 1 227,1 1 0,-1 0 0,1 0 0,-1 0 0,1 1 1,-1 0-1,9 0 0,-10 0-243,1-1 0,-1 1 1,0-1-1,0 1 0,0-1 0,0 0 1,0 0-1,0 0 0,0-1 1,0 1-1,4-4 0,-4 3-24,0 0 0,0 0 0,0 1 0,0 0 0,0-1 0,0 1 0,1 0 0,-1 0 0,0 1 0,1-1 0,5 0 0,-7 1-33,0 0 0,0 0-1,0 0 1,-1 0 0,1 0 0,0-1-1,0 1 1,-1 0 0,1-1 0,0 0-1,-1 1 1,1-1 0,-1 0 0,1 0-1,-1 0 1,1 0 0,-1 0 0,1 0-1,-1 0 1,0-1 0,0 1 0,0 0-1,0-1 1,2-2 0,14-15 37,23 2 140,-12-28 69,-10 23-151,34-33-1,6-7-83,-27 23-1,-1-1 1,-2-1-1,-2-2 1,-2 0 0,-2-2-1,-2-1 1,-2 0-1,-2-1 1,11-51-1,-21 67 11,4-14-47,-3 0 1,4-73 0,-9 67 28,-1 33-10,0 0 0,-1-1 1,-1 1-1,0-1 1,-7-28-1,-15 0-32,22 43 30,0 1 0,-1-1 0,0 0 1,0 0-1,0 1 0,0-1 0,-1 1 0,1 0 0,-1 0 0,0 0 1,0 0-1,0 0 0,0 1 0,0-1 0,-1 1 0,1 0 0,-7-3 1,0-1-8,9 5 5,-1 1 0,1-1 0,0 0 0,-1 1 0,1-1 0,-1 0 0,1 1 1,0 0-1,-1-1 0,1 1 0,-1 0 0,1 0 0,-1 0 0,1 0 0,-4 0 0,-57 0 24,60 0-23,0-1 0,0 1 1,1 0-1,-1 0 1,0 0-1,0 0 1,0 0-1,0 0 1,0 0-1,1 1 0,-1-1 1,0 1-1,0-1 1,1 1-1,-1 0 1,0-1-1,1 1 1,-3 2-1,-17 11 28,-36 15 37,32 7 49,5-18-51,17-16-55,1-1 0,-1 2 0,0-1 0,1 0 0,-1 1 0,1-1 0,0 1 0,0-1 0,0 1 0,0 0 0,0 0 0,1 0 1,-1 0-1,1 1 0,0-1 0,0 0 0,0 0 0,0 1 0,1-1 0,-1 0 0,1 1 0,0 4 0,0-2-1,-1 0 0,0-1 0,1 1 0,-2-1 0,1 1 0,-1 0 0,0-1 0,0 0 0,0 0 0,-1 1 0,1-1 0,-8 8 0,-5 12 14,14-20-16,-1 0 1,1-1-1,0 1 1,0 0-1,0 0 1,1 0-1,0 0 1,0 0-1,0 0 1,1 0-1,-1 0 1,1 0-1,1 0 1,-1-1-1,3 7 1,0 6 20,-3-10-25,0-1 0,1 1 0,-1 0 0,2-1 0,-1 1 0,1-1 0,0 1 0,0-1 0,0 0 0,1 0 0,0-1 0,0 1 0,1-1 0,0 0 0,0 0 0,0 0 0,0-1 0,10 6 0,-12-8-103,0 0 0,0-1 0,1 1-1,-1-1 1,1 0 0,-1 0 0,1 0-1,-1-1 1,1 1 0,0-1-1,-1 0 1,1 0 0,4 0 0,-3 0-208,0 0 0,0 0-1,0 0 1,0 1 0,0 0 0,0 0 0,6 2 0,-2 3-506,-8-4 655,0-1-1,0 0 0,0 0 0,1 0 0,-1 0 1,0 0-1,0 0 0,1 0 0,-1 0 1,1-1-1,-1 1 0,1 0 0,-1-1 0,1 1 1,-1-1-1,1 0 0,-1 1 0,1-1 1,0 0-1,-1 0 0,1 0 0,0 0 0,-1 0 1,1-1-1,-1 1 0,1 0 0,-1-1 1,1 1-1,1-1 0,28-31-4801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35.561"/>
    </inkml:context>
    <inkml:brush xml:id="br0">
      <inkml:brushProperty name="width" value="0.2" units="cm"/>
      <inkml:brushProperty name="height" value="0.2" units="cm"/>
      <inkml:brushProperty name="color" value="#004F8B"/>
    </inkml:brush>
  </inkml:definitions>
  <inkml:trace contextRef="#ctx0" brushRef="#br0">1 431 4044,'5'1'6909,"-3"-1"-6875,0 1-1,-1-1 1,1 0-1,0 0 1,0 0 0,0 0-1,-1-1 1,1 1-1,0-1 1,-1 1 0,1-1-1,0 1 1,-1-1-1,4-1 1,15-18 47,-19 20-80,2-1 3,0-1 0,0 1 1,0-1-1,0 0 0,0 0 0,0 0 0,0 0 0,-1-1 1,1 1-1,-1-1 0,0 1 0,1-1 0,-1 0 1,-1 0-1,1 0 0,0 0 0,-1 0 0,2-4 0,1-1 18,0 1 0,1 0 0,0 0 0,0 0 0,0 0-1,1 1 1,13-11 0,-13 12-15,0-1 1,0 0-1,-1 1 0,0-2 1,0 1-1,0-1 0,6-13 1,-1 0 108,0 1 1,1 0-1,24-30 1,-32 44-76,-1 1 1,1-1 0,-1 0 0,0 0-1,-1 0 1,1-1 0,0-4-1,-1 6-13,-1 1 0,1-1 0,0 0 0,0 1 0,1-1 0,-1 1-1,1 0 1,0 0 0,-1-1 0,1 1 0,4-3 0,-5 4 81,1 0 1,0 0-1,-1-1 1,1 1-1,-1 0 0,0 0 1,1-1-1,-1 1 1,0 0-1,-1-1 0,1 0 1,1-2 962,-2 14-556,0-8-485,-1 1 0,1 0 0,0 0 0,-1 0 1,1-1-1,-1 1 0,1 0 0,-1 0 0,0-1 0,0 1 0,0-1 0,0 1 0,0-1 0,0 1 0,0-1 0,-1 0 0,1 1 0,0-1 0,-1 0 0,1 0 0,-1 0 0,1 0 0,-3 1 0,-14 14 320,16-12-292,1 1 0,-1-1 0,1 0 0,0 1 0,0-1 0,0 0 0,1 1 0,0-1 0,-1 1 0,2 5 0,-1-3-20,0 0-1,0 0 1,-1 0-1,0 0 1,0 0-1,-4 11 1,-5 8 11,4-13-30,0 1 0,2-1 0,-1 1 0,2 0-1,0 0 1,1 0 0,-2 22 0,5 4-1,0-22-19,0 0 1,-2 0 0,0 0 0,-1 0 0,-5 18-1,-8 10-37,9-29-127,1-1 0,0 1 1,1 0-1,1 0 0,-2 32 0,5 119-3239,0-59-2871,0-68 489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2:36.478"/>
    </inkml:context>
    <inkml:brush xml:id="br0">
      <inkml:brushProperty name="width" value="0.2" units="cm"/>
      <inkml:brushProperty name="height" value="0.2" units="cm"/>
      <inkml:brushProperty name="color" value="#004F8B"/>
    </inkml:brush>
  </inkml:definitions>
  <inkml:trace contextRef="#ctx0" brushRef="#br0">409 690 3404,'0'0'34,"0"4"376,-1 0 0,1 0-1,0 0 1,0-1-1,0 1 1,1 0-1,-1 0 1,1-1-1,0 1 1,0 0-1,1-1 1,-1 1-1,1-1 1,-1 1-1,4 4 1,-2-7-330,-1 0 0,1 0-1,0 0 1,-1 0 0,1-1 0,0 1 0,-1-1-1,1 0 1,0 0 0,0 0 0,-1 0 0,1 0-1,0 0 1,3-2 0,7 1 133,-8 1-191,-1-1-1,1 1 1,-1-1-1,1-1 1,-1 1 0,0 0-1,1-1 1,-1 0-1,0 0 1,6-5 0,-1 2-7,-2 0 1,0 0 1,0-1-1,0 0 1,0 0-1,-1-1 1,0 0-1,-1 0 0,1 0 1,7-16-1,1 2-10,-3 3 29,0-1-1,-1 1 1,-1-2-1,-1 1 1,-1-1-1,0 0 1,6-40-1,-7 6 97,0-103-1,-5 135-130,0 16 1,0 1-1,0-1 0,-1 0 0,0 0 0,0 0 1,-1 0-1,0 0 0,0 0 0,0 0 1,-1 0-1,1 0 0,-1 1 0,-4-8 0,-40-27 4,36 25 0,10 14-4,-1-1 1,1 1-1,-1 0 1,0 0-1,0-1 1,0 1-1,0 0 1,0 0-1,0 0 1,0 0-1,0 0 1,0 0-1,0 1 1,-2-2-1,-54-11 11,28-13 12,21 24 29,0 1 1,-1 0-1,1 0 0,-1 1 1,0 0-1,1 0 1,-1 1-1,1 0 0,-1 0 1,1 1-1,0 1 0,0-1 1,0 1-1,0 0 0,0 1 1,0 0-1,-13 9 0,-1 18 324,5-17-270,14-12-92,0-1 0,0 1 0,0 1 0,1-1 0,-1 0 0,1 1 0,-1-1 0,1 1 0,0 0-1,0 0 1,1 0 0,-1 0 0,0 0 0,1 0 0,0 0 0,0 1 0,0-1 0,0 0 0,0 1 0,0-1-1,1 1 1,0 6 0,0 381 554,1-374-503,2 0 1,0 0-1,1 0 0,0-1 1,2 1-1,0-1 1,0-1-1,2 1 1,9 14-1,13 32 326,-18-38-35,1-1 0,29 39 0,7 11-50,-46-69-302,28 46 342,-2 1 0,-2 1 0,-3 1 0,33 102 0,-53-139-301,5 15-40,-2-1-1,-2 1 1,4 51-1,-7-45 124,-1-27-126,0-1 1,0 1-1,-1-1 1,0 1-1,-1-1 1,0 1-1,0-1 1,-1 0-1,0 0 1,-5 12-1,-20 3 4,20-20-11,4-1-3,0-1 0,-1 1 0,1-1 0,-1 0 0,0-1 0,1 1 0,-1-1 1,0 1-1,0-1 0,0 0 0,0 0 0,0-1 0,-1 1 0,1-1 0,0 0 0,-6-1 0,-10 1-18,-2 2-97,-1-2 0,-41-3 0,53 1 131,1 0-1,-1-1 1,1 0 0,0-1-1,0 0 1,0 0 0,-16-11-1,-20-15-23,1-1 0,-41-39 0,72 58 9,1 0 0,1-2-1,0 1 1,1-1 0,0-1-1,1 0 1,1 0 0,0-1-1,-11-31 1,0-33-67,0 39 61,14 33 14,1-1 1,1 0-1,0-1 0,0 1 0,1-1 0,0 0 0,1 0 1,0 0-1,0 0 0,0-17 0,2-125-778,0 5-4710,0 103 471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41.038"/>
    </inkml:context>
    <inkml:brush xml:id="br0">
      <inkml:brushProperty name="width" value="0.2" units="cm"/>
      <inkml:brushProperty name="height" value="0.2" units="cm"/>
      <inkml:brushProperty name="color" value="#004F8B"/>
    </inkml:brush>
  </inkml:definitions>
  <inkml:trace contextRef="#ctx0" brushRef="#br0">0 301 10277,'7'19'6710,"-5"-18"-6419,18-1 1416,-15-2-1746,0 0 1,0 0 0,0-1-1,-1 0 1,1 0 0,6-5-1,26-21 86,6-8 49,0-4-39,-32 31-61,-1 0 0,0 0 0,12-17 0,14-29 86,16-21 673,-56 85 1022,-3 1-1310,1 1 0,0 0 0,0 1 1,-5 14-1,-9 17 185,-2 6-631,2 1 0,3 1-1,-14 62 1,15-53-24,7-24-3,-4 50-1,2-13 9,1-21-5,4-24-80,1 0 0,1 0 0,0 28 0,3-20-627,-11 60-1,6-61-1210,-1 57 1,7 86-7836,0-140 2358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42.676"/>
    </inkml:context>
    <inkml:brush xml:id="br0">
      <inkml:brushProperty name="width" value="0.2" units="cm"/>
      <inkml:brushProperty name="height" value="0.2" units="cm"/>
      <inkml:brushProperty name="color" value="#004F8B"/>
    </inkml:brush>
  </inkml:definitions>
  <inkml:trace contextRef="#ctx0" brushRef="#br0">132 656 4988,'22'-1'7483,"-19"0"-7373,-1 1 1,1-1 0,-1 0-1,1 0 1,-1 0-1,1 0 1,-1 0 0,0 0-1,1-1 1,-1 1-1,3-4 1,22-1 94,-4-8-233,15-13-108,-23 13 118,-1-1-1,-1-1 1,0-1 0,-1 1-1,-1-2 1,-1 0-1,0 0 1,-1-1-1,-1 0 1,-1 0 0,-1-1-1,0 0 1,-2 0-1,0 0 1,-1-1-1,0-25 1,-3 39 23,1 0 1,-1-1-1,0 1 1,0 0-1,-1-1 1,0 1-1,0 0 1,-1 0-1,0 0 0,0 0 1,-1 0-1,1 0 1,-2 1-1,1-1 1,-1 1-1,-6-9 1,-10-10-7,15 18 14,0-1 0,0 1 0,-1 0 0,0 1 0,0-1 0,-1 1-1,0 0 1,0 1 0,-1 0 0,1 0 0,-1 0 0,0 1 0,-10-4 0,-1 3 212,-1 1 0,0 0 0,0 2 0,0 0-1,-29 2 1,46 0-144,-1 0 0,0 0 0,0 0 0,1 1 0,-1 0 0,0-1-1,1 2 1,-1-1 0,1 0 0,-1 1 0,1-1 0,0 1 0,-1 0 0,1 0-1,0 0 1,0 0 0,0 1 0,1 0 0,-1-1 0,1 1 0,-1 0-1,1 0 1,0 0 0,0 0 0,0 1 0,0-1 0,1 0 0,0 1-1,-1-1 1,1 1 0,0 0 0,1-1 0,-1 1 0,1 0 0,-1-1-1,1 6 1,-1 50 24,3 72 481,-1-118-545,1 1-1,0-1 1,2 0-1,-1 0 1,1 0 0,1 0-1,10 18 1,11 15 41,38 48-1,-53-79-66,1-1 0,0 0-1,1-1 1,0-1-1,1 0 1,30 20-1,113 51-16,78 59 208,-185-117-167,-44-23-22,1 0 0,-1 1 0,0 0 0,0 0 0,0 0-1,-1 1 1,9 6 0,-6 0 5,0-1 0,0 1 0,-1 0 1,0 1-1,-1-1 0,0 1 0,-1 1 0,0-1 0,0 1 0,-1 0 0,-1 0 1,0 0-1,-1 0 0,0 0 0,-1 1 0,0-1 0,-2 19 0,1-23-20,-1-1-1,1 1 1,-1-1-1,-1 1 1,1-1 0,-1 0-1,-1 1 1,1-1-1,-1 0 1,0-1 0,-1 1-1,0 0 1,-8 10-1,5-8-35,-1-2 0,0 1 0,0-1 1,-1 0-1,0 0 0,0-1 0,-1 0 0,-16 7 0,2-4 73,-1 0 0,0-2 0,0-1 0,0 0 0,-1-2 0,0-1 0,-34-1 0,40-3 119,0-1-1,1-1 1,-1-1 0,-35-12-1,-20-3 599,64 17-702,0-1 1,0 0-1,0 0 0,0-1 1,1-1-1,-1 0 0,1 0 1,0-1-1,1 0 1,0 0-1,0-1 0,0-1 1,0 1-1,1-2 0,1 1 1,-11-14-1,7 6-88,1 1 0,0-1-1,1-1 1,0 0 0,2 0-1,0 0 1,-7-27 0,7 15-9,2 0 0,0 0 1,0-58-1,5 60-636,2 1 1,0-1-1,2 1 0,11-42 1,-9 48-1645,2 1-1,0 0 1,17-31 0,1 6-6828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51.398"/>
    </inkml:context>
    <inkml:brush xml:id="br0">
      <inkml:brushProperty name="width" value="0.2" units="cm"/>
      <inkml:brushProperty name="height" value="0.2" units="cm"/>
      <inkml:brushProperty name="color" value="#004F8B"/>
    </inkml:brush>
  </inkml:definitions>
  <inkml:trace contextRef="#ctx0" brushRef="#br0">94 0 1100,'16'3'7050,"-50"-1"-4920,3 1-1670,-2-1-2725,21-4 499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52.088"/>
    </inkml:context>
    <inkml:brush xml:id="br0">
      <inkml:brushProperty name="width" value="0.2" units="cm"/>
      <inkml:brushProperty name="height" value="0.2" units="cm"/>
      <inkml:brushProperty name="color" value="#004F8B"/>
    </inkml:brush>
  </inkml:definitions>
  <inkml:trace contextRef="#ctx0" brushRef="#br0">1 337 5420,'35'-31'5170,"-35"31"-5133,1-1-1,-1 1 1,1-1 0,-1 1-1,1-1 1,-1 1-1,1 0 1,-1 0 0,1-1-1,0 1 1,-1 0-1,1 0 1,0-1-1,-1 1 1,1 0 0,-1 0-1,1 0 1,0 0-1,-1 0 1,1 0-1,0 0 1,-1 0 0,1 0-1,0 1 1,-1-1-1,1 0 1,0 0 0,0 1 16,0-1 1,0 0 0,-1 0 0,1 1-1,0-1 1,-1 0 0,1 0 0,0 0-1,0 0 1,-1 0 0,1 0 0,0 0-1,0 0 1,-1-1 0,1 1 0,0 0 0,0 0-1,-1-1 1,1 1 0,0 0 0,-1-1-1,2 0 1,0 0 154,0-1 0,-1 1-1,1 0 1,1 0 0,-1-1 0,0 1 0,0 1-1,0-1 1,1 0 0,-1 0 0,0 1-1,1-1 1,-1 1 0,0 0 0,1 0 0,-1 0-1,0 0 1,6 1 0,-6-2-158,0 1 0,0-1 1,0 0-1,0 0 0,0 0 0,0 0 1,0 0-1,0-1 0,0 1 0,0 0 1,-1-1-1,1 0 0,2-2 0,16-13 87,-8 8-49,-1-1 1,0 0-1,0 0 0,-1-1 1,-1-1-1,0 1 1,0-1-1,13-26 0,23-31 930,-11 14 437,-34 54-1425,0 1 0,0 0 0,0 0 0,0 0 1,0 0-1,0-1 0,0 1 0,0 0 1,0 0-1,1-2 363,-1 2-363,1 0 0,-1 0 0,0 0 1,0 0-1,0 0 0,0-1 0,0 1 1,1 0-1,-1 0 0,0 0 0,0 0 0,0 0 1,0 0-1,1 0 0,-1 0 0,0 0 1,0 0-1,0 0 0,1 0 0,-1 0 0,0 0 1,0 0-1,2 2 363,-2-2-363,0 0 0,0 0 0,0 0 1,0 1-1,0-1 0,0 0 0,1 0 1,1 11 781,-2-8-733,-1-1 0,1 0-1,0 1 1,-1-1 0,0 0 0,0 0-1,1 1 1,-1-1 0,-1 0 0,1 0-1,0 0 1,0 0 0,-1 0 0,1 0-1,-3 1 1,-8 15 368,7-7-170,1 0 1,0 1-1,0-1 0,-3 24 1,-9 30 262,-13-7-304,24-39-165,0 0 0,2 1 0,0 0 0,-1 33 0,3-27-47,-1-1 0,-7 33 0,-20 34-56,14 2 3,-14 1 30,14 2 7,-14 1-28,0 79 20,25-106-384,-1 6-1029,-3-40 318,4-22 212,1 0-1,0 0 1,-1 25 0,4 8-3241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53.104"/>
    </inkml:context>
    <inkml:brush xml:id="br0">
      <inkml:brushProperty name="width" value="0.2" units="cm"/>
      <inkml:brushProperty name="height" value="0.2" units="cm"/>
      <inkml:brushProperty name="color" value="#004F8B"/>
    </inkml:brush>
  </inkml:definitions>
  <inkml:trace contextRef="#ctx0" brushRef="#br0">3 1129 5997,'3'4'645,"1"0"1,0-1-1,0 0 1,0 0-1,0 0 1,0 0 0,1 0-1,-1-1 1,9 3-1,-8-3-286,1 0-1,-1-1 1,1 0-1,-1 0 1,1-1-1,0 1 1,10-2-1,-9 0-195,0 0 0,0 0 0,0-1 0,0 0 0,0-1 0,0 1 0,0-1 0,-1 0 0,1-1 0,-1 0 0,0 0 0,11-9 0,15-19-96,-1-1 1,-1-1-1,-2-2 1,-1 0-1,-2-2 1,-2-1-1,-1-1 1,-2-1-1,-2-1 1,-2 0-1,-2-1 1,-1-1-1,-3 0 1,-1 0-1,-3-1 1,2-88-1,-7 116-18,-1 0-1,0 0 0,-2-1 0,0 1 0,-1 0 0,-1 0 0,0 1 0,-1-1 1,-8-15-1,4 11 125,-2 0 0,0 1 1,-28-37-1,35 52-184,-1 0 0,0 1 0,1-1 0,-1 1 0,-1 0 0,1 0 0,-1 1 0,1 0 0,-1 0 0,0 0 0,0 0 0,0 1 0,0 0 0,-1 1 0,1-1 0,-1 1 0,1 0 0,-11 1 0,-5-1 50,0 2 0,0 1 0,-28 5 0,42-5-17,-1 1 0,1-1 0,-1 2 0,1-1 1,0 1-1,1 1 0,-1-1 0,1 1 0,0 0 1,-13 13-1,13-11-19,1 0 1,-1 0 0,1 1-1,1 0 1,0 0 0,0 0-1,0 1 1,1 0-1,0 0 1,-4 17 0,0-4 20,-1 2-5,5-15 30,1-1 0,0 1 0,0-1 0,1 1 0,0 0 0,1 0 0,-1 13 0,1 41 328,0-19-269,4 47 1,-2-86-101,0 0-1,0 0 1,0 1-1,1-1 0,-1 0 1,1 0-1,0 0 1,1 0-1,-1-1 1,1 1-1,0-1 0,0 1 1,0-1-1,1 0 1,0 0-1,-1 0 0,1-1 1,1 1-1,-1-1 1,0 0-1,1 0 1,0-1-1,-1 1 0,1-1 1,0 0-1,0 0 1,8 1-1,11 2-26,1-1 0,-1-1-1,1-1 1,40-2 0,-38 0-7,-10-1-71,-1-1 0,0 0 0,0-1 0,0 0 0,0-2 0,0 0 0,19-9-1,34-22-2802,-7-5-3926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15.776"/>
    </inkml:context>
    <inkml:brush xml:id="br0">
      <inkml:brushProperty name="width" value="0.2" units="cm"/>
      <inkml:brushProperty name="height" value="0.2" units="cm"/>
      <inkml:brushProperty name="color" value="#004F8B"/>
    </inkml:brush>
  </inkml:definitions>
  <inkml:trace contextRef="#ctx0" brushRef="#br0">51 1 408,'0'0'468,"-51"9"-464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3:16.039"/>
    </inkml:context>
    <inkml:brush xml:id="br0">
      <inkml:brushProperty name="width" value="0.2" units="cm"/>
      <inkml:brushProperty name="height" value="0.2" units="cm"/>
      <inkml:brushProperty name="color" value="#004F8B"/>
    </inkml:brush>
  </inkml:definitions>
  <inkml:trace contextRef="#ctx0" brushRef="#br0">0 1 1952,'0'0'2512,"17"0"-655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4:06.191"/>
    </inkml:context>
    <inkml:brush xml:id="br0">
      <inkml:brushProperty name="width" value="0.2" units="cm"/>
      <inkml:brushProperty name="height" value="0.2" units="cm"/>
      <inkml:brushProperty name="color" value="#004F8B"/>
    </inkml:brush>
  </inkml:definitions>
  <inkml:trace contextRef="#ctx0" brushRef="#br0">1 646 5400,'1'-1'340,"10"-13"2720,-9 12-2720,-1 1 0,1 0 0,2-1 0,22-19 540,23-18 620,-10 12-870,-31 22-467,0 0 0,-1 0 0,1 0 0,-1-1 0,-1-1 0,8-7 0,98-97-27,18-50 449,-93 96-390,-32 56-40,0 0-1,-1 0 1,0-1-1,4-11 0,1-4 384,-4 3 104,7-24 377,-10 44-521,-2 2-456,1 1-1,-1 0 0,0 0 0,1-1 0,-1 1 1,0 0-1,1-1 0,-1 1 0,0 0 1,0 0-1,0 0 0,0-1 0,0 1 0,0 0 1,0 0-1,0 0 0,0-1 0,0 1 0,0 0 1,0 0-1,0-1 0,-1 1 0,1 0 1,0 0-1,-1-1 0,1 1 0,-1 0 0,1-1 1,0 1-1,-1 0 0,1-1 0,-2 2 0,-20 20-3,17-18 57,4-2-80,0 0 1,0 0-1,1 0 0,-1 0 0,0 0 1,1 1-1,-1-1 0,1 0 0,0 1 0,-1-1 1,1 0-1,1 4 0,-6 25 47,-9 0-48,1 1 1,-11 47-1,5-3-12,-24 109 871,33-110-731,-34 160-261,42-172 61,-3 18-20,-3-45 55,4-20 25,0 1-1,2-1 1,-2 27 0,4 143-270,0-145-4337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4:07.162"/>
    </inkml:context>
    <inkml:brush xml:id="br0">
      <inkml:brushProperty name="width" value="0.2" units="cm"/>
      <inkml:brushProperty name="height" value="0.2" units="cm"/>
      <inkml:brushProperty name="color" value="#004F8B"/>
    </inkml:brush>
  </inkml:definitions>
  <inkml:trace contextRef="#ctx0" brushRef="#br0">21 1426 5212,'17'-2'5749,"-3"-9"-5330,-10 8-33,29-17 407,17-10 2297,-40 26-2645,-1-1 0,0 0 0,0-1 0,11-10 0,13-17-133,-1-2-1,-1-1 0,-2-1 1,-2-2-1,-1-1 0,-3 0 1,-1-2-1,30-82 0,-31 63-343,-4-1-1,-3 0 0,-2-2 0,-3 1 1,2-126-1,-10 158 35,0 19-4,-1-1 0,0 0 1,-1 0-1,0 1 0,-5-18 1,-17-28-4,18 41 0,2 5 7,-1 0 0,0 1 0,0-1 0,-1 1 0,0 0 0,-1 0 0,-1 1 0,1-1 0,-14-13 0,14 17-2,0 1 0,0 0 0,-1 0 0,0 0 0,0 1 0,0 0 0,0 1 0,-1-1 0,0 2 1,0-1-1,0 1 0,-1 0 0,1 1 0,-1 0 0,1 0 0,-1 1 0,0 0 0,1 0 0,-1 1 0,-12 1 0,11-2 1,0 1-1,1 0 0,-1 1 1,0 0-1,1 1 1,-1 0-1,1 0 0,-1 1 1,1 0-1,0 1 0,0 0 1,1 0-1,-1 1 1,1 0-1,0 0 0,0 1 1,0 0-1,-10 12 1,11-12 1,1 1 0,0 0 0,0 1 0,1-1 0,0 1 0,1 0 0,-7 15 0,-1 19-8,-1-20 20,10-18 43,0-1 0,1 1 0,0-1 1,0 1-1,0 0 0,0 0 0,1 0 1,-1 0-1,1 0 0,0 0 0,0 0 1,1 0-1,-1 1 0,1 4 0,-1 42 901,0-26-766,0 0 0,2 0 0,1 0 0,7 34 0,-7-51-192,0-1 0,0 0 0,1-1-1,0 1 1,0 0 0,1-1 0,0 1 0,0-1 0,0 0 0,1-1 0,0 1 0,0-1 0,0 0 0,1 0 0,0 0 0,0-1 0,0 0 0,0 0 0,11 4-1,5 1-243,1-2 0,0-1 0,0-1 0,1-1 0,0-1 0,-1-1-1,45-2 1,61 7-8754,-69 5 1452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4:10.239"/>
    </inkml:context>
    <inkml:brush xml:id="br0">
      <inkml:brushProperty name="width" value="0.2" units="cm"/>
      <inkml:brushProperty name="height" value="0.2" units="cm"/>
      <inkml:brushProperty name="color" value="#004F8B"/>
    </inkml:brush>
  </inkml:definitions>
  <inkml:trace contextRef="#ctx0" brushRef="#br0">0 635 8181,'3'0'2901,"12"-3"-1815,57-62 1811,-12-5-2380,20-23 173,-69 78-662,12-15 109,-1-2 0,33-64 1,50-128 1558,-104 218-1706,-3 18 230,-2 0-1,0 0 0,0-1 0,-8 16 0,-17 47-104,17-6-110,-11 7 1,11 12 21,-11 8-5,11 7 23,-11 1-37,8 2 34,-1 140 0,15-94-2552,-4-72-1549,-17-8-1849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54:11.368"/>
    </inkml:context>
    <inkml:brush xml:id="br0">
      <inkml:brushProperty name="width" value="0.2" units="cm"/>
      <inkml:brushProperty name="height" value="0.2" units="cm"/>
      <inkml:brushProperty name="color" value="#004F8B"/>
    </inkml:brush>
  </inkml:definitions>
  <inkml:trace contextRef="#ctx0" brushRef="#br0">368 605 4436,'3'-6'7986,"12"-26"-8021,34-66 95,-29 62-61,17-45 0,-31 66 22,-2 0 0,1-1 1,-2 1-1,0-1 1,-1 0-1,0-23 0,-2-83 492,0 118-498,-1 0 0,0 0-1,0 0 1,0 0 0,-1 0-1,1 0 1,-1 0 0,0 1 0,0-1-1,0 0 1,-1 1 0,1 0-1,-1-1 1,0 1 0,0 0-1,0 1 1,0-1 0,0 0 0,-1 1-1,1 0 1,-1-1 0,1 2-1,-1-1 1,0 0 0,0 1-1,-7-2 1,2-1 18,-1 2 0,0-1 0,-1 1 0,1 1 0,0-1 0,0 2 0,-1 0 0,1 0 0,0 1 0,-17 2 0,17 1 78,0-1-1,0 1 1,1 0-1,0 1 1,-1 0-1,1 1 0,1 0 1,-1 0-1,1 0 1,0 1-1,1 1 1,0-1-1,0 1 1,0 1-1,1-1 1,0 1-1,1 0 1,0 0-1,-4 11 0,-3 10-16,1 1-1,2 0 0,1 1 0,-7 60 0,12-63 65,1 0 0,2 0 0,1-1 0,2 1 0,0 0 0,2-1 0,1 0-1,1 0 1,2-1 0,14 32 0,4-2 387,2-1 0,2-2-1,63 82 1,-71-105-526,37 67 0,-53-85-10,-1 0 0,-1 0 0,0 0 0,-1 1 1,0 0-1,-1 0 0,-1 0 0,2 23 1,-4-8 122,1-18-104,0 0 1,-1 1 0,0-1-1,-1 0 1,-1 0-1,1 0 1,-2 1-1,0-2 1,0 1-1,-1 0 1,-7 16-1,1-12-5,0 0 0,-1-1-1,-1 0 1,0 0 0,-21 17 0,26-25 13,-1-1 0,1 1 1,-1-2-1,0 1 0,-1-1 0,1 0 1,-1-1-1,1 0 0,-1 0 0,0-1 1,0 0-1,-15 1 0,11-3 116,-1 1-1,1-2 1,-1 0 0,1 0-1,-24-6 1,32 5-183,0 1 1,1-1 0,-1 0 0,1 0 0,0 0-1,0 0 1,0-1 0,0 0 0,0 1 0,0-2-1,1 1 1,-1 0 0,1-1 0,0 1 0,0-1-1,0 0 1,1 0 0,-1 0 0,-1-6 0,-6-12-61,5 11 54,0 0 0,1 0-1,0-1 1,1 1 0,0-1-1,1 1 1,0-1 0,0-21 0,12-185-268,-5 182 244,1 0 0,2 0 0,1 1 0,15-35 0,55-102-1371,-57 134-1229,2 0 0,35-41 0,-7 21-5247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5:37.112"/>
    </inkml:context>
    <inkml:brush xml:id="br0">
      <inkml:brushProperty name="width" value="0.2" units="cm"/>
      <inkml:brushProperty name="height" value="0.2" units="cm"/>
      <inkml:brushProperty name="color" value="#004F8B"/>
    </inkml:brush>
  </inkml:definitions>
  <inkml:trace contextRef="#ctx0" brushRef="#br0">53 1698 9985,'0'-5'2776,"0"3"-2747,-1 1 1,1 0-1,-1-1 1,1 1-1,-1 0 1,1 0-1,-1-1 1,0 1-1,0 0 1,1 0-1,-1 0 1,0 0-1,0 0 1,0 0-1,0 0 1,0 0-1,-1 0 1,1 1 0,0-1-1,0 0 1,0 1-1,-1-1 1,1 1-1,0-1 1,-1 1-1,1 0 1,0-1-1,-1 1 1,1 0-1,-1 0 1,1 0-1,0 0 1,-1 0-1,1 0 1,0 1-1,-1-1 1,-1 1 0,2-1 2,1 0-20,0 0-1,0 0 1,-1 0 0,1 0-1,0 0 1,0 0-1,-1 1 1,1-1 0,0 0-1,0 0 1,-1 0-1,1 0 1,0 0-1,-1 0 1,1 0 0,0-1-1,0 1 1,-1 0-1,1 0 1,0 0-1,0 0 1,-1 0 0,1 0-1,0 0 1,0 0-1,0-1 1,-1 1 0,1 0-1,0 0 1,0 0-1,0-1 1,-1 1-1,1 0 1,0 0 0,0 0-1,0-1 1,0 1-1,0 0 1,-1 0-1,1-1 1,0 1 0,0 0-1,0 0 1,0-1-1,0 1 1,0 0 0,0 0-1,0-1 1,0 1-1,0 0 1,0 0-1,0-1 1,0 1 0,0 0-1,0 0 1,1-1-1,-1-2 42,-1-35 675,1 37-698,0 0 0,0 0 0,-1 0-1,1-1 1,1 1 0,-1 0 0,0 0-1,0 0 1,0 0 0,0 0 0,1 0 0,-1 0-1,1 0 1,-1 0 0,1 0 0,-1 0-1,1 0 1,-1 0 0,1 1 0,0-1 0,-1 0-1,1 0 1,0 0 0,0 1 0,0-1-1,-1 0 1,1 1 0,0-1 0,2 0-1,0 1 47,11 5 76,-10 6-132,-1 0-1,0 0 1,0 0 0,0 16 0,-2-23-16,39 311 32,8 14-29,0 11-9,-45-290 1,-1-13 28,9 57 0,-10-87-23,0 0-1,1 0 0,0 0 0,0-1 1,1 1-1,-1 0 0,2-1 1,-1 0-1,1 0 0,0 0 0,0 0 1,0 0-1,1-1 0,7 7 1,-12-11-3,1 0 0,0 0 0,0-1 0,0 1 1,1 0-1,-1 0 0,0 0 0,0-1 0,0 1 1,0-1-1,1 1 0,-1-1 0,0 1 0,1-1 1,-1 0-1,0 1 0,1-1 0,-1 0 0,0 0 1,1 0-1,-1 0 0,0 0 0,1 0 0,-1-1 1,0 1-1,1 0 0,-1-1 0,0 1 0,0-1 1,1 1-1,-1-1 0,0 0 0,0 1 0,0-1 1,0 0-1,0 0 0,0 0 0,0 0 0,0 0 1,0 0-1,0 0 0,0 0 0,-1 0 0,2-3 1,1-2-5,0 0 1,-1-1-1,0 1 1,0-1 0,-1 0-1,2-10 1,51-309 3,-23 188 19,60-287 31,152-609-411,-202 871-71,132-465-3966,-122 468 161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5:38.768"/>
    </inkml:context>
    <inkml:brush xml:id="br0">
      <inkml:brushProperty name="width" value="0.2" units="cm"/>
      <inkml:brushProperty name="height" value="0.2" units="cm"/>
      <inkml:brushProperty name="color" value="#004F8B"/>
    </inkml:brush>
  </inkml:definitions>
  <inkml:trace contextRef="#ctx0" brushRef="#br0">36 681 5428,'0'-6'3075,"0"-20"-524,0 26-2532,0 0-1,0 0 1,0 0-1,0 0 1,1-1-1,-1 1 1,0 0-1,0 0 0,0 0 1,0-1-1,0 1 1,0 0-1,0 0 1,0 0-1,0-1 1,0 1-1,0 0 1,0 0-1,-1 0 0,1 0 1,0-1-1,0 1 1,0 0-1,0 0 1,0 0-1,0-1 1,0 1-1,0 0 1,0 0-1,-1 0 1,1 0-1,0 0 0,0 0 1,0-1-1,0 1 1,-1 0-1,1 0 1,0 0-1,0 0 1,0 0-1,0 0 1,-1 0-1,1 0 0,0 0 1,0 0-1,0 0 1,-1 0-1,1 0 1,0 0-1,0 0 1,0 0-1,-1 0 1,1 0-1,0 0 1,0 0-1,-1 0 0,-21 0 313,21 0-310,1 0-1,-1 1 0,1-1 1,0 0-1,-1 0 0,1 1 1,-1-1-1,1 0 1,0 0-1,-1 1 0,1-1 1,0 0-1,0 1 0,-1-1 1,1 1-1,0-1 1,0 0-1,-1 1 0,1-1 1,0 1-1,0-1 0,0 1 1,0-1-1,0 0 1,0 1-1,0-1 0,0 1 1,0-1-1,0 1 0,0-1 1,0 1-1,0-1 1,0 1-1,0-1 0,0 1 1,4 17 127,35 175 660,-30-135-686,17 105 106,33 179-56,35 212-67,-54-287-110,14 161 6,-34-233 98,-19-186-73,1-1-1,-1-1 0,2 1 0,-1 0 0,1 0 1,1-1-1,5 11 0,-3-7 34,-6-10-47,1 0 1,0 1-1,-1-1 0,1 0 1,0 0-1,0 1 0,0-1 0,0 0 1,0 0-1,0 0 0,0 0 1,0 0-1,0 0 0,1 0 0,-1 0 1,0-1-1,2 2 0,-2-2-3,0 0-1,0 0 1,0 0-1,0 0 1,0 0-1,0 0 1,0 0-1,0-1 1,0 1-1,0 0 0,-1 0 1,1-1-1,0 1 1,0-1-1,0 1 1,-1 0-1,1-1 1,0 0-1,0 1 1,0-2-1,3-2 14,0 0 1,-1 0-1,0-1 0,0 1 1,0-1-1,-1 0 0,3-6 0,11-36 11,-3 0 1,-1-1-1,-3 0 0,4-54 0,12-66-11,115-563-7,27-130-594,-30 163-4357,-103 519 634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2:45:46.274"/>
    </inkml:context>
    <inkml:brush xml:id="br0">
      <inkml:brushProperty name="width" value="0.2" units="cm"/>
      <inkml:brushProperty name="height" value="0.2" units="cm"/>
      <inkml:brushProperty name="color" value="#004F8B"/>
    </inkml:brush>
  </inkml:definitions>
  <inkml:trace contextRef="#ctx0" brushRef="#br0">103 1113 8157,'0'0'4593,"-8"0"-4506,-26 2 46,33-2-125,1 0 1,-1 0-1,0 1 1,1-1-1,-1 0 1,1 1-1,-1-1 1,1 0-1,-1 1 1,1-1-1,-1 1 1,1-1-1,0 1 1,-1-1-1,1 1 1,0-1-1,-1 1 0,1-1 1,0 1-1,-1-1 1,1 1-1,0-1 1,0 1-1,0 0 1,0-1-1,0 1 1,0 0-1,0-1 1,0 1-1,0-1 1,0 1-1,0 0 1,0 0-1,0 0 4,0 0 0,0-1 1,0 1-1,0 0 0,0 0 0,0 0 0,0 0 0,0-1 1,-1 1-1,1 0 0,0 0 0,-1 0 0,1-1 0,0 1 1,-1 0-1,1 0 0,-1-1 0,1 1 0,-1 0 0,1-1 1,-1 1-1,0 0 0,-13 4 96,13-5-100,0 1 1,-1-1-1,1 0 0,-1 1 1,1-1-1,0 1 1,-1-1-1,1 1 0,0 0 1,0-1-1,0 1 0,-1 0 1,1 0-1,0 0 0,0 0 1,0 0-1,0 0 0,0 0 1,1 0-1,-1 1 0,0-1 1,0 0-1,1 0 0,-1 1 1,1-1-1,-1 0 1,1 1-1,0-1 0,-1 1 1,1-1-1,0 0 0,0 1 1,0 1-1,0 13 127,-1 2-29,1 0-1,1 0 0,1 0 0,0 0 1,1 0-1,7 21 0,114 424-17,-9-26-80,-33-157 847,-62-206-785,2-12-66,-21-58-4,1-1 0,0 0-1,-1 0 1,1-1 0,0 1 0,1 0 0,-1-1 0,0 1-1,1-1 1,-1 0 0,1 0 0,0 0 0,0 0 0,0 0 0,0 0-1,0-1 1,3 2 0,-5-3 0,-1 0 1,1 0-1,-1 0 0,1 0 0,-1 0 0,1 0 1,-1 0-1,1 0 0,-1 0 0,1 0 1,-1 0-1,1 0 0,-1 0 0,0 0 0,1 0 1,-1 0-1,1-1 0,-1 1 0,1 0 1,-1 0-1,1-1 0,-1 1 0,0 0 1,1 0-1,-1-1 0,0 1 0,1 0 0,-1-1 1,0 1-1,1-1 0,-1 1 0,0-1 1,0 1-1,0 0 0,1-1 0,4-22-30,-2 6 8,14-23 2,-10 26 11,-1 0 0,-1-1 0,5-21-1,5-21-43,44-109 0,-13 43 43,138-377-119,-25 74-589,6-15-709,-126 329 1074,70-222-1741,-61 132-1300,13 23-2140,-59 173 5332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3108192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929375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903881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8054574D-A9DE-40EF-B64C-018E0EE0C42F}"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883590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8054574D-A9DE-40EF-B64C-018E0EE0C42F}" type="datetimeFigureOut">
              <a:rPr lang="uk-UA" smtClean="0"/>
              <a:t>24.01.2025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2462239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8054574D-A9DE-40EF-B64C-018E0EE0C42F}"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7109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54574D-A9DE-40EF-B64C-018E0EE0C42F}" type="datetimeFigureOut">
              <a:rPr lang="uk-UA" smtClean="0"/>
              <a:t>24.01.2025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1944156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8054574D-A9DE-40EF-B64C-018E0EE0C42F}"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324729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3885810" y="6041362"/>
            <a:ext cx="976879" cy="365125"/>
          </a:xfrm>
        </p:spPr>
        <p:txBody>
          <a:bodyPr/>
          <a:lstStyle/>
          <a:p>
            <a:fld id="{8054574D-A9DE-40EF-B64C-018E0EE0C42F}" type="datetimeFigureOut">
              <a:rPr lang="uk-UA" smtClean="0"/>
              <a:t>24.01.2025</a:t>
            </a:fld>
            <a:endParaRPr lang="uk-UA"/>
          </a:p>
        </p:txBody>
      </p:sp>
      <p:sp>
        <p:nvSpPr>
          <p:cNvPr id="6" name="Footer Placeholder 5"/>
          <p:cNvSpPr>
            <a:spLocks noGrp="1"/>
          </p:cNvSpPr>
          <p:nvPr>
            <p:ph type="ftr" sz="quarter" idx="11"/>
          </p:nvPr>
        </p:nvSpPr>
        <p:spPr>
          <a:xfrm>
            <a:off x="590396" y="6041362"/>
            <a:ext cx="3295413" cy="365125"/>
          </a:xfrm>
        </p:spPr>
        <p:txBody>
          <a:bodyPr/>
          <a:lstStyle/>
          <a:p>
            <a:endParaRPr lang="uk-UA"/>
          </a:p>
        </p:txBody>
      </p:sp>
      <p:sp>
        <p:nvSpPr>
          <p:cNvPr id="7" name="Slide Number Placeholder 6"/>
          <p:cNvSpPr>
            <a:spLocks noGrp="1"/>
          </p:cNvSpPr>
          <p:nvPr>
            <p:ph type="sldNum" sz="quarter" idx="12"/>
          </p:nvPr>
        </p:nvSpPr>
        <p:spPr>
          <a:xfrm>
            <a:off x="4862689" y="5915888"/>
            <a:ext cx="1062155" cy="490599"/>
          </a:xfrm>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1977326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8054574D-A9DE-40EF-B64C-018E0EE0C42F}"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2717759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3876775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uk-UA"/>
              <a:t>Клацніть, щоб редагувати стиль зразка заголовка</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uk-UA"/>
              <a:t>Клацніть, щоб відредагувати стилі зразків тексту</a:t>
            </a:r>
          </a:p>
        </p:txBody>
      </p:sp>
      <p:sp>
        <p:nvSpPr>
          <p:cNvPr id="2" name="Date Placeholder 1"/>
          <p:cNvSpPr>
            <a:spLocks noGrp="1"/>
          </p:cNvSpPr>
          <p:nvPr>
            <p:ph type="dt" sz="half" idx="10"/>
          </p:nvPr>
        </p:nvSpPr>
        <p:spPr/>
        <p:txBody>
          <a:bodyPr/>
          <a:lstStyle/>
          <a:p>
            <a:fld id="{8054574D-A9DE-40EF-B64C-018E0EE0C42F}" type="datetimeFigureOut">
              <a:rPr lang="uk-UA" smtClean="0"/>
              <a:t>24.01.2025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2552697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1675116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8054574D-A9DE-40EF-B64C-018E0EE0C42F}"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47071C4D-B35D-4A97-BE85-525D7A193DDB}" type="slidenum">
              <a:rPr lang="uk-UA" smtClean="0"/>
              <a:t>‹№›</a:t>
            </a:fld>
            <a:endParaRPr lang="uk-UA"/>
          </a:p>
        </p:txBody>
      </p:sp>
    </p:spTree>
    <p:extLst>
      <p:ext uri="{BB962C8B-B14F-4D97-AF65-F5344CB8AC3E}">
        <p14:creationId xmlns:p14="http://schemas.microsoft.com/office/powerpoint/2010/main" val="114041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14963987-76F4-4CD3-A182-025AC9E8E99A}" type="datetimeFigureOut">
              <a:rPr lang="uk-UA" smtClean="0"/>
              <a:t>24.01.2025</a:t>
            </a:fld>
            <a:endParaRPr lang="uk-UA"/>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uk-UA"/>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8F80C899-4B22-4E25-9E8C-D4EE62B9D47E}" type="slidenum">
              <a:rPr lang="uk-UA" smtClean="0"/>
              <a:t>‹№›</a:t>
            </a:fld>
            <a:endParaRPr lang="uk-UA"/>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41418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4963987-76F4-4CD3-A182-025AC9E8E99A}"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2549191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14963987-76F4-4CD3-A182-025AC9E8E99A}"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31385734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uk-UA"/>
              <a:t>Клацніть, щоб редагувати стиль зразка заголовка</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537061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Content Placeholder 3"/>
          <p:cNvSpPr>
            <a:spLocks noGrp="1"/>
          </p:cNvSpPr>
          <p:nvPr>
            <p:ph sz="quarter" idx="13"/>
          </p:nvPr>
        </p:nvSpPr>
        <p:spPr>
          <a:xfrm>
            <a:off x="685802" y="2861733"/>
            <a:ext cx="5088712" cy="2512852"/>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3" name="Content Placeholder 5"/>
          <p:cNvSpPr>
            <a:spLocks noGrp="1"/>
          </p:cNvSpPr>
          <p:nvPr>
            <p:ph sz="quarter" idx="14"/>
          </p:nvPr>
        </p:nvSpPr>
        <p:spPr>
          <a:xfrm>
            <a:off x="5993969" y="2861733"/>
            <a:ext cx="5088713" cy="2512852"/>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14963987-76F4-4CD3-A182-025AC9E8E99A}" type="datetimeFigureOut">
              <a:rPr lang="uk-UA" smtClean="0"/>
              <a:t>24.01.2025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7116671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14963987-76F4-4CD3-A182-025AC9E8E99A}"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2473296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63987-76F4-4CD3-A182-025AC9E8E99A}" type="datetimeFigureOut">
              <a:rPr lang="uk-UA" smtClean="0"/>
              <a:t>24.01.2025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1403789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uk-UA"/>
              <a:t>Клацніть, щоб редагувати стиль зразка заголовка</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3653813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37562098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9291732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3038451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925090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4963987-76F4-4CD3-A182-025AC9E8E99A}"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3066075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4963987-76F4-4CD3-A182-025AC9E8E99A}"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27383563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4963987-76F4-4CD3-A182-025AC9E8E99A}"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40795550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uk-UA"/>
              <a:t>Клацніть, щоб редагувати стиль зразка заголовка</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4963987-76F4-4CD3-A182-025AC9E8E99A}"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4906688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uk-UA"/>
              <a:t>Клацніть, щоб редагувати стиль зразка заголовка</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4963987-76F4-4CD3-A182-025AC9E8E99A}"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8F80C899-4B22-4E25-9E8C-D4EE62B9D47E}" type="slidenum">
              <a:rPr lang="uk-UA" smtClean="0"/>
              <a:t>‹№›</a:t>
            </a:fld>
            <a:endParaRPr lang="uk-UA"/>
          </a:p>
        </p:txBody>
      </p:sp>
    </p:spTree>
    <p:extLst>
      <p:ext uri="{BB962C8B-B14F-4D97-AF65-F5344CB8AC3E}">
        <p14:creationId xmlns:p14="http://schemas.microsoft.com/office/powerpoint/2010/main" val="295301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60000"/>
                    <a:lumOff val="40000"/>
                  </a:schemeClr>
                </a:solidFill>
              </a:defRPr>
            </a:lvl1pPr>
          </a:lstStyle>
          <a:p>
            <a:fld id="{FA16A1DB-7406-44DA-8B5C-91F3444EAFA3}" type="datetimeFigureOut">
              <a:rPr lang="uk-UA" smtClean="0"/>
              <a:t>24.01.2025</a:t>
            </a:fld>
            <a:endParaRPr lang="uk-UA"/>
          </a:p>
        </p:txBody>
      </p:sp>
      <p:sp>
        <p:nvSpPr>
          <p:cNvPr id="5" name="Footer Placeholder 4"/>
          <p:cNvSpPr>
            <a:spLocks noGrp="1"/>
          </p:cNvSpPr>
          <p:nvPr>
            <p:ph type="ftr" sz="quarter" idx="11"/>
          </p:nvPr>
        </p:nvSpPr>
        <p:spPr>
          <a:xfrm rot="21420000">
            <a:off x="9144" y="4882896"/>
            <a:ext cx="4050792" cy="1197864"/>
          </a:xfrm>
          <a:noFill/>
        </p:spPr>
        <p:txBody>
          <a:bodyPr wrap="square" rtlCol="0">
            <a:spAutoFit/>
          </a:bodyPr>
          <a:lstStyle>
            <a:lvl1pPr>
              <a:defRPr lang="en-US" sz="5400" dirty="0"/>
            </a:lvl1pPr>
          </a:lstStyle>
          <a:p>
            <a:endParaRPr lang="uk-UA"/>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D7D0635E-008D-4740-9CE4-451D2BD47BBB}" type="slidenum">
              <a:rPr lang="uk-UA" smtClean="0"/>
              <a:t>‹№›</a:t>
            </a:fld>
            <a:endParaRPr lang="uk-UA"/>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accent1">
              <a:lumMod val="60000"/>
              <a:lumOff val="40000"/>
              <a:alpha val="5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791258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A16A1DB-7406-44DA-8B5C-91F3444EAFA3}"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33610002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FA16A1DB-7406-44DA-8B5C-91F3444EAFA3}"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8309222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uk-UA"/>
              <a:t>Клацніть, щоб редагувати стиль зразка заголовка</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22142055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Content Placeholder 3"/>
          <p:cNvSpPr>
            <a:spLocks noGrp="1"/>
          </p:cNvSpPr>
          <p:nvPr>
            <p:ph sz="quarter" idx="13"/>
          </p:nvPr>
        </p:nvSpPr>
        <p:spPr>
          <a:xfrm>
            <a:off x="685802" y="2861733"/>
            <a:ext cx="5088712" cy="2512852"/>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3" name="Content Placeholder 5"/>
          <p:cNvSpPr>
            <a:spLocks noGrp="1"/>
          </p:cNvSpPr>
          <p:nvPr>
            <p:ph sz="quarter" idx="14"/>
          </p:nvPr>
        </p:nvSpPr>
        <p:spPr>
          <a:xfrm>
            <a:off x="5993969" y="2861733"/>
            <a:ext cx="5088713" cy="2512852"/>
          </a:xfrm>
        </p:spPr>
        <p:txBody>
          <a:bodyPr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FA16A1DB-7406-44DA-8B5C-91F3444EAFA3}" type="datetimeFigureOut">
              <a:rPr lang="uk-UA" smtClean="0"/>
              <a:t>24.01.2025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8851312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FA16A1DB-7406-44DA-8B5C-91F3444EAFA3}"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9747322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6A1DB-7406-44DA-8B5C-91F3444EAFA3}" type="datetimeFigureOut">
              <a:rPr lang="uk-UA" smtClean="0"/>
              <a:t>24.01.2025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31558472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uk-UA"/>
              <a:t>Клацніть, щоб редагувати стиль зразка заголовка</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4354721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3292996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20031861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33192030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699770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A16A1DB-7406-44DA-8B5C-91F3444EAFA3}"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814109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FA16A1DB-7406-44DA-8B5C-91F3444EAFA3}"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2411043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FA16A1DB-7406-44DA-8B5C-91F3444EAFA3}"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0496804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uk-UA"/>
              <a:t>Клацніть, щоб редагувати стиль зразка заголовка</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A16A1DB-7406-44DA-8B5C-91F3444EAFA3}"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1961750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uk-UA"/>
              <a:t>Клацніть, щоб редагувати стиль зразка заголовка</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A16A1DB-7406-44DA-8B5C-91F3444EAFA3}"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7D0635E-008D-4740-9CE4-451D2BD47BBB}" type="slidenum">
              <a:rPr lang="uk-UA" smtClean="0"/>
              <a:t>‹№›</a:t>
            </a:fld>
            <a:endParaRPr lang="uk-UA"/>
          </a:p>
        </p:txBody>
      </p:sp>
    </p:spTree>
    <p:extLst>
      <p:ext uri="{BB962C8B-B14F-4D97-AF65-F5344CB8AC3E}">
        <p14:creationId xmlns:p14="http://schemas.microsoft.com/office/powerpoint/2010/main" val="237491741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159AC3D3-62BE-4635-8180-25F73D6DFFC7}"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24481446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59AC3D3-62BE-4635-8180-25F73D6DFFC7}"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3743158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159AC3D3-62BE-4635-8180-25F73D6DFFC7}"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33643899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8279256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159AC3D3-62BE-4635-8180-25F73D6DFFC7}" type="datetimeFigureOut">
              <a:rPr lang="uk-UA" smtClean="0"/>
              <a:t>24.01.2025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4004645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159AC3D3-62BE-4635-8180-25F73D6DFFC7}"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19477975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C3D3-62BE-4635-8180-25F73D6DFFC7}" type="datetimeFigureOut">
              <a:rPr lang="uk-UA" smtClean="0"/>
              <a:t>24.01.2025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23784556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5350486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39862884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34375533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1023503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498772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159AC3D3-62BE-4635-8180-25F73D6DFFC7}" type="datetimeFigureOut">
              <a:rPr lang="uk-UA" smtClean="0"/>
              <a:t>24.01.2025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39082233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59AC3D3-62BE-4635-8180-25F73D6DFFC7}"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10345301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159AC3D3-62BE-4635-8180-25F73D6DFFC7}" type="datetimeFigureOut">
              <a:rPr lang="uk-UA" smtClean="0"/>
              <a:t>24.01.2025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13339848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59AC3D3-62BE-4635-8180-25F73D6DFFC7}"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9361577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159AC3D3-62BE-4635-8180-25F73D6DFFC7}" type="datetimeFigureOut">
              <a:rPr lang="uk-UA" smtClean="0"/>
              <a:t>24.01.2025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D8392FD6-FED3-4691-BDD6-6A6E195AA1ED}" type="slidenum">
              <a:rPr lang="uk-UA" smtClean="0"/>
              <a:t>‹№›</a:t>
            </a:fld>
            <a:endParaRPr lang="uk-UA"/>
          </a:p>
        </p:txBody>
      </p:sp>
    </p:spTree>
    <p:extLst>
      <p:ext uri="{BB962C8B-B14F-4D97-AF65-F5344CB8AC3E}">
        <p14:creationId xmlns:p14="http://schemas.microsoft.com/office/powerpoint/2010/main" val="473914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4.jp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image" Target="../media/image4.jpg"/><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theme" Target="../theme/theme4.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uk-UA"/>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054574D-A9DE-40EF-B64C-018E0EE0C42F}" type="datetimeFigureOut">
              <a:rPr lang="uk-UA" smtClean="0"/>
              <a:t>24.01.2025</a:t>
            </a:fld>
            <a:endParaRPr lang="uk-UA"/>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47071C4D-B35D-4A97-BE85-525D7A193DDB}" type="slidenum">
              <a:rPr lang="uk-UA" smtClean="0"/>
              <a:t>‹№›</a:t>
            </a:fld>
            <a:endParaRPr lang="uk-UA"/>
          </a:p>
        </p:txBody>
      </p:sp>
    </p:spTree>
    <p:extLst>
      <p:ext uri="{BB962C8B-B14F-4D97-AF65-F5344CB8AC3E}">
        <p14:creationId xmlns:p14="http://schemas.microsoft.com/office/powerpoint/2010/main" val="251341489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14963987-76F4-4CD3-A182-025AC9E8E99A}" type="datetimeFigureOut">
              <a:rPr lang="uk-UA" smtClean="0"/>
              <a:t>24.01.2025</a:t>
            </a:fld>
            <a:endParaRPr lang="uk-UA"/>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uk-UA"/>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8F80C899-4B22-4E25-9E8C-D4EE62B9D47E}" type="slidenum">
              <a:rPr lang="uk-UA" smtClean="0"/>
              <a:t>‹№›</a:t>
            </a:fld>
            <a:endParaRPr lang="uk-UA"/>
          </a:p>
        </p:txBody>
      </p:sp>
    </p:spTree>
    <p:extLst>
      <p:ext uri="{BB962C8B-B14F-4D97-AF65-F5344CB8AC3E}">
        <p14:creationId xmlns:p14="http://schemas.microsoft.com/office/powerpoint/2010/main" val="3155645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60000"/>
                    <a:lumOff val="40000"/>
                  </a:schemeClr>
                </a:solidFill>
              </a:defRPr>
            </a:lvl1pPr>
          </a:lstStyle>
          <a:p>
            <a:fld id="{FA16A1DB-7406-44DA-8B5C-91F3444EAFA3}" type="datetimeFigureOut">
              <a:rPr lang="uk-UA" smtClean="0"/>
              <a:t>24.01.2025</a:t>
            </a:fld>
            <a:endParaRPr lang="uk-UA"/>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60000"/>
                    <a:lumOff val="40000"/>
                  </a:schemeClr>
                </a:solidFill>
              </a:defRPr>
            </a:lvl1pPr>
          </a:lstStyle>
          <a:p>
            <a:endParaRPr lang="uk-UA"/>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60000"/>
                    <a:lumOff val="40000"/>
                  </a:schemeClr>
                </a:solidFill>
              </a:defRPr>
            </a:lvl1pPr>
          </a:lstStyle>
          <a:p>
            <a:fld id="{D7D0635E-008D-4740-9CE4-451D2BD47BBB}" type="slidenum">
              <a:rPr lang="uk-UA" smtClean="0"/>
              <a:t>‹№›</a:t>
            </a:fld>
            <a:endParaRPr lang="uk-UA"/>
          </a:p>
        </p:txBody>
      </p:sp>
    </p:spTree>
    <p:extLst>
      <p:ext uri="{BB962C8B-B14F-4D97-AF65-F5344CB8AC3E}">
        <p14:creationId xmlns:p14="http://schemas.microsoft.com/office/powerpoint/2010/main" val="4038039898"/>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txStyles>
    <p:titleStyle>
      <a:lvl1pPr algn="l" defTabSz="914400" rtl="0" eaLnBrk="1" latinLnBrk="0" hangingPunct="1">
        <a:lnSpc>
          <a:spcPct val="90000"/>
        </a:lnSpc>
        <a:spcBef>
          <a:spcPct val="0"/>
        </a:spcBef>
        <a:buNone/>
        <a:defRPr sz="5400" kern="1200" cap="all" baseline="0">
          <a:solidFill>
            <a:schemeClr val="accent1">
              <a:lumMod val="60000"/>
              <a:lumOff val="40000"/>
            </a:schemeClr>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lumMod val="60000"/>
            <a:lumOff val="40000"/>
          </a:schemeClr>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lumMod val="60000"/>
            <a:lumOff val="40000"/>
          </a:schemeClr>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4963987-76F4-4CD3-A182-025AC9E8E99A}" type="datetimeFigureOut">
              <a:rPr lang="uk-UA" smtClean="0"/>
              <a:t>24.01.2025</a:t>
            </a:fld>
            <a:endParaRPr lang="uk-UA"/>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uk-UA"/>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F80C899-4B22-4E25-9E8C-D4EE62B9D47E}" type="slidenum">
              <a:rPr lang="uk-UA" smtClean="0"/>
              <a:t>‹№›</a:t>
            </a:fld>
            <a:endParaRPr lang="uk-UA"/>
          </a:p>
        </p:txBody>
      </p:sp>
    </p:spTree>
    <p:extLst>
      <p:ext uri="{BB962C8B-B14F-4D97-AF65-F5344CB8AC3E}">
        <p14:creationId xmlns:p14="http://schemas.microsoft.com/office/powerpoint/2010/main" val="3854248014"/>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3.xml"/><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diagramLayout" Target="../diagrams/layout2.xml"/><Relationship Id="rId7" Type="http://schemas.openxmlformats.org/officeDocument/2006/relationships/image" Target="../media/image26.pn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image" Target="../media/image31.png"/><Relationship Id="rId18" Type="http://schemas.openxmlformats.org/officeDocument/2006/relationships/customXml" Target="../ink/ink4.xml"/><Relationship Id="rId3" Type="http://schemas.openxmlformats.org/officeDocument/2006/relationships/diagramLayout" Target="../diagrams/layout11.xml"/><Relationship Id="rId21" Type="http://schemas.openxmlformats.org/officeDocument/2006/relationships/image" Target="../media/image35.png"/><Relationship Id="rId7" Type="http://schemas.openxmlformats.org/officeDocument/2006/relationships/diagramData" Target="../diagrams/data12.xml"/><Relationship Id="rId12" Type="http://schemas.openxmlformats.org/officeDocument/2006/relationships/customXml" Target="../ink/ink1.xml"/><Relationship Id="rId17" Type="http://schemas.openxmlformats.org/officeDocument/2006/relationships/image" Target="../media/image33.png"/><Relationship Id="rId2" Type="http://schemas.openxmlformats.org/officeDocument/2006/relationships/diagramData" Target="../diagrams/data11.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4.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5" Type="http://schemas.openxmlformats.org/officeDocument/2006/relationships/image" Target="../media/image32.png"/><Relationship Id="rId23" Type="http://schemas.openxmlformats.org/officeDocument/2006/relationships/image" Target="../media/image36.png"/><Relationship Id="rId10" Type="http://schemas.openxmlformats.org/officeDocument/2006/relationships/diagramColors" Target="../diagrams/colors12.xml"/><Relationship Id="rId19" Type="http://schemas.openxmlformats.org/officeDocument/2006/relationships/image" Target="../media/image34.png"/><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customXml" Target="../ink/ink2.xml"/><Relationship Id="rId22" Type="http://schemas.openxmlformats.org/officeDocument/2006/relationships/customXml" Target="../ink/ink6.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20.xml.rels><?xml version="1.0" encoding="UTF-8" standalone="yes"?>
<Relationships xmlns="http://schemas.openxmlformats.org/package/2006/relationships"><Relationship Id="rId13" Type="http://schemas.openxmlformats.org/officeDocument/2006/relationships/customXml" Target="../ink/ink10.xml"/><Relationship Id="rId18" Type="http://schemas.openxmlformats.org/officeDocument/2006/relationships/image" Target="../media/image42.png"/><Relationship Id="rId26" Type="http://schemas.openxmlformats.org/officeDocument/2006/relationships/image" Target="../media/image46.png"/><Relationship Id="rId39" Type="http://schemas.openxmlformats.org/officeDocument/2006/relationships/customXml" Target="../ink/ink23.xml"/><Relationship Id="rId21" Type="http://schemas.openxmlformats.org/officeDocument/2006/relationships/customXml" Target="../ink/ink14.xml"/><Relationship Id="rId34" Type="http://schemas.openxmlformats.org/officeDocument/2006/relationships/image" Target="../media/image50.png"/><Relationship Id="rId7" Type="http://schemas.openxmlformats.org/officeDocument/2006/relationships/customXml" Target="../ink/ink7.xml"/><Relationship Id="rId12" Type="http://schemas.openxmlformats.org/officeDocument/2006/relationships/image" Target="../media/image39.png"/><Relationship Id="rId17" Type="http://schemas.openxmlformats.org/officeDocument/2006/relationships/customXml" Target="../ink/ink12.xml"/><Relationship Id="rId25" Type="http://schemas.openxmlformats.org/officeDocument/2006/relationships/customXml" Target="../ink/ink16.xml"/><Relationship Id="rId33" Type="http://schemas.openxmlformats.org/officeDocument/2006/relationships/customXml" Target="../ink/ink20.xml"/><Relationship Id="rId38" Type="http://schemas.openxmlformats.org/officeDocument/2006/relationships/image" Target="../media/image52.png"/><Relationship Id="rId2" Type="http://schemas.openxmlformats.org/officeDocument/2006/relationships/diagramData" Target="../diagrams/data15.xml"/><Relationship Id="rId16" Type="http://schemas.openxmlformats.org/officeDocument/2006/relationships/image" Target="../media/image41.png"/><Relationship Id="rId20" Type="http://schemas.openxmlformats.org/officeDocument/2006/relationships/image" Target="../media/image43.png"/><Relationship Id="rId29" Type="http://schemas.openxmlformats.org/officeDocument/2006/relationships/customXml" Target="../ink/ink18.xml"/><Relationship Id="rId1" Type="http://schemas.openxmlformats.org/officeDocument/2006/relationships/slideLayout" Target="../slideLayouts/slideLayout4.xml"/><Relationship Id="rId6" Type="http://schemas.microsoft.com/office/2007/relationships/diagramDrawing" Target="../diagrams/drawing15.xml"/><Relationship Id="rId11" Type="http://schemas.openxmlformats.org/officeDocument/2006/relationships/customXml" Target="../ink/ink9.xml"/><Relationship Id="rId24" Type="http://schemas.openxmlformats.org/officeDocument/2006/relationships/image" Target="../media/image45.png"/><Relationship Id="rId32" Type="http://schemas.openxmlformats.org/officeDocument/2006/relationships/image" Target="../media/image49.png"/><Relationship Id="rId37" Type="http://schemas.openxmlformats.org/officeDocument/2006/relationships/customXml" Target="../ink/ink22.xml"/><Relationship Id="rId40" Type="http://schemas.openxmlformats.org/officeDocument/2006/relationships/image" Target="../media/image53.png"/><Relationship Id="rId5" Type="http://schemas.openxmlformats.org/officeDocument/2006/relationships/diagramColors" Target="../diagrams/colors15.xml"/><Relationship Id="rId15" Type="http://schemas.openxmlformats.org/officeDocument/2006/relationships/customXml" Target="../ink/ink11.xml"/><Relationship Id="rId23" Type="http://schemas.openxmlformats.org/officeDocument/2006/relationships/customXml" Target="../ink/ink15.xml"/><Relationship Id="rId28" Type="http://schemas.openxmlformats.org/officeDocument/2006/relationships/image" Target="../media/image47.png"/><Relationship Id="rId36" Type="http://schemas.openxmlformats.org/officeDocument/2006/relationships/image" Target="../media/image51.png"/><Relationship Id="rId10" Type="http://schemas.openxmlformats.org/officeDocument/2006/relationships/image" Target="../media/image38.png"/><Relationship Id="rId19" Type="http://schemas.openxmlformats.org/officeDocument/2006/relationships/customXml" Target="../ink/ink13.xml"/><Relationship Id="rId31" Type="http://schemas.openxmlformats.org/officeDocument/2006/relationships/customXml" Target="../ink/ink19.xml"/><Relationship Id="rId4" Type="http://schemas.openxmlformats.org/officeDocument/2006/relationships/diagramQuickStyle" Target="../diagrams/quickStyle15.xml"/><Relationship Id="rId9" Type="http://schemas.openxmlformats.org/officeDocument/2006/relationships/customXml" Target="../ink/ink8.xml"/><Relationship Id="rId14" Type="http://schemas.openxmlformats.org/officeDocument/2006/relationships/image" Target="../media/image40.png"/><Relationship Id="rId22" Type="http://schemas.openxmlformats.org/officeDocument/2006/relationships/image" Target="../media/image44.png"/><Relationship Id="rId27" Type="http://schemas.openxmlformats.org/officeDocument/2006/relationships/customXml" Target="../ink/ink17.xml"/><Relationship Id="rId30" Type="http://schemas.openxmlformats.org/officeDocument/2006/relationships/image" Target="../media/image48.png"/><Relationship Id="rId35" Type="http://schemas.openxmlformats.org/officeDocument/2006/relationships/customXml" Target="../ink/ink21.xml"/><Relationship Id="rId8" Type="http://schemas.openxmlformats.org/officeDocument/2006/relationships/image" Target="../media/image37.png"/><Relationship Id="rId3"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customXml" Target="../ink/ink27.xml"/><Relationship Id="rId18" Type="http://schemas.openxmlformats.org/officeDocument/2006/relationships/image" Target="../media/image59.png"/><Relationship Id="rId26" Type="http://schemas.openxmlformats.org/officeDocument/2006/relationships/image" Target="../media/image63.png"/><Relationship Id="rId3" Type="http://schemas.openxmlformats.org/officeDocument/2006/relationships/diagramLayout" Target="../diagrams/layout16.xml"/><Relationship Id="rId21" Type="http://schemas.openxmlformats.org/officeDocument/2006/relationships/customXml" Target="../ink/ink31.xml"/><Relationship Id="rId7" Type="http://schemas.openxmlformats.org/officeDocument/2006/relationships/customXml" Target="../ink/ink24.xml"/><Relationship Id="rId12" Type="http://schemas.openxmlformats.org/officeDocument/2006/relationships/image" Target="../media/image56.png"/><Relationship Id="rId17" Type="http://schemas.openxmlformats.org/officeDocument/2006/relationships/customXml" Target="../ink/ink29.xml"/><Relationship Id="rId25" Type="http://schemas.openxmlformats.org/officeDocument/2006/relationships/customXml" Target="../ink/ink33.xml"/><Relationship Id="rId2" Type="http://schemas.openxmlformats.org/officeDocument/2006/relationships/diagramData" Target="../diagrams/data16.xml"/><Relationship Id="rId16" Type="http://schemas.openxmlformats.org/officeDocument/2006/relationships/image" Target="../media/image58.png"/><Relationship Id="rId20" Type="http://schemas.openxmlformats.org/officeDocument/2006/relationships/image" Target="../media/image60.png"/><Relationship Id="rId1" Type="http://schemas.openxmlformats.org/officeDocument/2006/relationships/slideLayout" Target="../slideLayouts/slideLayout4.xml"/><Relationship Id="rId6" Type="http://schemas.microsoft.com/office/2007/relationships/diagramDrawing" Target="../diagrams/drawing16.xml"/><Relationship Id="rId11" Type="http://schemas.openxmlformats.org/officeDocument/2006/relationships/customXml" Target="../ink/ink26.xml"/><Relationship Id="rId24" Type="http://schemas.openxmlformats.org/officeDocument/2006/relationships/image" Target="../media/image62.png"/><Relationship Id="rId5" Type="http://schemas.openxmlformats.org/officeDocument/2006/relationships/diagramColors" Target="../diagrams/colors16.xml"/><Relationship Id="rId15" Type="http://schemas.openxmlformats.org/officeDocument/2006/relationships/customXml" Target="../ink/ink28.xml"/><Relationship Id="rId23" Type="http://schemas.openxmlformats.org/officeDocument/2006/relationships/customXml" Target="../ink/ink32.xml"/><Relationship Id="rId28" Type="http://schemas.openxmlformats.org/officeDocument/2006/relationships/image" Target="../media/image64.png"/><Relationship Id="rId10" Type="http://schemas.openxmlformats.org/officeDocument/2006/relationships/image" Target="../media/image55.png"/><Relationship Id="rId19" Type="http://schemas.openxmlformats.org/officeDocument/2006/relationships/customXml" Target="../ink/ink30.xml"/><Relationship Id="rId4" Type="http://schemas.openxmlformats.org/officeDocument/2006/relationships/diagramQuickStyle" Target="../diagrams/quickStyle16.xml"/><Relationship Id="rId9" Type="http://schemas.openxmlformats.org/officeDocument/2006/relationships/customXml" Target="../ink/ink25.xml"/><Relationship Id="rId14" Type="http://schemas.openxmlformats.org/officeDocument/2006/relationships/image" Target="../media/image57.png"/><Relationship Id="rId22" Type="http://schemas.openxmlformats.org/officeDocument/2006/relationships/image" Target="../media/image61.png"/><Relationship Id="rId27" Type="http://schemas.openxmlformats.org/officeDocument/2006/relationships/customXml" Target="../ink/ink3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65.png"/><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66.png"/><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67.jpeg"/><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0.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27.xml"/><Relationship Id="rId3" Type="http://schemas.openxmlformats.org/officeDocument/2006/relationships/diagramLayout" Target="../diagrams/layout26.xml"/><Relationship Id="rId7" Type="http://schemas.openxmlformats.org/officeDocument/2006/relationships/diagramData" Target="../diagrams/data27.xml"/><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11" Type="http://schemas.microsoft.com/office/2007/relationships/diagramDrawing" Target="../diagrams/drawing27.xml"/><Relationship Id="rId5" Type="http://schemas.openxmlformats.org/officeDocument/2006/relationships/diagramColors" Target="../diagrams/colors26.xml"/><Relationship Id="rId10" Type="http://schemas.openxmlformats.org/officeDocument/2006/relationships/diagramColors" Target="../diagrams/colors27.xml"/><Relationship Id="rId4" Type="http://schemas.openxmlformats.org/officeDocument/2006/relationships/diagramQuickStyle" Target="../diagrams/quickStyle26.xml"/><Relationship Id="rId9" Type="http://schemas.openxmlformats.org/officeDocument/2006/relationships/diagramQuickStyle" Target="../diagrams/quickStyle27.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8.xml"/><Relationship Id="rId7" Type="http://schemas.openxmlformats.org/officeDocument/2006/relationships/image" Target="../media/image69.jpeg"/><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6.xml.rels><?xml version="1.0" encoding="UTF-8" standalone="yes"?>
<Relationships xmlns="http://schemas.openxmlformats.org/package/2006/relationships"><Relationship Id="rId8" Type="http://schemas.openxmlformats.org/officeDocument/2006/relationships/diagramLayout" Target="../diagrams/layout32.xml"/><Relationship Id="rId3" Type="http://schemas.openxmlformats.org/officeDocument/2006/relationships/diagramLayout" Target="../diagrams/layout31.xml"/><Relationship Id="rId7" Type="http://schemas.openxmlformats.org/officeDocument/2006/relationships/diagramData" Target="../diagrams/data32.xml"/><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11" Type="http://schemas.microsoft.com/office/2007/relationships/diagramDrawing" Target="../diagrams/drawing32.xml"/><Relationship Id="rId5" Type="http://schemas.openxmlformats.org/officeDocument/2006/relationships/diagramColors" Target="../diagrams/colors31.xml"/><Relationship Id="rId10" Type="http://schemas.openxmlformats.org/officeDocument/2006/relationships/diagramColors" Target="../diagrams/colors32.xml"/><Relationship Id="rId4" Type="http://schemas.openxmlformats.org/officeDocument/2006/relationships/diagramQuickStyle" Target="../diagrams/quickStyle31.xml"/><Relationship Id="rId9" Type="http://schemas.openxmlformats.org/officeDocument/2006/relationships/diagramQuickStyle" Target="../diagrams/quickStyle3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8.xml.rels><?xml version="1.0" encoding="UTF-8" standalone="yes"?>
<Relationships xmlns="http://schemas.openxmlformats.org/package/2006/relationships"><Relationship Id="rId8" Type="http://schemas.openxmlformats.org/officeDocument/2006/relationships/diagramLayout" Target="../diagrams/layout35.xml"/><Relationship Id="rId3" Type="http://schemas.openxmlformats.org/officeDocument/2006/relationships/diagramLayout" Target="../diagrams/layout34.xml"/><Relationship Id="rId7" Type="http://schemas.openxmlformats.org/officeDocument/2006/relationships/diagramData" Target="../diagrams/data35.xml"/><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11" Type="http://schemas.microsoft.com/office/2007/relationships/diagramDrawing" Target="../diagrams/drawing35.xml"/><Relationship Id="rId5" Type="http://schemas.openxmlformats.org/officeDocument/2006/relationships/diagramColors" Target="../diagrams/colors34.xml"/><Relationship Id="rId10" Type="http://schemas.openxmlformats.org/officeDocument/2006/relationships/diagramColors" Target="../diagrams/colors35.xml"/><Relationship Id="rId4" Type="http://schemas.openxmlformats.org/officeDocument/2006/relationships/diagramQuickStyle" Target="../diagrams/quickStyle34.xml"/><Relationship Id="rId9" Type="http://schemas.openxmlformats.org/officeDocument/2006/relationships/diagramQuickStyle" Target="../diagrams/quickStyle35.xml"/></Relationships>
</file>

<file path=ppt/slides/_rels/slide39.xml.rels><?xml version="1.0" encoding="UTF-8" standalone="yes"?>
<Relationships xmlns="http://schemas.openxmlformats.org/package/2006/relationships"><Relationship Id="rId8" Type="http://schemas.openxmlformats.org/officeDocument/2006/relationships/diagramLayout" Target="../diagrams/layout37.xml"/><Relationship Id="rId3" Type="http://schemas.openxmlformats.org/officeDocument/2006/relationships/diagramLayout" Target="../diagrams/layout36.xml"/><Relationship Id="rId7" Type="http://schemas.openxmlformats.org/officeDocument/2006/relationships/diagramData" Target="../diagrams/data37.xml"/><Relationship Id="rId2" Type="http://schemas.openxmlformats.org/officeDocument/2006/relationships/diagramData" Target="../diagrams/data36.xml"/><Relationship Id="rId1" Type="http://schemas.openxmlformats.org/officeDocument/2006/relationships/slideLayout" Target="../slideLayouts/slideLayout4.xml"/><Relationship Id="rId6" Type="http://schemas.microsoft.com/office/2007/relationships/diagramDrawing" Target="../diagrams/drawing36.xml"/><Relationship Id="rId11" Type="http://schemas.microsoft.com/office/2007/relationships/diagramDrawing" Target="../diagrams/drawing37.xml"/><Relationship Id="rId5" Type="http://schemas.openxmlformats.org/officeDocument/2006/relationships/diagramColors" Target="../diagrams/colors36.xml"/><Relationship Id="rId10" Type="http://schemas.openxmlformats.org/officeDocument/2006/relationships/diagramColors" Target="../diagrams/colors37.xml"/><Relationship Id="rId4" Type="http://schemas.openxmlformats.org/officeDocument/2006/relationships/diagramQuickStyle" Target="../diagrams/quickStyle36.xml"/><Relationship Id="rId9"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4.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4.xml"/><Relationship Id="rId5" Type="http://schemas.openxmlformats.org/officeDocument/2006/relationships/image" Target="../media/image73.jpeg"/><Relationship Id="rId4" Type="http://schemas.openxmlformats.org/officeDocument/2006/relationships/image" Target="../media/image72.jpeg"/></Relationships>
</file>

<file path=ppt/slides/_rels/slide42.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4.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4.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4.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4.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44.xml"/><Relationship Id="rId3" Type="http://schemas.openxmlformats.org/officeDocument/2006/relationships/diagramLayout" Target="../diagrams/layout43.xml"/><Relationship Id="rId7" Type="http://schemas.openxmlformats.org/officeDocument/2006/relationships/diagramData" Target="../diagrams/data44.xml"/><Relationship Id="rId2" Type="http://schemas.openxmlformats.org/officeDocument/2006/relationships/diagramData" Target="../diagrams/data43.xml"/><Relationship Id="rId1" Type="http://schemas.openxmlformats.org/officeDocument/2006/relationships/slideLayout" Target="../slideLayouts/slideLayout4.xml"/><Relationship Id="rId6" Type="http://schemas.microsoft.com/office/2007/relationships/diagramDrawing" Target="../diagrams/drawing43.xml"/><Relationship Id="rId11" Type="http://schemas.microsoft.com/office/2007/relationships/diagramDrawing" Target="../diagrams/drawing44.xml"/><Relationship Id="rId5" Type="http://schemas.openxmlformats.org/officeDocument/2006/relationships/diagramColors" Target="../diagrams/colors43.xml"/><Relationship Id="rId10" Type="http://schemas.openxmlformats.org/officeDocument/2006/relationships/diagramColors" Target="../diagrams/colors44.xml"/><Relationship Id="rId4" Type="http://schemas.openxmlformats.org/officeDocument/2006/relationships/diagramQuickStyle" Target="../diagrams/quickStyle43.xml"/><Relationship Id="rId9" Type="http://schemas.openxmlformats.org/officeDocument/2006/relationships/diagramQuickStyle" Target="../diagrams/quickStyle44.xml"/></Relationships>
</file>

<file path=ppt/slides/_rels/slide48.xml.rels><?xml version="1.0" encoding="UTF-8" standalone="yes"?>
<Relationships xmlns="http://schemas.openxmlformats.org/package/2006/relationships"><Relationship Id="rId8" Type="http://schemas.openxmlformats.org/officeDocument/2006/relationships/diagramLayout" Target="../diagrams/layout46.xml"/><Relationship Id="rId3" Type="http://schemas.openxmlformats.org/officeDocument/2006/relationships/diagramLayout" Target="../diagrams/layout45.xml"/><Relationship Id="rId7" Type="http://schemas.openxmlformats.org/officeDocument/2006/relationships/diagramData" Target="../diagrams/data46.xml"/><Relationship Id="rId2" Type="http://schemas.openxmlformats.org/officeDocument/2006/relationships/diagramData" Target="../diagrams/data45.xml"/><Relationship Id="rId1" Type="http://schemas.openxmlformats.org/officeDocument/2006/relationships/slideLayout" Target="../slideLayouts/slideLayout4.xml"/><Relationship Id="rId6" Type="http://schemas.microsoft.com/office/2007/relationships/diagramDrawing" Target="../diagrams/drawing45.xml"/><Relationship Id="rId11" Type="http://schemas.microsoft.com/office/2007/relationships/diagramDrawing" Target="../diagrams/drawing46.xml"/><Relationship Id="rId5" Type="http://schemas.openxmlformats.org/officeDocument/2006/relationships/diagramColors" Target="../diagrams/colors45.xml"/><Relationship Id="rId10" Type="http://schemas.openxmlformats.org/officeDocument/2006/relationships/diagramColors" Target="../diagrams/colors46.xml"/><Relationship Id="rId4" Type="http://schemas.openxmlformats.org/officeDocument/2006/relationships/diagramQuickStyle" Target="../diagrams/quickStyle45.xml"/><Relationship Id="rId9" Type="http://schemas.openxmlformats.org/officeDocument/2006/relationships/diagramQuickStyle" Target="../diagrams/quickStyle46.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4.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4.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4.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4.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4.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2.xml"/><Relationship Id="rId7" Type="http://schemas.openxmlformats.org/officeDocument/2006/relationships/image" Target="../media/image75.jpeg"/><Relationship Id="rId2" Type="http://schemas.openxmlformats.org/officeDocument/2006/relationships/diagramData" Target="../diagrams/data52.xml"/><Relationship Id="rId1" Type="http://schemas.openxmlformats.org/officeDocument/2006/relationships/slideLayout" Target="../slideLayouts/slideLayout4.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8" Type="http://schemas.openxmlformats.org/officeDocument/2006/relationships/diagramLayout" Target="../diagrams/layout54.xml"/><Relationship Id="rId3" Type="http://schemas.openxmlformats.org/officeDocument/2006/relationships/diagramLayout" Target="../diagrams/layout53.xml"/><Relationship Id="rId7" Type="http://schemas.openxmlformats.org/officeDocument/2006/relationships/diagramData" Target="../diagrams/data54.xml"/><Relationship Id="rId2" Type="http://schemas.openxmlformats.org/officeDocument/2006/relationships/diagramData" Target="../diagrams/data53.xml"/><Relationship Id="rId1" Type="http://schemas.openxmlformats.org/officeDocument/2006/relationships/slideLayout" Target="../slideLayouts/slideLayout4.xml"/><Relationship Id="rId6" Type="http://schemas.microsoft.com/office/2007/relationships/diagramDrawing" Target="../diagrams/drawing53.xml"/><Relationship Id="rId11" Type="http://schemas.microsoft.com/office/2007/relationships/diagramDrawing" Target="../diagrams/drawing54.xml"/><Relationship Id="rId5" Type="http://schemas.openxmlformats.org/officeDocument/2006/relationships/diagramColors" Target="../diagrams/colors53.xml"/><Relationship Id="rId10" Type="http://schemas.openxmlformats.org/officeDocument/2006/relationships/diagramColors" Target="../diagrams/colors54.xml"/><Relationship Id="rId4" Type="http://schemas.openxmlformats.org/officeDocument/2006/relationships/diagramQuickStyle" Target="../diagrams/quickStyle53.xml"/><Relationship Id="rId9" Type="http://schemas.openxmlformats.org/officeDocument/2006/relationships/diagramQuickStyle" Target="../diagrams/quickStyle54.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55.xml"/><Relationship Id="rId7" Type="http://schemas.openxmlformats.org/officeDocument/2006/relationships/image" Target="../media/image76.jpeg"/><Relationship Id="rId2" Type="http://schemas.openxmlformats.org/officeDocument/2006/relationships/diagramData" Target="../diagrams/data55.xml"/><Relationship Id="rId1" Type="http://schemas.openxmlformats.org/officeDocument/2006/relationships/slideLayout" Target="../slideLayouts/slideLayout4.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4.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4.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4.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59.xml"/><Relationship Id="rId7" Type="http://schemas.microsoft.com/office/2007/relationships/diagramDrawing" Target="../diagrams/drawing59.xml"/><Relationship Id="rId2" Type="http://schemas.openxmlformats.org/officeDocument/2006/relationships/image" Target="../media/image77.png"/><Relationship Id="rId1" Type="http://schemas.openxmlformats.org/officeDocument/2006/relationships/slideLayout" Target="../slideLayouts/slideLayout4.xml"/><Relationship Id="rId6" Type="http://schemas.openxmlformats.org/officeDocument/2006/relationships/diagramColors" Target="../diagrams/colors59.xml"/><Relationship Id="rId5" Type="http://schemas.openxmlformats.org/officeDocument/2006/relationships/diagramQuickStyle" Target="../diagrams/quickStyle59.xml"/><Relationship Id="rId4" Type="http://schemas.openxmlformats.org/officeDocument/2006/relationships/diagramLayout" Target="../diagrams/layout59.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0.xml"/><Relationship Id="rId7" Type="http://schemas.openxmlformats.org/officeDocument/2006/relationships/image" Target="../media/image78.png"/><Relationship Id="rId2" Type="http://schemas.openxmlformats.org/officeDocument/2006/relationships/diagramData" Target="../diagrams/data60.xml"/><Relationship Id="rId1" Type="http://schemas.openxmlformats.org/officeDocument/2006/relationships/slideLayout" Target="../slideLayouts/slideLayout4.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4.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2.xml"/><Relationship Id="rId7" Type="http://schemas.openxmlformats.org/officeDocument/2006/relationships/image" Target="../media/image79.png"/><Relationship Id="rId2" Type="http://schemas.openxmlformats.org/officeDocument/2006/relationships/diagramData" Target="../diagrams/data62.xml"/><Relationship Id="rId1" Type="http://schemas.openxmlformats.org/officeDocument/2006/relationships/slideLayout" Target="../slideLayouts/slideLayout4.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63.xml"/><Relationship Id="rId7" Type="http://schemas.openxmlformats.org/officeDocument/2006/relationships/image" Target="../media/image80.jpeg"/><Relationship Id="rId2" Type="http://schemas.openxmlformats.org/officeDocument/2006/relationships/diagramData" Target="../diagrams/data63.xml"/><Relationship Id="rId1" Type="http://schemas.openxmlformats.org/officeDocument/2006/relationships/slideLayout" Target="../slideLayouts/slideLayout4.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4.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4.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68.xml.rels><?xml version="1.0" encoding="UTF-8" standalone="yes"?>
<Relationships xmlns="http://schemas.openxmlformats.org/package/2006/relationships"><Relationship Id="rId8" Type="http://schemas.openxmlformats.org/officeDocument/2006/relationships/diagramLayout" Target="../diagrams/layout67.xml"/><Relationship Id="rId3" Type="http://schemas.openxmlformats.org/officeDocument/2006/relationships/diagramLayout" Target="../diagrams/layout66.xml"/><Relationship Id="rId7" Type="http://schemas.openxmlformats.org/officeDocument/2006/relationships/diagramData" Target="../diagrams/data67.xml"/><Relationship Id="rId2" Type="http://schemas.openxmlformats.org/officeDocument/2006/relationships/diagramData" Target="../diagrams/data66.xml"/><Relationship Id="rId1" Type="http://schemas.openxmlformats.org/officeDocument/2006/relationships/slideLayout" Target="../slideLayouts/slideLayout4.xml"/><Relationship Id="rId6" Type="http://schemas.microsoft.com/office/2007/relationships/diagramDrawing" Target="../diagrams/drawing66.xml"/><Relationship Id="rId11" Type="http://schemas.microsoft.com/office/2007/relationships/diagramDrawing" Target="../diagrams/drawing67.xml"/><Relationship Id="rId5" Type="http://schemas.openxmlformats.org/officeDocument/2006/relationships/diagramColors" Target="../diagrams/colors66.xml"/><Relationship Id="rId10" Type="http://schemas.openxmlformats.org/officeDocument/2006/relationships/diagramColors" Target="../diagrams/colors67.xml"/><Relationship Id="rId4" Type="http://schemas.openxmlformats.org/officeDocument/2006/relationships/diagramQuickStyle" Target="../diagrams/quickStyle66.xml"/><Relationship Id="rId9" Type="http://schemas.openxmlformats.org/officeDocument/2006/relationships/diagramQuickStyle" Target="../diagrams/quickStyle67.xml"/></Relationships>
</file>

<file path=ppt/slides/_rels/slide69.xml.rels><?xml version="1.0" encoding="UTF-8" standalone="yes"?>
<Relationships xmlns="http://schemas.openxmlformats.org/package/2006/relationships"><Relationship Id="rId8" Type="http://schemas.openxmlformats.org/officeDocument/2006/relationships/diagramLayout" Target="../diagrams/layout69.xml"/><Relationship Id="rId3" Type="http://schemas.openxmlformats.org/officeDocument/2006/relationships/diagramLayout" Target="../diagrams/layout68.xml"/><Relationship Id="rId7" Type="http://schemas.openxmlformats.org/officeDocument/2006/relationships/diagramData" Target="../diagrams/data69.xml"/><Relationship Id="rId2" Type="http://schemas.openxmlformats.org/officeDocument/2006/relationships/diagramData" Target="../diagrams/data68.xml"/><Relationship Id="rId1" Type="http://schemas.openxmlformats.org/officeDocument/2006/relationships/slideLayout" Target="../slideLayouts/slideLayout4.xml"/><Relationship Id="rId6" Type="http://schemas.microsoft.com/office/2007/relationships/diagramDrawing" Target="../diagrams/drawing68.xml"/><Relationship Id="rId11" Type="http://schemas.microsoft.com/office/2007/relationships/diagramDrawing" Target="../diagrams/drawing69.xml"/><Relationship Id="rId5" Type="http://schemas.openxmlformats.org/officeDocument/2006/relationships/diagramColors" Target="../diagrams/colors68.xml"/><Relationship Id="rId10" Type="http://schemas.openxmlformats.org/officeDocument/2006/relationships/diagramColors" Target="../diagrams/colors69.xml"/><Relationship Id="rId4" Type="http://schemas.openxmlformats.org/officeDocument/2006/relationships/diagramQuickStyle" Target="../diagrams/quickStyle68.xml"/><Relationship Id="rId9" Type="http://schemas.openxmlformats.org/officeDocument/2006/relationships/diagramQuickStyle" Target="../diagrams/quickStyle69.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0.xml"/><Relationship Id="rId7" Type="http://schemas.openxmlformats.org/officeDocument/2006/relationships/image" Target="../media/image81.jpeg"/><Relationship Id="rId2" Type="http://schemas.openxmlformats.org/officeDocument/2006/relationships/diagramData" Target="../diagrams/data70.xml"/><Relationship Id="rId1" Type="http://schemas.openxmlformats.org/officeDocument/2006/relationships/slideLayout" Target="../slideLayouts/slideLayout4.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71.xml"/><Relationship Id="rId2" Type="http://schemas.openxmlformats.org/officeDocument/2006/relationships/diagramData" Target="../diagrams/data71.xml"/><Relationship Id="rId1" Type="http://schemas.openxmlformats.org/officeDocument/2006/relationships/slideLayout" Target="../slideLayouts/slideLayout4.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8" Type="http://schemas.openxmlformats.org/officeDocument/2006/relationships/diagramLayout" Target="../diagrams/layout73.xml"/><Relationship Id="rId3" Type="http://schemas.openxmlformats.org/officeDocument/2006/relationships/diagramLayout" Target="../diagrams/layout72.xml"/><Relationship Id="rId7" Type="http://schemas.openxmlformats.org/officeDocument/2006/relationships/diagramData" Target="../diagrams/data73.xml"/><Relationship Id="rId2" Type="http://schemas.openxmlformats.org/officeDocument/2006/relationships/diagramData" Target="../diagrams/data72.xml"/><Relationship Id="rId1" Type="http://schemas.openxmlformats.org/officeDocument/2006/relationships/slideLayout" Target="../slideLayouts/slideLayout4.xml"/><Relationship Id="rId6" Type="http://schemas.microsoft.com/office/2007/relationships/diagramDrawing" Target="../diagrams/drawing72.xml"/><Relationship Id="rId11" Type="http://schemas.microsoft.com/office/2007/relationships/diagramDrawing" Target="../diagrams/drawing73.xml"/><Relationship Id="rId5" Type="http://schemas.openxmlformats.org/officeDocument/2006/relationships/diagramColors" Target="../diagrams/colors72.xml"/><Relationship Id="rId10" Type="http://schemas.openxmlformats.org/officeDocument/2006/relationships/diagramColors" Target="../diagrams/colors73.xml"/><Relationship Id="rId4" Type="http://schemas.openxmlformats.org/officeDocument/2006/relationships/diagramQuickStyle" Target="../diagrams/quickStyle72.xml"/><Relationship Id="rId9" Type="http://schemas.openxmlformats.org/officeDocument/2006/relationships/diagramQuickStyle" Target="../diagrams/quickStyle73.xml"/></Relationships>
</file>

<file path=ppt/slides/_rels/slide73.xml.rels><?xml version="1.0" encoding="UTF-8" standalone="yes"?>
<Relationships xmlns="http://schemas.openxmlformats.org/package/2006/relationships"><Relationship Id="rId8" Type="http://schemas.openxmlformats.org/officeDocument/2006/relationships/diagramLayout" Target="../diagrams/layout75.xml"/><Relationship Id="rId3" Type="http://schemas.openxmlformats.org/officeDocument/2006/relationships/diagramLayout" Target="../diagrams/layout74.xml"/><Relationship Id="rId7" Type="http://schemas.openxmlformats.org/officeDocument/2006/relationships/diagramData" Target="../diagrams/data75.xml"/><Relationship Id="rId2" Type="http://schemas.openxmlformats.org/officeDocument/2006/relationships/diagramData" Target="../diagrams/data74.xml"/><Relationship Id="rId1" Type="http://schemas.openxmlformats.org/officeDocument/2006/relationships/slideLayout" Target="../slideLayouts/slideLayout4.xml"/><Relationship Id="rId6" Type="http://schemas.microsoft.com/office/2007/relationships/diagramDrawing" Target="../diagrams/drawing74.xml"/><Relationship Id="rId11" Type="http://schemas.microsoft.com/office/2007/relationships/diagramDrawing" Target="../diagrams/drawing75.xml"/><Relationship Id="rId5" Type="http://schemas.openxmlformats.org/officeDocument/2006/relationships/diagramColors" Target="../diagrams/colors74.xml"/><Relationship Id="rId10" Type="http://schemas.openxmlformats.org/officeDocument/2006/relationships/diagramColors" Target="../diagrams/colors75.xml"/><Relationship Id="rId4" Type="http://schemas.openxmlformats.org/officeDocument/2006/relationships/diagramQuickStyle" Target="../diagrams/quickStyle74.xml"/><Relationship Id="rId9" Type="http://schemas.openxmlformats.org/officeDocument/2006/relationships/diagramQuickStyle" Target="../diagrams/quickStyle75.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4.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4.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8.xml"/><Relationship Id="rId2" Type="http://schemas.openxmlformats.org/officeDocument/2006/relationships/diagramData" Target="../diagrams/data78.xml"/><Relationship Id="rId1" Type="http://schemas.openxmlformats.org/officeDocument/2006/relationships/slideLayout" Target="../slideLayouts/slideLayout4.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9.xml"/><Relationship Id="rId2" Type="http://schemas.openxmlformats.org/officeDocument/2006/relationships/diagramData" Target="../diagrams/data79.xml"/><Relationship Id="rId1" Type="http://schemas.openxmlformats.org/officeDocument/2006/relationships/slideLayout" Target="../slideLayouts/slideLayout4.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80.xml"/><Relationship Id="rId2" Type="http://schemas.openxmlformats.org/officeDocument/2006/relationships/diagramData" Target="../diagrams/data80.xml"/><Relationship Id="rId1" Type="http://schemas.openxmlformats.org/officeDocument/2006/relationships/slideLayout" Target="../slideLayouts/slideLayout4.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81.xml"/><Relationship Id="rId2" Type="http://schemas.openxmlformats.org/officeDocument/2006/relationships/diagramData" Target="../diagrams/data81.xml"/><Relationship Id="rId1" Type="http://schemas.openxmlformats.org/officeDocument/2006/relationships/slideLayout" Target="../slideLayouts/slideLayout4.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0.xml.rels><?xml version="1.0" encoding="UTF-8" standalone="yes"?>
<Relationships xmlns="http://schemas.openxmlformats.org/package/2006/relationships"><Relationship Id="rId8" Type="http://schemas.openxmlformats.org/officeDocument/2006/relationships/diagramLayout" Target="../diagrams/layout83.xml"/><Relationship Id="rId13" Type="http://schemas.openxmlformats.org/officeDocument/2006/relationships/image" Target="../media/image660.png"/><Relationship Id="rId3" Type="http://schemas.openxmlformats.org/officeDocument/2006/relationships/diagramLayout" Target="../diagrams/layout82.xml"/><Relationship Id="rId7" Type="http://schemas.openxmlformats.org/officeDocument/2006/relationships/diagramData" Target="../diagrams/data83.xml"/><Relationship Id="rId12" Type="http://schemas.openxmlformats.org/officeDocument/2006/relationships/customXml" Target="../ink/ink35.xml"/><Relationship Id="rId17" Type="http://schemas.openxmlformats.org/officeDocument/2006/relationships/image" Target="../media/image68.png"/><Relationship Id="rId2" Type="http://schemas.openxmlformats.org/officeDocument/2006/relationships/diagramData" Target="../diagrams/data82.xml"/><Relationship Id="rId16" Type="http://schemas.openxmlformats.org/officeDocument/2006/relationships/customXml" Target="../ink/ink37.xml"/><Relationship Id="rId1" Type="http://schemas.openxmlformats.org/officeDocument/2006/relationships/slideLayout" Target="../slideLayouts/slideLayout4.xml"/><Relationship Id="rId6" Type="http://schemas.microsoft.com/office/2007/relationships/diagramDrawing" Target="../diagrams/drawing82.xml"/><Relationship Id="rId11" Type="http://schemas.microsoft.com/office/2007/relationships/diagramDrawing" Target="../diagrams/drawing83.xml"/><Relationship Id="rId5" Type="http://schemas.openxmlformats.org/officeDocument/2006/relationships/diagramColors" Target="../diagrams/colors82.xml"/><Relationship Id="rId15" Type="http://schemas.openxmlformats.org/officeDocument/2006/relationships/image" Target="../media/image67.png"/><Relationship Id="rId10" Type="http://schemas.openxmlformats.org/officeDocument/2006/relationships/diagramColors" Target="../diagrams/colors83.xml"/><Relationship Id="rId4" Type="http://schemas.openxmlformats.org/officeDocument/2006/relationships/diagramQuickStyle" Target="../diagrams/quickStyle82.xml"/><Relationship Id="rId9" Type="http://schemas.openxmlformats.org/officeDocument/2006/relationships/diagramQuickStyle" Target="../diagrams/quickStyle83.xml"/><Relationship Id="rId14" Type="http://schemas.openxmlformats.org/officeDocument/2006/relationships/customXml" Target="../ink/ink36.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4.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5.xml"/><Relationship Id="rId2" Type="http://schemas.openxmlformats.org/officeDocument/2006/relationships/diagramData" Target="../diagrams/data85.xml"/><Relationship Id="rId1" Type="http://schemas.openxmlformats.org/officeDocument/2006/relationships/slideLayout" Target="../slideLayouts/slideLayout4.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86.xml"/><Relationship Id="rId2" Type="http://schemas.openxmlformats.org/officeDocument/2006/relationships/diagramData" Target="../diagrams/data86.xml"/><Relationship Id="rId1" Type="http://schemas.openxmlformats.org/officeDocument/2006/relationships/slideLayout" Target="../slideLayouts/slideLayout4.xml"/><Relationship Id="rId6" Type="http://schemas.microsoft.com/office/2007/relationships/diagramDrawing" Target="../diagrams/drawing86.xml"/><Relationship Id="rId5" Type="http://schemas.openxmlformats.org/officeDocument/2006/relationships/diagramColors" Target="../diagrams/colors86.xml"/><Relationship Id="rId4" Type="http://schemas.openxmlformats.org/officeDocument/2006/relationships/diagramQuickStyle" Target="../diagrams/quickStyle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5BF14-55B9-752E-2FE0-8E8BE65A1B45}"/>
              </a:ext>
            </a:extLst>
          </p:cNvPr>
          <p:cNvSpPr>
            <a:spLocks noGrp="1"/>
          </p:cNvSpPr>
          <p:nvPr>
            <p:ph type="ctrTitle"/>
          </p:nvPr>
        </p:nvSpPr>
        <p:spPr/>
        <p:txBody>
          <a:bodyPr/>
          <a:lstStyle/>
          <a:p>
            <a:r>
              <a:rPr lang="uk-UA" dirty="0"/>
              <a:t>Українська революція. Директорія УНР</a:t>
            </a:r>
          </a:p>
        </p:txBody>
      </p:sp>
      <p:sp>
        <p:nvSpPr>
          <p:cNvPr id="3" name="Підзаголовок 2">
            <a:extLst>
              <a:ext uri="{FF2B5EF4-FFF2-40B4-BE49-F238E27FC236}">
                <a16:creationId xmlns:a16="http://schemas.microsoft.com/office/drawing/2014/main" id="{4CC1C961-5281-BB99-2C06-83F546856726}"/>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40686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C2120F5-4B9D-6A88-F1DA-ABE18F2BCE6F}"/>
              </a:ext>
            </a:extLst>
          </p:cNvPr>
          <p:cNvSpPr>
            <a:spLocks noGrp="1"/>
          </p:cNvSpPr>
          <p:nvPr>
            <p:ph type="title"/>
          </p:nvPr>
        </p:nvSpPr>
        <p:spPr/>
        <p:txBody>
          <a:bodyPr/>
          <a:lstStyle/>
          <a:p>
            <a:r>
              <a:rPr lang="uk-UA" dirty="0"/>
              <a:t>Короткий зміст попередньої лекції</a:t>
            </a:r>
          </a:p>
        </p:txBody>
      </p:sp>
      <p:sp>
        <p:nvSpPr>
          <p:cNvPr id="5" name="Місце для тексту 4">
            <a:extLst>
              <a:ext uri="{FF2B5EF4-FFF2-40B4-BE49-F238E27FC236}">
                <a16:creationId xmlns:a16="http://schemas.microsoft.com/office/drawing/2014/main" id="{F5CBFC42-4745-0DDF-C38B-97417776E488}"/>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2136687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788CC2-71C6-35F3-DF81-0C6502BB7B45}"/>
              </a:ext>
            </a:extLst>
          </p:cNvPr>
          <p:cNvSpPr>
            <a:spLocks noGrp="1"/>
          </p:cNvSpPr>
          <p:nvPr>
            <p:ph type="title"/>
          </p:nvPr>
        </p:nvSpPr>
        <p:spPr/>
        <p:txBody>
          <a:bodyPr/>
          <a:lstStyle/>
          <a:p>
            <a:r>
              <a:rPr lang="uk-UA" dirty="0"/>
              <a:t>Початок Української революції</a:t>
            </a:r>
          </a:p>
        </p:txBody>
      </p:sp>
      <p:sp>
        <p:nvSpPr>
          <p:cNvPr id="3" name="Місце для вмісту 2">
            <a:extLst>
              <a:ext uri="{FF2B5EF4-FFF2-40B4-BE49-F238E27FC236}">
                <a16:creationId xmlns:a16="http://schemas.microsoft.com/office/drawing/2014/main" id="{9B5FDD16-7E22-43FB-5E89-55F172C86CCC}"/>
              </a:ext>
            </a:extLst>
          </p:cNvPr>
          <p:cNvSpPr>
            <a:spLocks noGrp="1"/>
          </p:cNvSpPr>
          <p:nvPr>
            <p:ph sz="quarter" idx="13"/>
          </p:nvPr>
        </p:nvSpPr>
        <p:spPr/>
        <p:txBody>
          <a:bodyPr>
            <a:normAutofit fontScale="92500"/>
          </a:bodyPr>
          <a:lstStyle/>
          <a:p>
            <a:endParaRPr lang="uk-UA" sz="1800" b="0" i="0" u="none" strike="noStrike" baseline="0" dirty="0">
              <a:solidFill>
                <a:srgbClr val="000000"/>
              </a:solidFill>
              <a:latin typeface="Arial" panose="020B0604020202020204" pitchFamily="34" charset="0"/>
            </a:endParaRPr>
          </a:p>
          <a:p>
            <a:r>
              <a:rPr lang="ru-RU" sz="1800" b="0" i="1" u="none" strike="noStrike" baseline="0" dirty="0">
                <a:solidFill>
                  <a:srgbClr val="000000"/>
                </a:solidFill>
                <a:latin typeface="Arial" panose="020B0604020202020204" pitchFamily="34" charset="0"/>
              </a:rPr>
              <a:t>Перша </a:t>
            </a:r>
            <a:r>
              <a:rPr lang="ru-RU" sz="1800" b="0" i="1" u="none" strike="noStrike" baseline="0" dirty="0" err="1">
                <a:solidFill>
                  <a:srgbClr val="000000"/>
                </a:solidFill>
                <a:latin typeface="Arial" panose="020B0604020202020204" pitchFamily="34" charset="0"/>
              </a:rPr>
              <a:t>світова</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війна</a:t>
            </a:r>
            <a:r>
              <a:rPr lang="ru-RU" sz="1800" b="0" i="1" u="none" strike="noStrike" baseline="0" dirty="0">
                <a:solidFill>
                  <a:srgbClr val="000000"/>
                </a:solidFill>
                <a:latin typeface="Arial" panose="020B0604020202020204" pitchFamily="34" charset="0"/>
              </a:rPr>
              <a:t> стала </a:t>
            </a:r>
            <a:r>
              <a:rPr lang="ru-RU" sz="1800" b="0" i="1" u="none" strike="noStrike" baseline="0" dirty="0" err="1">
                <a:solidFill>
                  <a:srgbClr val="000000"/>
                </a:solidFill>
                <a:latin typeface="Arial" panose="020B0604020202020204" pitchFamily="34" charset="0"/>
              </a:rPr>
              <a:t>потужним</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каталізатором</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карколомних</a:t>
            </a:r>
            <a:r>
              <a:rPr lang="ru-RU" sz="1800" b="0" i="1" u="none" strike="noStrike" baseline="0" dirty="0">
                <a:solidFill>
                  <a:srgbClr val="000000"/>
                </a:solidFill>
                <a:latin typeface="Arial" panose="020B0604020202020204" pitchFamily="34" charset="0"/>
              </a:rPr>
              <a:t> ЗМІН; </a:t>
            </a:r>
            <a:r>
              <a:rPr lang="ru-RU" sz="1800" b="0" i="1" u="none" strike="noStrike" baseline="0" dirty="0" err="1">
                <a:solidFill>
                  <a:srgbClr val="000000"/>
                </a:solidFill>
                <a:latin typeface="Arial" panose="020B0604020202020204" pitchFamily="34" charset="0"/>
              </a:rPr>
              <a:t>зокрема</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блискавичної</a:t>
            </a:r>
            <a:r>
              <a:rPr lang="ru-RU" sz="1800" b="0" i="1" u="none" strike="noStrike" baseline="0" dirty="0">
                <a:solidFill>
                  <a:srgbClr val="000000"/>
                </a:solidFill>
                <a:latin typeface="Arial" panose="020B0604020202020204" pitchFamily="34" charset="0"/>
              </a:rPr>
              <a:t> перемоги </a:t>
            </a:r>
            <a:r>
              <a:rPr lang="ru-RU" sz="1800" b="0" i="1" u="none" strike="noStrike" baseline="0" dirty="0" err="1">
                <a:solidFill>
                  <a:srgbClr val="000000"/>
                </a:solidFill>
                <a:latin typeface="Arial" panose="020B0604020202020204" pitchFamily="34" charset="0"/>
              </a:rPr>
              <a:t>Лютневої</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революції</a:t>
            </a:r>
            <a:r>
              <a:rPr lang="ru-RU" sz="1800" b="0" i="1" u="none" strike="noStrike" baseline="0" dirty="0">
                <a:solidFill>
                  <a:srgbClr val="000000"/>
                </a:solidFill>
                <a:latin typeface="Arial" panose="020B0604020202020204" pitchFamily="34" charset="0"/>
              </a:rPr>
              <a:t> та </a:t>
            </a:r>
            <a:r>
              <a:rPr lang="ru-RU" sz="1800" b="0" i="1" u="none" strike="noStrike" baseline="0" dirty="0" err="1">
                <a:solidFill>
                  <a:srgbClr val="000000"/>
                </a:solidFill>
                <a:latin typeface="Arial" panose="020B0604020202020204" pitchFamily="34" charset="0"/>
              </a:rPr>
              <a:t>повалення</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самодержавства</a:t>
            </a:r>
            <a:r>
              <a:rPr lang="ru-RU" sz="1800" b="0" i="1" u="none" strike="noStrike" baseline="0" dirty="0">
                <a:solidFill>
                  <a:srgbClr val="000000"/>
                </a:solidFill>
                <a:latin typeface="Arial" panose="020B0604020202020204" pitchFamily="34" charset="0"/>
              </a:rPr>
              <a:t> в </a:t>
            </a:r>
            <a:r>
              <a:rPr lang="ru-RU" sz="1800" b="0" i="1" u="none" strike="noStrike" baseline="0" dirty="0" err="1">
                <a:solidFill>
                  <a:srgbClr val="000000"/>
                </a:solidFill>
                <a:latin typeface="Arial" panose="020B0604020202020204" pitchFamily="34" charset="0"/>
              </a:rPr>
              <a:t>Росії</a:t>
            </a:r>
            <a:r>
              <a:rPr lang="ru-RU" sz="1800" b="0" i="1" u="none" strike="noStrike" baseline="0" dirty="0">
                <a:solidFill>
                  <a:srgbClr val="000000"/>
                </a:solidFill>
                <a:latin typeface="Arial" panose="020B0604020202020204" pitchFamily="34" charset="0"/>
              </a:rPr>
              <a:t>. </a:t>
            </a:r>
            <a:endParaRPr lang="ru-RU" sz="1800" b="0" i="0" u="none" strike="noStrike" baseline="0" dirty="0">
              <a:solidFill>
                <a:srgbClr val="000000"/>
              </a:solidFill>
              <a:latin typeface="Arial" panose="020B0604020202020204" pitchFamily="34" charset="0"/>
            </a:endParaRPr>
          </a:p>
          <a:p>
            <a:r>
              <a:rPr lang="ru-RU" sz="1800" b="0" i="1" u="none" strike="noStrike" baseline="0" dirty="0" err="1">
                <a:solidFill>
                  <a:srgbClr val="000000"/>
                </a:solidFill>
                <a:latin typeface="Arial" panose="020B0604020202020204" pitchFamily="34" charset="0"/>
              </a:rPr>
              <a:t>Кризове</a:t>
            </a:r>
            <a:r>
              <a:rPr lang="ru-RU" sz="1800" b="0" i="1" u="none" strike="noStrike" baseline="0" dirty="0">
                <a:solidFill>
                  <a:srgbClr val="000000"/>
                </a:solidFill>
                <a:latin typeface="Arial" panose="020B0604020202020204" pitchFamily="34" charset="0"/>
              </a:rPr>
              <a:t> становище </a:t>
            </a:r>
            <a:r>
              <a:rPr lang="ru-RU" sz="1800" b="0" i="1" u="none" strike="noStrike" baseline="0" dirty="0" err="1">
                <a:solidFill>
                  <a:srgbClr val="000000"/>
                </a:solidFill>
                <a:latin typeface="Arial" panose="020B0604020202020204" pitchFamily="34" charset="0"/>
              </a:rPr>
              <a:t>країни</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зумовило</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загострення</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політичних</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соціально</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економічних</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національних</a:t>
            </a:r>
            <a:r>
              <a:rPr lang="ru-RU" sz="1800" b="0" i="1" u="none" strike="noStrike" baseline="0" dirty="0">
                <a:solidFill>
                  <a:srgbClr val="000000"/>
                </a:solidFill>
                <a:latin typeface="Arial" panose="020B0604020202020204" pitchFamily="34" charset="0"/>
              </a:rPr>
              <a:t> проблем та </a:t>
            </a:r>
            <a:r>
              <a:rPr lang="ru-RU" sz="1800" b="0" i="1" u="none" strike="noStrike" baseline="0" dirty="0" err="1">
                <a:solidFill>
                  <a:srgbClr val="000000"/>
                </a:solidFill>
                <a:latin typeface="Arial" panose="020B0604020202020204" pitchFamily="34" charset="0"/>
              </a:rPr>
              <a:t>активізацію</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політичних</a:t>
            </a:r>
            <a:r>
              <a:rPr lang="ru-RU" sz="1800" b="0" i="1" u="none" strike="noStrike" baseline="0" dirty="0">
                <a:solidFill>
                  <a:srgbClr val="000000"/>
                </a:solidFill>
                <a:latin typeface="Arial" panose="020B0604020202020204" pitchFamily="34" charset="0"/>
              </a:rPr>
              <a:t> сил в </a:t>
            </a:r>
            <a:r>
              <a:rPr lang="ru-RU" sz="1800" b="0" i="1" u="none" strike="noStrike" baseline="0" dirty="0" err="1">
                <a:solidFill>
                  <a:srgbClr val="000000"/>
                </a:solidFill>
                <a:latin typeface="Arial" panose="020B0604020202020204" pitchFamily="34" charset="0"/>
              </a:rPr>
              <a:t>Україні</a:t>
            </a:r>
            <a:r>
              <a:rPr lang="ru-RU" sz="1800" b="0" i="1" u="none" strike="noStrike" baseline="0" dirty="0">
                <a:solidFill>
                  <a:srgbClr val="000000"/>
                </a:solidFill>
                <a:latin typeface="Arial" panose="020B0604020202020204" pitchFamily="34" charset="0"/>
              </a:rPr>
              <a:t>. </a:t>
            </a:r>
            <a:endParaRPr lang="ru-RU" sz="1800" b="0" i="0" u="none" strike="noStrike" baseline="0" dirty="0">
              <a:solidFill>
                <a:srgbClr val="000000"/>
              </a:solidFill>
              <a:latin typeface="Arial" panose="020B0604020202020204" pitchFamily="34" charset="0"/>
            </a:endParaRPr>
          </a:p>
          <a:p>
            <a:r>
              <a:rPr lang="ru-RU" sz="1800" b="0" i="1" u="none" strike="noStrike" baseline="0" dirty="0" err="1">
                <a:solidFill>
                  <a:srgbClr val="000000"/>
                </a:solidFill>
                <a:latin typeface="Arial" panose="020B0604020202020204" pitchFamily="34" charset="0"/>
              </a:rPr>
              <a:t>Поряд</a:t>
            </a:r>
            <a:r>
              <a:rPr lang="ru-RU" sz="1800" b="0" i="1" u="none" strike="noStrike" baseline="0" dirty="0">
                <a:solidFill>
                  <a:srgbClr val="000000"/>
                </a:solidFill>
                <a:latin typeface="Arial" panose="020B0604020202020204" pitchFamily="34" charset="0"/>
              </a:rPr>
              <a:t> з органами </a:t>
            </a:r>
            <a:r>
              <a:rPr lang="ru-RU" sz="1800" b="0" i="1" u="none" strike="noStrike" baseline="0" dirty="0" err="1">
                <a:solidFill>
                  <a:srgbClr val="000000"/>
                </a:solidFill>
                <a:latin typeface="Arial" panose="020B0604020202020204" pitchFamily="34" charset="0"/>
              </a:rPr>
              <a:t>Тимчасового</a:t>
            </a:r>
            <a:r>
              <a:rPr lang="ru-RU" sz="1800" b="0" i="1" u="none" strike="noStrike" baseline="0" dirty="0">
                <a:solidFill>
                  <a:srgbClr val="000000"/>
                </a:solidFill>
                <a:latin typeface="Arial" panose="020B0604020202020204" pitchFamily="34" charset="0"/>
              </a:rPr>
              <a:t> уряду; радами </a:t>
            </a:r>
            <a:r>
              <a:rPr lang="ru-RU" sz="1800" b="0" i="1" u="none" strike="noStrike" baseline="0" dirty="0" err="1">
                <a:solidFill>
                  <a:srgbClr val="000000"/>
                </a:solidFill>
                <a:latin typeface="Arial" panose="020B0604020202020204" pitchFamily="34" charset="0"/>
              </a:rPr>
              <a:t>робітничих</a:t>
            </a:r>
            <a:r>
              <a:rPr lang="ru-RU" sz="1800" b="0" i="1" u="none" strike="noStrike" baseline="0" dirty="0">
                <a:solidFill>
                  <a:srgbClr val="000000"/>
                </a:solidFill>
                <a:latin typeface="Arial" panose="020B0604020202020204" pitchFamily="34" charset="0"/>
              </a:rPr>
              <a:t> та </a:t>
            </a:r>
            <a:r>
              <a:rPr lang="ru-RU" sz="1800" b="0" i="1" u="none" strike="noStrike" baseline="0" dirty="0" err="1">
                <a:solidFill>
                  <a:srgbClr val="000000"/>
                </a:solidFill>
                <a:latin typeface="Arial" panose="020B0604020202020204" pitchFamily="34" charset="0"/>
              </a:rPr>
              <a:t>військових</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депутатів</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українці</a:t>
            </a:r>
            <a:r>
              <a:rPr lang="ru-RU" sz="1800" b="0" i="1" u="none" strike="noStrike" baseline="0" dirty="0">
                <a:solidFill>
                  <a:srgbClr val="000000"/>
                </a:solidFill>
                <a:latin typeface="Arial" panose="020B0604020202020204" pitchFamily="34" charset="0"/>
              </a:rPr>
              <a:t> створили свою; </a:t>
            </a:r>
            <a:r>
              <a:rPr lang="ru-RU" sz="1800" b="0" i="1" u="none" strike="noStrike" baseline="0" dirty="0" err="1">
                <a:solidFill>
                  <a:srgbClr val="000000"/>
                </a:solidFill>
                <a:latin typeface="Arial" panose="020B0604020202020204" pitchFamily="34" charset="0"/>
              </a:rPr>
              <a:t>альтернативну</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Центральну</a:t>
            </a:r>
            <a:r>
              <a:rPr lang="ru-RU" sz="1800" b="0" i="1" u="none" strike="noStrike" baseline="0" dirty="0">
                <a:solidFill>
                  <a:srgbClr val="000000"/>
                </a:solidFill>
                <a:latin typeface="Arial" panose="020B0604020202020204" pitchFamily="34" charset="0"/>
              </a:rPr>
              <a:t> Раду </a:t>
            </a:r>
            <a:r>
              <a:rPr lang="ru-RU" sz="1800" b="0" i="1" u="none" strike="noStrike" baseline="0" dirty="0" err="1">
                <a:solidFill>
                  <a:srgbClr val="000000"/>
                </a:solidFill>
                <a:latin typeface="Arial" panose="020B0604020202020204" pitchFamily="34" charset="0"/>
              </a:rPr>
              <a:t>України</a:t>
            </a:r>
            <a:r>
              <a:rPr lang="ru-RU" sz="1800" b="0" i="1" u="none" strike="noStrike" baseline="0" dirty="0">
                <a:solidFill>
                  <a:srgbClr val="000000"/>
                </a:solidFill>
                <a:latin typeface="Arial" panose="020B0604020202020204" pitchFamily="34" charset="0"/>
              </a:rPr>
              <a:t>; яка </a:t>
            </a:r>
            <a:r>
              <a:rPr lang="ru-RU" sz="1800" b="0" i="1" u="none" strike="noStrike" baseline="0" dirty="0" err="1">
                <a:solidFill>
                  <a:srgbClr val="000000"/>
                </a:solidFill>
                <a:latin typeface="Arial" panose="020B0604020202020204" pitchFamily="34" charset="0"/>
              </a:rPr>
              <a:t>очолила</a:t>
            </a:r>
            <a:r>
              <a:rPr lang="ru-RU" sz="1800" b="0" i="1" u="none" strike="noStrike" baseline="0" dirty="0">
                <a:solidFill>
                  <a:srgbClr val="000000"/>
                </a:solidFill>
                <a:latin typeface="Arial" panose="020B0604020202020204" pitchFamily="34" charset="0"/>
              </a:rPr>
              <a:t> </a:t>
            </a:r>
            <a:r>
              <a:rPr lang="ru-RU" sz="1800" b="0" i="1" u="none" strike="noStrike" baseline="0" dirty="0" err="1">
                <a:solidFill>
                  <a:srgbClr val="000000"/>
                </a:solidFill>
                <a:latin typeface="Arial" panose="020B0604020202020204" pitchFamily="34" charset="0"/>
              </a:rPr>
              <a:t>боротьбу</a:t>
            </a:r>
            <a:r>
              <a:rPr lang="ru-RU" sz="1800" b="0" i="1" u="none" strike="noStrike" baseline="0" dirty="0">
                <a:solidFill>
                  <a:srgbClr val="000000"/>
                </a:solidFill>
                <a:latin typeface="Arial" panose="020B0604020202020204" pitchFamily="34" charset="0"/>
              </a:rPr>
              <a:t> за </a:t>
            </a:r>
            <a:r>
              <a:rPr lang="ru-RU" sz="1800" b="0" i="1" u="none" strike="noStrike" baseline="0" dirty="0" err="1">
                <a:solidFill>
                  <a:srgbClr val="000000"/>
                </a:solidFill>
                <a:latin typeface="Arial" panose="020B0604020202020204" pitchFamily="34" charset="0"/>
              </a:rPr>
              <a:t>автономні</a:t>
            </a:r>
            <a:r>
              <a:rPr lang="ru-RU" sz="1800" b="0" i="1" u="none" strike="noStrike" baseline="0" dirty="0">
                <a:solidFill>
                  <a:srgbClr val="000000"/>
                </a:solidFill>
                <a:latin typeface="Arial" panose="020B0604020202020204" pitchFamily="34" charset="0"/>
              </a:rPr>
              <a:t> права </a:t>
            </a:r>
            <a:r>
              <a:rPr lang="ru-RU" sz="1800" b="0" i="1" u="none" strike="noStrike" baseline="0" dirty="0" err="1">
                <a:solidFill>
                  <a:srgbClr val="000000"/>
                </a:solidFill>
                <a:latin typeface="Arial" panose="020B0604020202020204" pitchFamily="34" charset="0"/>
              </a:rPr>
              <a:t>українців</a:t>
            </a:r>
            <a:r>
              <a:rPr lang="ru-RU" sz="1800" b="0" i="1" u="none" strike="noStrike" baseline="0" dirty="0">
                <a:solidFill>
                  <a:srgbClr val="000000"/>
                </a:solidFill>
                <a:latin typeface="Arial" panose="020B0604020202020204" pitchFamily="34" charset="0"/>
              </a:rPr>
              <a:t>. </a:t>
            </a:r>
            <a:endParaRPr lang="ru-RU" sz="1800" b="0" i="0" u="none" strike="noStrike" baseline="0" dirty="0">
              <a:solidFill>
                <a:srgbClr val="000000"/>
              </a:solidFill>
              <a:latin typeface="Arial" panose="020B0604020202020204" pitchFamily="34" charset="0"/>
            </a:endParaRPr>
          </a:p>
          <a:p>
            <a:endParaRPr lang="uk-UA" dirty="0"/>
          </a:p>
        </p:txBody>
      </p:sp>
    </p:spTree>
    <p:extLst>
      <p:ext uri="{BB962C8B-B14F-4D97-AF65-F5344CB8AC3E}">
        <p14:creationId xmlns:p14="http://schemas.microsoft.com/office/powerpoint/2010/main" val="23623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2C07D191-4C77-A5C3-F086-3F14923616BD}"/>
              </a:ext>
            </a:extLst>
          </p:cNvPr>
          <p:cNvPicPr>
            <a:picLocks noChangeAspect="1"/>
          </p:cNvPicPr>
          <p:nvPr/>
        </p:nvPicPr>
        <p:blipFill>
          <a:blip r:embed="rId2"/>
          <a:stretch>
            <a:fillRect/>
          </a:stretch>
        </p:blipFill>
        <p:spPr>
          <a:xfrm>
            <a:off x="0" y="54033"/>
            <a:ext cx="2011680" cy="2406643"/>
          </a:xfrm>
          <a:prstGeom prst="rect">
            <a:avLst/>
          </a:prstGeom>
        </p:spPr>
      </p:pic>
      <p:pic>
        <p:nvPicPr>
          <p:cNvPr id="7" name="Рисунок 6">
            <a:extLst>
              <a:ext uri="{FF2B5EF4-FFF2-40B4-BE49-F238E27FC236}">
                <a16:creationId xmlns:a16="http://schemas.microsoft.com/office/drawing/2014/main" id="{5E062381-A130-DF56-9749-36DE816AE5FD}"/>
              </a:ext>
            </a:extLst>
          </p:cNvPr>
          <p:cNvPicPr>
            <a:picLocks noChangeAspect="1"/>
          </p:cNvPicPr>
          <p:nvPr/>
        </p:nvPicPr>
        <p:blipFill>
          <a:blip r:embed="rId3"/>
          <a:stretch>
            <a:fillRect/>
          </a:stretch>
        </p:blipFill>
        <p:spPr>
          <a:xfrm>
            <a:off x="2011680" y="54033"/>
            <a:ext cx="1947726" cy="2406643"/>
          </a:xfrm>
          <a:prstGeom prst="rect">
            <a:avLst/>
          </a:prstGeom>
        </p:spPr>
      </p:pic>
      <p:pic>
        <p:nvPicPr>
          <p:cNvPr id="9" name="Рисунок 8">
            <a:extLst>
              <a:ext uri="{FF2B5EF4-FFF2-40B4-BE49-F238E27FC236}">
                <a16:creationId xmlns:a16="http://schemas.microsoft.com/office/drawing/2014/main" id="{C9C7AF75-14D8-47F7-6ACF-9AB2FBD12043}"/>
              </a:ext>
            </a:extLst>
          </p:cNvPr>
          <p:cNvPicPr>
            <a:picLocks noChangeAspect="1"/>
          </p:cNvPicPr>
          <p:nvPr/>
        </p:nvPicPr>
        <p:blipFill>
          <a:blip r:embed="rId4"/>
          <a:stretch>
            <a:fillRect/>
          </a:stretch>
        </p:blipFill>
        <p:spPr>
          <a:xfrm>
            <a:off x="3959406" y="0"/>
            <a:ext cx="2327564" cy="2381946"/>
          </a:xfrm>
          <a:prstGeom prst="rect">
            <a:avLst/>
          </a:prstGeom>
        </p:spPr>
      </p:pic>
      <p:pic>
        <p:nvPicPr>
          <p:cNvPr id="11" name="Рисунок 10">
            <a:extLst>
              <a:ext uri="{FF2B5EF4-FFF2-40B4-BE49-F238E27FC236}">
                <a16:creationId xmlns:a16="http://schemas.microsoft.com/office/drawing/2014/main" id="{8F8D0C87-EE9F-725E-F125-65413DC1F847}"/>
              </a:ext>
            </a:extLst>
          </p:cNvPr>
          <p:cNvPicPr>
            <a:picLocks noChangeAspect="1"/>
          </p:cNvPicPr>
          <p:nvPr/>
        </p:nvPicPr>
        <p:blipFill>
          <a:blip r:embed="rId5"/>
          <a:stretch>
            <a:fillRect/>
          </a:stretch>
        </p:blipFill>
        <p:spPr>
          <a:xfrm>
            <a:off x="6322769" y="1"/>
            <a:ext cx="2013439" cy="2381946"/>
          </a:xfrm>
          <a:prstGeom prst="rect">
            <a:avLst/>
          </a:prstGeom>
        </p:spPr>
      </p:pic>
      <p:pic>
        <p:nvPicPr>
          <p:cNvPr id="13" name="Рисунок 12">
            <a:extLst>
              <a:ext uri="{FF2B5EF4-FFF2-40B4-BE49-F238E27FC236}">
                <a16:creationId xmlns:a16="http://schemas.microsoft.com/office/drawing/2014/main" id="{21100DB0-E065-6B8F-89E8-83818A840BDB}"/>
              </a:ext>
            </a:extLst>
          </p:cNvPr>
          <p:cNvPicPr>
            <a:picLocks noChangeAspect="1"/>
          </p:cNvPicPr>
          <p:nvPr/>
        </p:nvPicPr>
        <p:blipFill>
          <a:blip r:embed="rId6"/>
          <a:stretch>
            <a:fillRect/>
          </a:stretch>
        </p:blipFill>
        <p:spPr>
          <a:xfrm>
            <a:off x="8372007" y="0"/>
            <a:ext cx="2567542" cy="2466192"/>
          </a:xfrm>
          <a:prstGeom prst="rect">
            <a:avLst/>
          </a:prstGeom>
        </p:spPr>
      </p:pic>
      <p:pic>
        <p:nvPicPr>
          <p:cNvPr id="15" name="Рисунок 14">
            <a:extLst>
              <a:ext uri="{FF2B5EF4-FFF2-40B4-BE49-F238E27FC236}">
                <a16:creationId xmlns:a16="http://schemas.microsoft.com/office/drawing/2014/main" id="{CF6F099F-EA78-BC75-77A2-6A48B419B624}"/>
              </a:ext>
            </a:extLst>
          </p:cNvPr>
          <p:cNvPicPr>
            <a:picLocks noChangeAspect="1"/>
          </p:cNvPicPr>
          <p:nvPr/>
        </p:nvPicPr>
        <p:blipFill>
          <a:blip r:embed="rId7"/>
          <a:stretch>
            <a:fillRect/>
          </a:stretch>
        </p:blipFill>
        <p:spPr>
          <a:xfrm>
            <a:off x="-3131" y="2381946"/>
            <a:ext cx="2637999" cy="3187581"/>
          </a:xfrm>
          <a:prstGeom prst="rect">
            <a:avLst/>
          </a:prstGeom>
        </p:spPr>
      </p:pic>
      <p:pic>
        <p:nvPicPr>
          <p:cNvPr id="17" name="Рисунок 16">
            <a:extLst>
              <a:ext uri="{FF2B5EF4-FFF2-40B4-BE49-F238E27FC236}">
                <a16:creationId xmlns:a16="http://schemas.microsoft.com/office/drawing/2014/main" id="{FB25AA15-E521-3186-B306-F4613D9AD567}"/>
              </a:ext>
            </a:extLst>
          </p:cNvPr>
          <p:cNvPicPr>
            <a:picLocks noChangeAspect="1"/>
          </p:cNvPicPr>
          <p:nvPr/>
        </p:nvPicPr>
        <p:blipFill>
          <a:blip r:embed="rId8"/>
          <a:stretch>
            <a:fillRect/>
          </a:stretch>
        </p:blipFill>
        <p:spPr>
          <a:xfrm>
            <a:off x="2720065" y="2460676"/>
            <a:ext cx="3767962" cy="3077371"/>
          </a:xfrm>
          <a:prstGeom prst="rect">
            <a:avLst/>
          </a:prstGeom>
        </p:spPr>
      </p:pic>
      <p:pic>
        <p:nvPicPr>
          <p:cNvPr id="19" name="Рисунок 18">
            <a:extLst>
              <a:ext uri="{FF2B5EF4-FFF2-40B4-BE49-F238E27FC236}">
                <a16:creationId xmlns:a16="http://schemas.microsoft.com/office/drawing/2014/main" id="{517D8F73-8FED-374B-885E-DAA7DF6B67BA}"/>
              </a:ext>
            </a:extLst>
          </p:cNvPr>
          <p:cNvPicPr>
            <a:picLocks noChangeAspect="1"/>
          </p:cNvPicPr>
          <p:nvPr/>
        </p:nvPicPr>
        <p:blipFill>
          <a:blip r:embed="rId9"/>
          <a:stretch>
            <a:fillRect/>
          </a:stretch>
        </p:blipFill>
        <p:spPr>
          <a:xfrm>
            <a:off x="6438097" y="2469067"/>
            <a:ext cx="3767963" cy="3100460"/>
          </a:xfrm>
          <a:prstGeom prst="rect">
            <a:avLst/>
          </a:prstGeom>
        </p:spPr>
      </p:pic>
    </p:spTree>
    <p:extLst>
      <p:ext uri="{BB962C8B-B14F-4D97-AF65-F5344CB8AC3E}">
        <p14:creationId xmlns:p14="http://schemas.microsoft.com/office/powerpoint/2010/main" val="394357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B5D01A-EF36-EBD3-B2AD-FCB00BADE272}"/>
              </a:ext>
            </a:extLst>
          </p:cNvPr>
          <p:cNvSpPr>
            <a:spLocks noGrp="1"/>
          </p:cNvSpPr>
          <p:nvPr>
            <p:ph type="title"/>
          </p:nvPr>
        </p:nvSpPr>
        <p:spPr/>
        <p:txBody>
          <a:bodyPr>
            <a:noAutofit/>
          </a:bodyPr>
          <a:lstStyle/>
          <a:p>
            <a:r>
              <a:rPr lang="uk-UA" sz="4000" dirty="0"/>
              <a:t>Універсали Української Центральної Ради</a:t>
            </a:r>
          </a:p>
        </p:txBody>
      </p:sp>
      <p:pic>
        <p:nvPicPr>
          <p:cNvPr id="4" name="Рисунок 3">
            <a:extLst>
              <a:ext uri="{FF2B5EF4-FFF2-40B4-BE49-F238E27FC236}">
                <a16:creationId xmlns:a16="http://schemas.microsoft.com/office/drawing/2014/main" id="{54754D78-B851-371E-944E-A87084280F46}"/>
              </a:ext>
            </a:extLst>
          </p:cNvPr>
          <p:cNvPicPr>
            <a:picLocks noChangeAspect="1"/>
          </p:cNvPicPr>
          <p:nvPr/>
        </p:nvPicPr>
        <p:blipFill>
          <a:blip r:embed="rId2"/>
          <a:srcRect r="3461"/>
          <a:stretch/>
        </p:blipFill>
        <p:spPr>
          <a:xfrm>
            <a:off x="166043" y="1837765"/>
            <a:ext cx="2942918" cy="3658111"/>
          </a:xfrm>
          <a:prstGeom prst="rect">
            <a:avLst/>
          </a:prstGeom>
        </p:spPr>
      </p:pic>
      <p:pic>
        <p:nvPicPr>
          <p:cNvPr id="6" name="Рисунок 5">
            <a:extLst>
              <a:ext uri="{FF2B5EF4-FFF2-40B4-BE49-F238E27FC236}">
                <a16:creationId xmlns:a16="http://schemas.microsoft.com/office/drawing/2014/main" id="{B273BE7E-31D5-89E8-90F0-DE2D1A2D3896}"/>
              </a:ext>
            </a:extLst>
          </p:cNvPr>
          <p:cNvPicPr>
            <a:picLocks noChangeAspect="1"/>
          </p:cNvPicPr>
          <p:nvPr/>
        </p:nvPicPr>
        <p:blipFill>
          <a:blip r:embed="rId3"/>
          <a:stretch>
            <a:fillRect/>
          </a:stretch>
        </p:blipFill>
        <p:spPr>
          <a:xfrm>
            <a:off x="3178240" y="1837765"/>
            <a:ext cx="2611721" cy="3658111"/>
          </a:xfrm>
          <a:prstGeom prst="rect">
            <a:avLst/>
          </a:prstGeom>
        </p:spPr>
      </p:pic>
      <p:pic>
        <p:nvPicPr>
          <p:cNvPr id="8" name="Рисунок 7">
            <a:extLst>
              <a:ext uri="{FF2B5EF4-FFF2-40B4-BE49-F238E27FC236}">
                <a16:creationId xmlns:a16="http://schemas.microsoft.com/office/drawing/2014/main" id="{5F7A478E-F57D-BFC6-3A1E-C15229A23DA2}"/>
              </a:ext>
            </a:extLst>
          </p:cNvPr>
          <p:cNvPicPr>
            <a:picLocks noChangeAspect="1"/>
          </p:cNvPicPr>
          <p:nvPr/>
        </p:nvPicPr>
        <p:blipFill>
          <a:blip r:embed="rId4"/>
          <a:stretch>
            <a:fillRect/>
          </a:stretch>
        </p:blipFill>
        <p:spPr>
          <a:xfrm>
            <a:off x="5785730" y="1837765"/>
            <a:ext cx="2819794" cy="3658111"/>
          </a:xfrm>
          <a:prstGeom prst="rect">
            <a:avLst/>
          </a:prstGeom>
        </p:spPr>
      </p:pic>
      <p:pic>
        <p:nvPicPr>
          <p:cNvPr id="10" name="Рисунок 9">
            <a:extLst>
              <a:ext uri="{FF2B5EF4-FFF2-40B4-BE49-F238E27FC236}">
                <a16:creationId xmlns:a16="http://schemas.microsoft.com/office/drawing/2014/main" id="{EE1FC1F8-D827-A25D-A638-83A18F2957B1}"/>
              </a:ext>
            </a:extLst>
          </p:cNvPr>
          <p:cNvPicPr>
            <a:picLocks noChangeAspect="1"/>
          </p:cNvPicPr>
          <p:nvPr/>
        </p:nvPicPr>
        <p:blipFill>
          <a:blip r:embed="rId5"/>
          <a:stretch>
            <a:fillRect/>
          </a:stretch>
        </p:blipFill>
        <p:spPr>
          <a:xfrm>
            <a:off x="8611174" y="1837765"/>
            <a:ext cx="3112862" cy="3658110"/>
          </a:xfrm>
          <a:prstGeom prst="rect">
            <a:avLst/>
          </a:prstGeom>
        </p:spPr>
      </p:pic>
    </p:spTree>
    <p:extLst>
      <p:ext uri="{BB962C8B-B14F-4D97-AF65-F5344CB8AC3E}">
        <p14:creationId xmlns:p14="http://schemas.microsoft.com/office/powerpoint/2010/main" val="17164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7396B9-7C6B-EBC3-B0F5-0FB551AC0727}"/>
              </a:ext>
            </a:extLst>
          </p:cNvPr>
          <p:cNvSpPr>
            <a:spLocks noGrp="1"/>
          </p:cNvSpPr>
          <p:nvPr>
            <p:ph type="title"/>
          </p:nvPr>
        </p:nvSpPr>
        <p:spPr/>
        <p:txBody>
          <a:bodyPr>
            <a:normAutofit fontScale="90000"/>
          </a:bodyPr>
          <a:lstStyle/>
          <a:p>
            <a:r>
              <a:rPr lang="ru-RU" dirty="0" err="1"/>
              <a:t>Події</a:t>
            </a:r>
            <a:r>
              <a:rPr lang="ru-RU" dirty="0"/>
              <a:t> </a:t>
            </a:r>
            <a:r>
              <a:rPr lang="ru-RU" dirty="0" err="1"/>
              <a:t>кінця</a:t>
            </a:r>
            <a:r>
              <a:rPr lang="ru-RU" dirty="0"/>
              <a:t> 1917 — початку 1918 </a:t>
            </a:r>
            <a:r>
              <a:rPr lang="ru-RU" dirty="0" err="1"/>
              <a:t>рр</a:t>
            </a:r>
            <a:r>
              <a:rPr lang="ru-RU" dirty="0"/>
              <a:t>.</a:t>
            </a:r>
            <a:endParaRPr lang="uk-UA" dirty="0"/>
          </a:p>
        </p:txBody>
      </p:sp>
      <p:pic>
        <p:nvPicPr>
          <p:cNvPr id="5" name="Місце для вмісту 4">
            <a:extLst>
              <a:ext uri="{FF2B5EF4-FFF2-40B4-BE49-F238E27FC236}">
                <a16:creationId xmlns:a16="http://schemas.microsoft.com/office/drawing/2014/main" id="{5CE973E1-C597-8D10-F001-6482E249531C}"/>
              </a:ext>
            </a:extLst>
          </p:cNvPr>
          <p:cNvPicPr>
            <a:picLocks noGrp="1" noChangeAspect="1"/>
          </p:cNvPicPr>
          <p:nvPr>
            <p:ph sz="quarter" idx="13"/>
          </p:nvPr>
        </p:nvPicPr>
        <p:blipFill>
          <a:blip r:embed="rId2"/>
          <a:srcRect t="3897"/>
          <a:stretch/>
        </p:blipFill>
        <p:spPr>
          <a:xfrm>
            <a:off x="0" y="1704762"/>
            <a:ext cx="3670974" cy="3182471"/>
          </a:xfrm>
        </p:spPr>
      </p:pic>
      <p:pic>
        <p:nvPicPr>
          <p:cNvPr id="7" name="Рисунок 6">
            <a:extLst>
              <a:ext uri="{FF2B5EF4-FFF2-40B4-BE49-F238E27FC236}">
                <a16:creationId xmlns:a16="http://schemas.microsoft.com/office/drawing/2014/main" id="{D15EE562-881D-330D-5847-672011C06C55}"/>
              </a:ext>
            </a:extLst>
          </p:cNvPr>
          <p:cNvPicPr>
            <a:picLocks noChangeAspect="1"/>
          </p:cNvPicPr>
          <p:nvPr/>
        </p:nvPicPr>
        <p:blipFill>
          <a:blip r:embed="rId3"/>
          <a:stretch>
            <a:fillRect/>
          </a:stretch>
        </p:blipFill>
        <p:spPr>
          <a:xfrm>
            <a:off x="3670974" y="1767617"/>
            <a:ext cx="3145462" cy="3189764"/>
          </a:xfrm>
          <a:prstGeom prst="rect">
            <a:avLst/>
          </a:prstGeom>
        </p:spPr>
      </p:pic>
      <p:pic>
        <p:nvPicPr>
          <p:cNvPr id="9" name="Рисунок 8">
            <a:extLst>
              <a:ext uri="{FF2B5EF4-FFF2-40B4-BE49-F238E27FC236}">
                <a16:creationId xmlns:a16="http://schemas.microsoft.com/office/drawing/2014/main" id="{EA3CAE1D-1226-5E08-A968-4AAA44EE8B7D}"/>
              </a:ext>
            </a:extLst>
          </p:cNvPr>
          <p:cNvPicPr>
            <a:picLocks noChangeAspect="1"/>
          </p:cNvPicPr>
          <p:nvPr/>
        </p:nvPicPr>
        <p:blipFill>
          <a:blip r:embed="rId4"/>
          <a:stretch>
            <a:fillRect/>
          </a:stretch>
        </p:blipFill>
        <p:spPr>
          <a:xfrm>
            <a:off x="6656147" y="1742169"/>
            <a:ext cx="2705572" cy="3237566"/>
          </a:xfrm>
          <a:prstGeom prst="rect">
            <a:avLst/>
          </a:prstGeom>
        </p:spPr>
      </p:pic>
      <p:pic>
        <p:nvPicPr>
          <p:cNvPr id="11" name="Рисунок 10">
            <a:extLst>
              <a:ext uri="{FF2B5EF4-FFF2-40B4-BE49-F238E27FC236}">
                <a16:creationId xmlns:a16="http://schemas.microsoft.com/office/drawing/2014/main" id="{75D9CAE1-4FBA-6864-8966-4E36FDEBEE5F}"/>
              </a:ext>
            </a:extLst>
          </p:cNvPr>
          <p:cNvPicPr>
            <a:picLocks noChangeAspect="1"/>
          </p:cNvPicPr>
          <p:nvPr/>
        </p:nvPicPr>
        <p:blipFill>
          <a:blip r:embed="rId5"/>
          <a:stretch>
            <a:fillRect/>
          </a:stretch>
        </p:blipFill>
        <p:spPr>
          <a:xfrm>
            <a:off x="9311784" y="1982048"/>
            <a:ext cx="2351252" cy="2853404"/>
          </a:xfrm>
          <a:prstGeom prst="rect">
            <a:avLst/>
          </a:prstGeom>
        </p:spPr>
      </p:pic>
    </p:spTree>
    <p:extLst>
      <p:ext uri="{BB962C8B-B14F-4D97-AF65-F5344CB8AC3E}">
        <p14:creationId xmlns:p14="http://schemas.microsoft.com/office/powerpoint/2010/main" val="1051192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AE333A-87B0-4C6E-7CD9-96B53017541B}"/>
              </a:ext>
            </a:extLst>
          </p:cNvPr>
          <p:cNvSpPr>
            <a:spLocks noGrp="1"/>
          </p:cNvSpPr>
          <p:nvPr>
            <p:ph type="title"/>
          </p:nvPr>
        </p:nvSpPr>
        <p:spPr/>
        <p:txBody>
          <a:bodyPr/>
          <a:lstStyle/>
          <a:p>
            <a:r>
              <a:rPr lang="uk-UA" dirty="0"/>
              <a:t>Причини поразки</a:t>
            </a:r>
          </a:p>
        </p:txBody>
      </p:sp>
      <p:graphicFrame>
        <p:nvGraphicFramePr>
          <p:cNvPr id="4" name="Місце для вмісту 3">
            <a:extLst>
              <a:ext uri="{FF2B5EF4-FFF2-40B4-BE49-F238E27FC236}">
                <a16:creationId xmlns:a16="http://schemas.microsoft.com/office/drawing/2014/main" id="{BACFE75A-4E0A-1B2D-5F73-426356A37FDD}"/>
              </a:ext>
            </a:extLst>
          </p:cNvPr>
          <p:cNvGraphicFramePr>
            <a:graphicFrameLocks noGrp="1"/>
          </p:cNvGraphicFramePr>
          <p:nvPr>
            <p:ph idx="1"/>
          </p:nvPr>
        </p:nvGraphicFramePr>
        <p:xfrm>
          <a:off x="914400" y="1731963"/>
          <a:ext cx="10353675" cy="4059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855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92D61992-ECDE-BECB-E9DB-3E226E2D502D}"/>
              </a:ext>
            </a:extLst>
          </p:cNvPr>
          <p:cNvSpPr>
            <a:spLocks noGrp="1"/>
          </p:cNvSpPr>
          <p:nvPr>
            <p:ph type="title"/>
          </p:nvPr>
        </p:nvSpPr>
        <p:spPr>
          <a:xfrm>
            <a:off x="810000" y="779697"/>
            <a:ext cx="10571998" cy="970450"/>
          </a:xfrm>
        </p:spPr>
        <p:txBody>
          <a:bodyPr/>
          <a:lstStyle/>
          <a:p>
            <a:r>
              <a:rPr lang="ru-RU" dirty="0" err="1"/>
              <a:t>Гетьманат</a:t>
            </a:r>
            <a:r>
              <a:rPr lang="ru-RU" dirty="0"/>
              <a:t> — </a:t>
            </a:r>
            <a:r>
              <a:rPr lang="ru-RU" dirty="0" err="1"/>
              <a:t>Українська</a:t>
            </a:r>
            <a:r>
              <a:rPr lang="ru-RU" dirty="0"/>
              <a:t> держава </a:t>
            </a:r>
            <a:r>
              <a:rPr lang="ru-RU" dirty="0" err="1"/>
              <a:t>її</a:t>
            </a:r>
            <a:r>
              <a:rPr lang="ru-RU" dirty="0"/>
              <a:t>. </a:t>
            </a:r>
            <a:r>
              <a:rPr lang="ru-RU" dirty="0" err="1"/>
              <a:t>Скоропадського</a:t>
            </a:r>
            <a:r>
              <a:rPr lang="ru-RU" dirty="0"/>
              <a:t>.</a:t>
            </a:r>
            <a:br>
              <a:rPr lang="ru-RU" dirty="0"/>
            </a:br>
            <a:r>
              <a:rPr lang="ru-RU" dirty="0"/>
              <a:t>2.Я </a:t>
            </a:r>
            <a:r>
              <a:rPr lang="ru-RU" dirty="0" err="1"/>
              <a:t>квітня</a:t>
            </a:r>
            <a:r>
              <a:rPr lang="ru-RU" dirty="0"/>
              <a:t> — 14 </a:t>
            </a:r>
            <a:r>
              <a:rPr lang="ru-RU" dirty="0" err="1"/>
              <a:t>грудня</a:t>
            </a:r>
            <a:r>
              <a:rPr lang="ru-RU" dirty="0"/>
              <a:t> 1918 р.</a:t>
            </a:r>
            <a:endParaRPr lang="uk-UA" dirty="0"/>
          </a:p>
        </p:txBody>
      </p:sp>
      <p:graphicFrame>
        <p:nvGraphicFramePr>
          <p:cNvPr id="7" name="Місце для вмісту 6">
            <a:extLst>
              <a:ext uri="{FF2B5EF4-FFF2-40B4-BE49-F238E27FC236}">
                <a16:creationId xmlns:a16="http://schemas.microsoft.com/office/drawing/2014/main" id="{31156B03-DB33-2C93-961E-5A91238B6CBF}"/>
              </a:ext>
            </a:extLst>
          </p:cNvPr>
          <p:cNvGraphicFramePr>
            <a:graphicFrameLocks noGrp="1"/>
          </p:cNvGraphicFramePr>
          <p:nvPr>
            <p:ph sz="half" idx="1"/>
            <p:extLst>
              <p:ext uri="{D42A27DB-BD31-4B8C-83A1-F6EECF244321}">
                <p14:modId xmlns:p14="http://schemas.microsoft.com/office/powerpoint/2010/main" val="3646275227"/>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Місце для вмісту 8">
            <a:extLst>
              <a:ext uri="{FF2B5EF4-FFF2-40B4-BE49-F238E27FC236}">
                <a16:creationId xmlns:a16="http://schemas.microsoft.com/office/drawing/2014/main" id="{D1F4E5A2-F2FB-EB5D-9FBF-2A20717231A1}"/>
              </a:ext>
            </a:extLst>
          </p:cNvPr>
          <p:cNvPicPr>
            <a:picLocks noGrp="1" noChangeAspect="1"/>
          </p:cNvPicPr>
          <p:nvPr>
            <p:ph sz="half" idx="2"/>
          </p:nvPr>
        </p:nvPicPr>
        <p:blipFill>
          <a:blip r:embed="rId7"/>
          <a:stretch>
            <a:fillRect/>
          </a:stretch>
        </p:blipFill>
        <p:spPr>
          <a:xfrm>
            <a:off x="6335740" y="2044842"/>
            <a:ext cx="2741759" cy="4541039"/>
          </a:xfrm>
        </p:spPr>
      </p:pic>
      <p:pic>
        <p:nvPicPr>
          <p:cNvPr id="10" name="Picture 2">
            <a:extLst>
              <a:ext uri="{FF2B5EF4-FFF2-40B4-BE49-F238E27FC236}">
                <a16:creationId xmlns:a16="http://schemas.microsoft.com/office/drawing/2014/main" id="{0A519C84-C3E6-9F9A-8CB0-B98DB06435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2" y="2442111"/>
            <a:ext cx="2755900" cy="3746500"/>
          </a:xfrm>
          <a:prstGeom prst="rect">
            <a:avLst/>
          </a:prstGeom>
          <a:noFill/>
          <a:effectLst>
            <a:outerShdw blurRad="50800" dir="1440000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760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128A35C-33CC-57BB-8D0F-764CA992F180}"/>
              </a:ext>
            </a:extLst>
          </p:cNvPr>
          <p:cNvSpPr>
            <a:spLocks noGrp="1"/>
          </p:cNvSpPr>
          <p:nvPr>
            <p:ph type="title"/>
          </p:nvPr>
        </p:nvSpPr>
        <p:spPr/>
        <p:txBody>
          <a:bodyPr/>
          <a:lstStyle/>
          <a:p>
            <a:r>
              <a:rPr lang="uk-UA" dirty="0"/>
              <a:t>Зміст політики П. Скоропадського</a:t>
            </a:r>
          </a:p>
        </p:txBody>
      </p:sp>
      <p:pic>
        <p:nvPicPr>
          <p:cNvPr id="8" name="Місце для вмісту 7">
            <a:extLst>
              <a:ext uri="{FF2B5EF4-FFF2-40B4-BE49-F238E27FC236}">
                <a16:creationId xmlns:a16="http://schemas.microsoft.com/office/drawing/2014/main" id="{403549AC-AC44-2466-8AFF-079489FAFC0A}"/>
              </a:ext>
            </a:extLst>
          </p:cNvPr>
          <p:cNvPicPr>
            <a:picLocks noGrp="1" noChangeAspect="1"/>
          </p:cNvPicPr>
          <p:nvPr>
            <p:ph idx="1"/>
          </p:nvPr>
        </p:nvPicPr>
        <p:blipFill>
          <a:blip r:embed="rId2"/>
          <a:stretch>
            <a:fillRect/>
          </a:stretch>
        </p:blipFill>
        <p:spPr>
          <a:xfrm>
            <a:off x="3717663" y="1974769"/>
            <a:ext cx="7664335" cy="4849981"/>
          </a:xfrm>
        </p:spPr>
      </p:pic>
      <p:pic>
        <p:nvPicPr>
          <p:cNvPr id="9" name="Picture 2">
            <a:extLst>
              <a:ext uri="{FF2B5EF4-FFF2-40B4-BE49-F238E27FC236}">
                <a16:creationId xmlns:a16="http://schemas.microsoft.com/office/drawing/2014/main" id="{0DFD0227-3EBD-0F3A-6C8F-8940A15CC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997" y="2704371"/>
            <a:ext cx="3422101" cy="3452838"/>
          </a:xfrm>
          <a:prstGeom prst="rect">
            <a:avLst/>
          </a:prstGeom>
          <a:noFill/>
          <a:effectLst>
            <a:outerShdw blurRad="50800" dir="1440000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569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CC053EDE-AB77-44EE-F3FE-0DDCCE095DE4}"/>
              </a:ext>
            </a:extLst>
          </p:cNvPr>
          <p:cNvSpPr>
            <a:spLocks noGrp="1"/>
          </p:cNvSpPr>
          <p:nvPr>
            <p:ph type="title"/>
          </p:nvPr>
        </p:nvSpPr>
        <p:spPr/>
        <p:txBody>
          <a:bodyPr/>
          <a:lstStyle/>
          <a:p>
            <a:r>
              <a:rPr lang="uk-UA" dirty="0"/>
              <a:t>Причини поразки Гетьманщини</a:t>
            </a:r>
          </a:p>
        </p:txBody>
      </p:sp>
      <p:pic>
        <p:nvPicPr>
          <p:cNvPr id="5" name="Місце для вмісту 4">
            <a:extLst>
              <a:ext uri="{FF2B5EF4-FFF2-40B4-BE49-F238E27FC236}">
                <a16:creationId xmlns:a16="http://schemas.microsoft.com/office/drawing/2014/main" id="{24C5B030-B6B0-9776-647B-C0FEA9FED755}"/>
              </a:ext>
            </a:extLst>
          </p:cNvPr>
          <p:cNvPicPr>
            <a:picLocks noGrp="1" noChangeAspect="1"/>
          </p:cNvPicPr>
          <p:nvPr>
            <p:ph sz="half" idx="1"/>
          </p:nvPr>
        </p:nvPicPr>
        <p:blipFill>
          <a:blip r:embed="rId2"/>
          <a:stretch>
            <a:fillRect/>
          </a:stretch>
        </p:blipFill>
        <p:spPr>
          <a:xfrm>
            <a:off x="532015" y="2281470"/>
            <a:ext cx="4070313" cy="4119157"/>
          </a:xfrm>
        </p:spPr>
      </p:pic>
      <p:graphicFrame>
        <p:nvGraphicFramePr>
          <p:cNvPr id="8" name="Місце для вмісту 7">
            <a:extLst>
              <a:ext uri="{FF2B5EF4-FFF2-40B4-BE49-F238E27FC236}">
                <a16:creationId xmlns:a16="http://schemas.microsoft.com/office/drawing/2014/main" id="{F7E6DC32-4244-12AC-9B16-A0E5202BC4DB}"/>
              </a:ext>
            </a:extLst>
          </p:cNvPr>
          <p:cNvGraphicFramePr>
            <a:graphicFrameLocks noGrp="1"/>
          </p:cNvGraphicFramePr>
          <p:nvPr>
            <p:ph sz="half" idx="2"/>
            <p:extLst>
              <p:ext uri="{D42A27DB-BD31-4B8C-83A1-F6EECF244321}">
                <p14:modId xmlns:p14="http://schemas.microsoft.com/office/powerpoint/2010/main" val="377437238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0435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EEB490-1520-B216-3D8A-A4781B0E8C46}"/>
              </a:ext>
            </a:extLst>
          </p:cNvPr>
          <p:cNvSpPr>
            <a:spLocks noGrp="1"/>
          </p:cNvSpPr>
          <p:nvPr>
            <p:ph type="title"/>
          </p:nvPr>
        </p:nvSpPr>
        <p:spPr/>
        <p:txBody>
          <a:bodyPr/>
          <a:lstStyle/>
          <a:p>
            <a:r>
              <a:rPr lang="uk-UA" dirty="0"/>
              <a:t>Політичні кроки Директорії</a:t>
            </a:r>
          </a:p>
        </p:txBody>
      </p:sp>
      <p:sp>
        <p:nvSpPr>
          <p:cNvPr id="3" name="Місце для тексту 2">
            <a:extLst>
              <a:ext uri="{FF2B5EF4-FFF2-40B4-BE49-F238E27FC236}">
                <a16:creationId xmlns:a16="http://schemas.microsoft.com/office/drawing/2014/main" id="{75E007A6-F24F-089A-B59D-2BB8912B021C}"/>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480206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67073F-3421-F202-9C81-4926396102D6}"/>
              </a:ext>
            </a:extLst>
          </p:cNvPr>
          <p:cNvSpPr>
            <a:spLocks noGrp="1"/>
          </p:cNvSpPr>
          <p:nvPr>
            <p:ph type="title"/>
          </p:nvPr>
        </p:nvSpPr>
        <p:spPr/>
        <p:txBody>
          <a:bodyPr/>
          <a:lstStyle/>
          <a:p>
            <a:r>
              <a:rPr lang="ru-RU" sz="3200" dirty="0" err="1"/>
              <a:t>Установіть</a:t>
            </a:r>
            <a:r>
              <a:rPr lang="ru-RU" sz="3200" dirty="0"/>
              <a:t> </a:t>
            </a:r>
            <a:r>
              <a:rPr lang="ru-RU" sz="3200" dirty="0" err="1"/>
              <a:t>відповідність</a:t>
            </a:r>
            <a:r>
              <a:rPr lang="ru-RU" sz="3200" dirty="0"/>
              <a:t> </a:t>
            </a:r>
            <a:r>
              <a:rPr lang="ru-RU" sz="3200" dirty="0" err="1"/>
              <a:t>між</a:t>
            </a:r>
            <a:r>
              <a:rPr lang="ru-RU" sz="3200" dirty="0"/>
              <a:t> </a:t>
            </a:r>
            <a:r>
              <a:rPr lang="ru-RU" sz="3200" dirty="0" err="1"/>
              <a:t>цитованими</a:t>
            </a:r>
            <a:r>
              <a:rPr lang="ru-RU" sz="3200" dirty="0"/>
              <a:t> документами та часом </a:t>
            </a:r>
            <a:r>
              <a:rPr lang="ru-RU" sz="3200" dirty="0" err="1"/>
              <a:t>їхнього</a:t>
            </a:r>
            <a:r>
              <a:rPr lang="ru-RU" sz="3200" dirty="0"/>
              <a:t> </a:t>
            </a:r>
            <a:r>
              <a:rPr lang="ru-RU" sz="3200" dirty="0" err="1"/>
              <a:t>оприлюднення</a:t>
            </a:r>
            <a:endParaRPr lang="uk-UA" sz="3200" dirty="0"/>
          </a:p>
        </p:txBody>
      </p:sp>
      <p:graphicFrame>
        <p:nvGraphicFramePr>
          <p:cNvPr id="5" name="Місце для вмісту 4">
            <a:extLst>
              <a:ext uri="{FF2B5EF4-FFF2-40B4-BE49-F238E27FC236}">
                <a16:creationId xmlns:a16="http://schemas.microsoft.com/office/drawing/2014/main" id="{983E532A-A810-8D0B-9BB7-52A653A309CC}"/>
              </a:ext>
            </a:extLst>
          </p:cNvPr>
          <p:cNvGraphicFramePr>
            <a:graphicFrameLocks noGrp="1"/>
          </p:cNvGraphicFramePr>
          <p:nvPr>
            <p:ph sz="half" idx="1"/>
            <p:extLst>
              <p:ext uri="{D42A27DB-BD31-4B8C-83A1-F6EECF244321}">
                <p14:modId xmlns:p14="http://schemas.microsoft.com/office/powerpoint/2010/main" val="152411949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A08DDEC2-D6CC-9C63-C121-585D634E63A5}"/>
              </a:ext>
            </a:extLst>
          </p:cNvPr>
          <p:cNvGraphicFramePr>
            <a:graphicFrameLocks noGrp="1"/>
          </p:cNvGraphicFramePr>
          <p:nvPr>
            <p:ph sz="half" idx="2"/>
            <p:extLst>
              <p:ext uri="{D42A27DB-BD31-4B8C-83A1-F6EECF244321}">
                <p14:modId xmlns:p14="http://schemas.microsoft.com/office/powerpoint/2010/main" val="365189950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8" name="Пряма зі стрілкою 7">
            <a:extLst>
              <a:ext uri="{FF2B5EF4-FFF2-40B4-BE49-F238E27FC236}">
                <a16:creationId xmlns:a16="http://schemas.microsoft.com/office/drawing/2014/main" id="{36C0D29C-2A17-4E34-1ADF-EC11EAA88688}"/>
              </a:ext>
            </a:extLst>
          </p:cNvPr>
          <p:cNvCxnSpPr/>
          <p:nvPr/>
        </p:nvCxnSpPr>
        <p:spPr>
          <a:xfrm>
            <a:off x="5785658" y="2610196"/>
            <a:ext cx="1064029" cy="818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Пряма зі стрілкою 9">
            <a:extLst>
              <a:ext uri="{FF2B5EF4-FFF2-40B4-BE49-F238E27FC236}">
                <a16:creationId xmlns:a16="http://schemas.microsoft.com/office/drawing/2014/main" id="{CBBA5727-A5B3-215D-D27C-98AE55A6DFC1}"/>
              </a:ext>
            </a:extLst>
          </p:cNvPr>
          <p:cNvCxnSpPr/>
          <p:nvPr/>
        </p:nvCxnSpPr>
        <p:spPr>
          <a:xfrm>
            <a:off x="5752407" y="3429000"/>
            <a:ext cx="1130531" cy="1292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 зі стрілкою 11">
            <a:extLst>
              <a:ext uri="{FF2B5EF4-FFF2-40B4-BE49-F238E27FC236}">
                <a16:creationId xmlns:a16="http://schemas.microsoft.com/office/drawing/2014/main" id="{EFF2DAE6-FE45-2D41-0B7F-D986C28B58BC}"/>
              </a:ext>
            </a:extLst>
          </p:cNvPr>
          <p:cNvCxnSpPr/>
          <p:nvPr/>
        </p:nvCxnSpPr>
        <p:spPr>
          <a:xfrm>
            <a:off x="5785658" y="4305993"/>
            <a:ext cx="1064029" cy="1197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 зі стрілкою 13">
            <a:extLst>
              <a:ext uri="{FF2B5EF4-FFF2-40B4-BE49-F238E27FC236}">
                <a16:creationId xmlns:a16="http://schemas.microsoft.com/office/drawing/2014/main" id="{9E1D048B-FA6B-B123-A574-02C7AEAF7EBE}"/>
              </a:ext>
            </a:extLst>
          </p:cNvPr>
          <p:cNvCxnSpPr/>
          <p:nvPr/>
        </p:nvCxnSpPr>
        <p:spPr>
          <a:xfrm flipV="1">
            <a:off x="5536276" y="4039985"/>
            <a:ext cx="1313411" cy="1313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274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C2E3AB-EB26-33D9-8798-FAB7FA27608B}"/>
              </a:ext>
            </a:extLst>
          </p:cNvPr>
          <p:cNvSpPr>
            <a:spLocks noGrp="1"/>
          </p:cNvSpPr>
          <p:nvPr>
            <p:ph type="title"/>
          </p:nvPr>
        </p:nvSpPr>
        <p:spPr/>
        <p:txBody>
          <a:bodyPr/>
          <a:lstStyle/>
          <a:p>
            <a:r>
              <a:rPr lang="ru-RU" dirty="0"/>
              <a:t>Коли </a:t>
            </a:r>
            <a:r>
              <a:rPr lang="ru-RU" dirty="0" err="1"/>
              <a:t>оприлюднено</a:t>
            </a:r>
            <a:r>
              <a:rPr lang="ru-RU" dirty="0"/>
              <a:t> </a:t>
            </a:r>
            <a:r>
              <a:rPr lang="ru-RU" dirty="0" err="1"/>
              <a:t>відозву</a:t>
            </a:r>
            <a:r>
              <a:rPr lang="ru-RU" dirty="0"/>
              <a:t>, </a:t>
            </a:r>
            <a:r>
              <a:rPr lang="ru-RU" dirty="0" err="1"/>
              <a:t>уривок</a:t>
            </a:r>
            <a:r>
              <a:rPr lang="ru-RU" dirty="0"/>
              <a:t> з </a:t>
            </a:r>
            <a:r>
              <a:rPr lang="ru-RU" dirty="0" err="1"/>
              <a:t>якої</a:t>
            </a:r>
            <a:r>
              <a:rPr lang="ru-RU" dirty="0"/>
              <a:t> наведено:</a:t>
            </a:r>
            <a:endParaRPr lang="uk-UA" dirty="0"/>
          </a:p>
        </p:txBody>
      </p:sp>
      <p:sp>
        <p:nvSpPr>
          <p:cNvPr id="3" name="Місце для вмісту 2">
            <a:extLst>
              <a:ext uri="{FF2B5EF4-FFF2-40B4-BE49-F238E27FC236}">
                <a16:creationId xmlns:a16="http://schemas.microsoft.com/office/drawing/2014/main" id="{E01DDC86-37A8-A791-669D-5466B617BADF}"/>
              </a:ext>
            </a:extLst>
          </p:cNvPr>
          <p:cNvSpPr>
            <a:spLocks noGrp="1"/>
          </p:cNvSpPr>
          <p:nvPr>
            <p:ph sz="half" idx="1"/>
          </p:nvPr>
        </p:nvSpPr>
        <p:spPr/>
        <p:txBody>
          <a:bodyPr/>
          <a:lstStyle/>
          <a:p>
            <a:r>
              <a:rPr lang="uk-UA" i="1" dirty="0"/>
              <a:t>«Дня 19 жовтня Твоєю волею утворилася на українських землях бувшої Австро-Угорської монархії Українська Держава та її найвища влада – Українська Національна Рада. З нинішнім днем Українська Національна Рада обійняла владу в столичнім місті Львові й на цілій території Української Держави…»</a:t>
            </a:r>
          </a:p>
        </p:txBody>
      </p:sp>
      <p:graphicFrame>
        <p:nvGraphicFramePr>
          <p:cNvPr id="5" name="Місце для вмісту 4">
            <a:extLst>
              <a:ext uri="{FF2B5EF4-FFF2-40B4-BE49-F238E27FC236}">
                <a16:creationId xmlns:a16="http://schemas.microsoft.com/office/drawing/2014/main" id="{9DB2845F-6BA9-9464-33FB-53C2CBB94945}"/>
              </a:ext>
            </a:extLst>
          </p:cNvPr>
          <p:cNvGraphicFramePr>
            <a:graphicFrameLocks noGrp="1"/>
          </p:cNvGraphicFramePr>
          <p:nvPr>
            <p:ph sz="half" idx="2"/>
            <p:extLst>
              <p:ext uri="{D42A27DB-BD31-4B8C-83A1-F6EECF244321}">
                <p14:modId xmlns:p14="http://schemas.microsoft.com/office/powerpoint/2010/main" val="112145794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1603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8BBB46-1960-C140-F3DA-28E9B1E764E2}"/>
              </a:ext>
            </a:extLst>
          </p:cNvPr>
          <p:cNvSpPr>
            <a:spLocks noGrp="1"/>
          </p:cNvSpPr>
          <p:nvPr>
            <p:ph type="title"/>
          </p:nvPr>
        </p:nvSpPr>
        <p:spPr/>
        <p:txBody>
          <a:bodyPr/>
          <a:lstStyle/>
          <a:p>
            <a:r>
              <a:rPr lang="ru-RU" dirty="0" err="1"/>
              <a:t>Директорія</a:t>
            </a:r>
            <a:r>
              <a:rPr lang="ru-RU" dirty="0"/>
              <a:t> </a:t>
            </a:r>
            <a:r>
              <a:rPr lang="ru-RU" dirty="0" err="1"/>
              <a:t>здобула</a:t>
            </a:r>
            <a:r>
              <a:rPr lang="ru-RU" dirty="0"/>
              <a:t> </a:t>
            </a:r>
            <a:r>
              <a:rPr lang="ru-RU" dirty="0" err="1"/>
              <a:t>владу</a:t>
            </a:r>
            <a:r>
              <a:rPr lang="ru-RU" dirty="0"/>
              <a:t> за </a:t>
            </a:r>
            <a:r>
              <a:rPr lang="ru-RU" dirty="0" err="1"/>
              <a:t>підтримки</a:t>
            </a:r>
            <a:endParaRPr lang="uk-UA" dirty="0"/>
          </a:p>
        </p:txBody>
      </p:sp>
      <p:sp>
        <p:nvSpPr>
          <p:cNvPr id="3" name="Місце для вмісту 2">
            <a:extLst>
              <a:ext uri="{FF2B5EF4-FFF2-40B4-BE49-F238E27FC236}">
                <a16:creationId xmlns:a16="http://schemas.microsoft.com/office/drawing/2014/main" id="{994D42EE-E33E-B341-F6F8-1D1C174A9645}"/>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DD4F255-F9CD-56E2-600A-D1CB58AB925F}"/>
              </a:ext>
            </a:extLst>
          </p:cNvPr>
          <p:cNvGraphicFramePr>
            <a:graphicFrameLocks noGrp="1"/>
          </p:cNvGraphicFramePr>
          <p:nvPr>
            <p:ph sz="half" idx="2"/>
            <p:extLst>
              <p:ext uri="{D42A27DB-BD31-4B8C-83A1-F6EECF244321}">
                <p14:modId xmlns:p14="http://schemas.microsoft.com/office/powerpoint/2010/main" val="139819451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8113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20BCAF-298C-010E-FF95-5B9C985E467E}"/>
              </a:ext>
            </a:extLst>
          </p:cNvPr>
          <p:cNvSpPr>
            <a:spLocks noGrp="1"/>
          </p:cNvSpPr>
          <p:nvPr>
            <p:ph type="title"/>
          </p:nvPr>
        </p:nvSpPr>
        <p:spPr/>
        <p:txBody>
          <a:bodyPr/>
          <a:lstStyle/>
          <a:p>
            <a:r>
              <a:rPr lang="ru-RU" dirty="0"/>
              <a:t>Яка </a:t>
            </a:r>
            <a:r>
              <a:rPr lang="ru-RU" dirty="0" err="1"/>
              <a:t>інституція</a:t>
            </a:r>
            <a:r>
              <a:rPr lang="ru-RU" dirty="0"/>
              <a:t> в </a:t>
            </a:r>
            <a:r>
              <a:rPr lang="ru-RU" dirty="0" err="1"/>
              <a:t>січні</a:t>
            </a:r>
            <a:r>
              <a:rPr lang="ru-RU" dirty="0"/>
              <a:t> 1919 р. </a:t>
            </a:r>
            <a:r>
              <a:rPr lang="ru-RU" dirty="0" err="1"/>
              <a:t>легітимізувала</a:t>
            </a:r>
            <a:r>
              <a:rPr lang="ru-RU" dirty="0"/>
              <a:t> </a:t>
            </a:r>
            <a:r>
              <a:rPr lang="ru-RU" dirty="0" err="1"/>
              <a:t>владу</a:t>
            </a:r>
            <a:r>
              <a:rPr lang="ru-RU" dirty="0"/>
              <a:t> </a:t>
            </a:r>
            <a:r>
              <a:rPr lang="ru-RU" dirty="0" err="1"/>
              <a:t>Директорії</a:t>
            </a:r>
            <a:r>
              <a:rPr lang="ru-RU" dirty="0"/>
              <a:t> УНР?</a:t>
            </a:r>
            <a:endParaRPr lang="uk-UA" dirty="0"/>
          </a:p>
        </p:txBody>
      </p:sp>
      <p:sp>
        <p:nvSpPr>
          <p:cNvPr id="3" name="Місце для вмісту 2">
            <a:extLst>
              <a:ext uri="{FF2B5EF4-FFF2-40B4-BE49-F238E27FC236}">
                <a16:creationId xmlns:a16="http://schemas.microsoft.com/office/drawing/2014/main" id="{CC588975-B426-0035-2614-7C6F09CC3CAB}"/>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5CADDF4-9728-E96F-1614-7AF135526E17}"/>
              </a:ext>
            </a:extLst>
          </p:cNvPr>
          <p:cNvGraphicFramePr>
            <a:graphicFrameLocks noGrp="1"/>
          </p:cNvGraphicFramePr>
          <p:nvPr>
            <p:ph sz="half" idx="2"/>
            <p:extLst>
              <p:ext uri="{D42A27DB-BD31-4B8C-83A1-F6EECF244321}">
                <p14:modId xmlns:p14="http://schemas.microsoft.com/office/powerpoint/2010/main" val="405197914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6821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446318-5771-A5C7-399E-1C1B490FBC67}"/>
              </a:ext>
            </a:extLst>
          </p:cNvPr>
          <p:cNvSpPr>
            <a:spLocks noGrp="1"/>
          </p:cNvSpPr>
          <p:nvPr>
            <p:ph type="title"/>
          </p:nvPr>
        </p:nvSpPr>
        <p:spPr/>
        <p:txBody>
          <a:bodyPr/>
          <a:lstStyle/>
          <a:p>
            <a:r>
              <a:rPr lang="ru-RU" dirty="0" err="1"/>
              <a:t>Зазначені</a:t>
            </a:r>
            <a:r>
              <a:rPr lang="ru-RU" dirty="0"/>
              <a:t> заходи </a:t>
            </a:r>
            <a:r>
              <a:rPr lang="ru-RU" dirty="0" err="1"/>
              <a:t>здійснювалися</a:t>
            </a:r>
            <a:r>
              <a:rPr lang="ru-RU" dirty="0"/>
              <a:t> </a:t>
            </a:r>
            <a:r>
              <a:rPr lang="ru-RU" dirty="0" err="1"/>
              <a:t>Директорією</a:t>
            </a:r>
            <a:r>
              <a:rPr lang="ru-RU" dirty="0"/>
              <a:t> з метою</a:t>
            </a:r>
            <a:endParaRPr lang="uk-UA" dirty="0"/>
          </a:p>
        </p:txBody>
      </p:sp>
      <p:sp>
        <p:nvSpPr>
          <p:cNvPr id="3" name="Місце для вмісту 2">
            <a:extLst>
              <a:ext uri="{FF2B5EF4-FFF2-40B4-BE49-F238E27FC236}">
                <a16:creationId xmlns:a16="http://schemas.microsoft.com/office/drawing/2014/main" id="{02F30365-3081-D796-3B5C-983714ACB894}"/>
              </a:ext>
            </a:extLst>
          </p:cNvPr>
          <p:cNvSpPr>
            <a:spLocks noGrp="1"/>
          </p:cNvSpPr>
          <p:nvPr>
            <p:ph sz="half" idx="1"/>
          </p:nvPr>
        </p:nvSpPr>
        <p:spPr/>
        <p:txBody>
          <a:bodyPr/>
          <a:lstStyle/>
          <a:p>
            <a:r>
              <a:rPr lang="uk-UA" i="1" dirty="0"/>
              <a:t>«Ми, уповноважена волею трудящих України… Директорія, поваливши ненависний гетьманський режим, найближчим часом скличемо конгрес усього трудового люду України. Делегати будуть обиратися на чесних і соціально справедливих засадах: від селянської курії – 71,4%, від робітничої – 22,2%, від трудової інтелігенції – 6,4%...»</a:t>
            </a:r>
          </a:p>
        </p:txBody>
      </p:sp>
      <p:graphicFrame>
        <p:nvGraphicFramePr>
          <p:cNvPr id="5" name="Місце для вмісту 4">
            <a:extLst>
              <a:ext uri="{FF2B5EF4-FFF2-40B4-BE49-F238E27FC236}">
                <a16:creationId xmlns:a16="http://schemas.microsoft.com/office/drawing/2014/main" id="{3CF78F04-3A9E-DF30-EBAF-913F977F3611}"/>
              </a:ext>
            </a:extLst>
          </p:cNvPr>
          <p:cNvGraphicFramePr>
            <a:graphicFrameLocks noGrp="1"/>
          </p:cNvGraphicFramePr>
          <p:nvPr>
            <p:ph sz="half" idx="2"/>
            <p:extLst>
              <p:ext uri="{D42A27DB-BD31-4B8C-83A1-F6EECF244321}">
                <p14:modId xmlns:p14="http://schemas.microsoft.com/office/powerpoint/2010/main" val="391573131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7042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48D5A9-AB6C-FED9-805D-3584B855AE20}"/>
              </a:ext>
            </a:extLst>
          </p:cNvPr>
          <p:cNvSpPr>
            <a:spLocks noGrp="1"/>
          </p:cNvSpPr>
          <p:nvPr>
            <p:ph type="title"/>
          </p:nvPr>
        </p:nvSpPr>
        <p:spPr/>
        <p:txBody>
          <a:bodyPr/>
          <a:lstStyle/>
          <a:p>
            <a:r>
              <a:rPr lang="ru-RU" dirty="0" err="1"/>
              <a:t>Це</a:t>
            </a:r>
            <a:r>
              <a:rPr lang="ru-RU" dirty="0"/>
              <a:t> </a:t>
            </a:r>
            <a:r>
              <a:rPr lang="ru-RU" dirty="0" err="1"/>
              <a:t>періоди</a:t>
            </a:r>
            <a:r>
              <a:rPr lang="ru-RU" dirty="0"/>
              <a:t>:</a:t>
            </a:r>
            <a:endParaRPr lang="uk-UA" dirty="0"/>
          </a:p>
        </p:txBody>
      </p:sp>
      <p:sp>
        <p:nvSpPr>
          <p:cNvPr id="3" name="Місце для вмісту 2">
            <a:extLst>
              <a:ext uri="{FF2B5EF4-FFF2-40B4-BE49-F238E27FC236}">
                <a16:creationId xmlns:a16="http://schemas.microsoft.com/office/drawing/2014/main" id="{B7203F01-C8C1-34E6-F755-B88B2802FD19}"/>
              </a:ext>
            </a:extLst>
          </p:cNvPr>
          <p:cNvSpPr>
            <a:spLocks noGrp="1"/>
          </p:cNvSpPr>
          <p:nvPr>
            <p:ph sz="half" idx="1"/>
          </p:nvPr>
        </p:nvSpPr>
        <p:spPr/>
        <p:txBody>
          <a:bodyPr/>
          <a:lstStyle/>
          <a:p>
            <a:r>
              <a:rPr lang="ru-RU" dirty="0"/>
              <a:t>Листопад 1917 р. – </a:t>
            </a:r>
            <a:r>
              <a:rPr lang="ru-RU" dirty="0" err="1"/>
              <a:t>квітень</a:t>
            </a:r>
            <a:r>
              <a:rPr lang="ru-RU" dirty="0"/>
              <a:t> 1918 р., листопад 1918 р. – листопад 1920 р. – </a:t>
            </a:r>
            <a:endParaRPr lang="uk-UA" dirty="0"/>
          </a:p>
        </p:txBody>
      </p:sp>
      <p:graphicFrame>
        <p:nvGraphicFramePr>
          <p:cNvPr id="5" name="Місце для вмісту 4">
            <a:extLst>
              <a:ext uri="{FF2B5EF4-FFF2-40B4-BE49-F238E27FC236}">
                <a16:creationId xmlns:a16="http://schemas.microsoft.com/office/drawing/2014/main" id="{55AEDE89-8AC0-F6A1-5F9F-7C2AA7FAAAE5}"/>
              </a:ext>
            </a:extLst>
          </p:cNvPr>
          <p:cNvGraphicFramePr>
            <a:graphicFrameLocks noGrp="1"/>
          </p:cNvGraphicFramePr>
          <p:nvPr>
            <p:ph sz="half" idx="2"/>
            <p:extLst>
              <p:ext uri="{D42A27DB-BD31-4B8C-83A1-F6EECF244321}">
                <p14:modId xmlns:p14="http://schemas.microsoft.com/office/powerpoint/2010/main" val="72120493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008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5B8A61-F10B-C716-6532-69E8C8891022}"/>
              </a:ext>
            </a:extLst>
          </p:cNvPr>
          <p:cNvSpPr>
            <a:spLocks noGrp="1"/>
          </p:cNvSpPr>
          <p:nvPr>
            <p:ph type="title"/>
          </p:nvPr>
        </p:nvSpPr>
        <p:spPr/>
        <p:txBody>
          <a:bodyPr/>
          <a:lstStyle/>
          <a:p>
            <a:r>
              <a:rPr lang="ru-RU" sz="3600" dirty="0" err="1"/>
              <a:t>Установіть</a:t>
            </a:r>
            <a:r>
              <a:rPr lang="ru-RU" sz="3600" dirty="0"/>
              <a:t> </a:t>
            </a:r>
            <a:r>
              <a:rPr lang="ru-RU" sz="3600" dirty="0" err="1"/>
              <a:t>послідовність</a:t>
            </a:r>
            <a:r>
              <a:rPr lang="ru-RU" sz="3600" dirty="0"/>
              <a:t> </a:t>
            </a:r>
            <a:r>
              <a:rPr lang="ru-RU" sz="3600" dirty="0" err="1"/>
              <a:t>подій</a:t>
            </a:r>
            <a:r>
              <a:rPr lang="ru-RU" sz="3600" dirty="0"/>
              <a:t> </a:t>
            </a:r>
            <a:r>
              <a:rPr lang="ru-RU" sz="3600" dirty="0" err="1"/>
              <a:t>суспільно-політичного</a:t>
            </a:r>
            <a:r>
              <a:rPr lang="ru-RU" sz="3600" dirty="0"/>
              <a:t> </a:t>
            </a:r>
            <a:r>
              <a:rPr lang="ru-RU" sz="3600" dirty="0" err="1"/>
              <a:t>життя</a:t>
            </a:r>
            <a:r>
              <a:rPr lang="ru-RU" sz="3600" dirty="0"/>
              <a:t> 1917—1919 </a:t>
            </a:r>
            <a:r>
              <a:rPr lang="ru-RU" sz="3600" dirty="0" err="1"/>
              <a:t>рр</a:t>
            </a:r>
            <a:r>
              <a:rPr lang="ru-RU" sz="3600" dirty="0"/>
              <a:t>.</a:t>
            </a:r>
            <a:endParaRPr lang="uk-UA" sz="3600" dirty="0"/>
          </a:p>
        </p:txBody>
      </p:sp>
      <p:graphicFrame>
        <p:nvGraphicFramePr>
          <p:cNvPr id="5" name="Місце для вмісту 4">
            <a:extLst>
              <a:ext uri="{FF2B5EF4-FFF2-40B4-BE49-F238E27FC236}">
                <a16:creationId xmlns:a16="http://schemas.microsoft.com/office/drawing/2014/main" id="{88EFCBCD-3F7C-C44D-19FA-D68DF091643C}"/>
              </a:ext>
            </a:extLst>
          </p:cNvPr>
          <p:cNvGraphicFramePr>
            <a:graphicFrameLocks noGrp="1"/>
          </p:cNvGraphicFramePr>
          <p:nvPr>
            <p:ph sz="half" idx="1"/>
            <p:extLst>
              <p:ext uri="{D42A27DB-BD31-4B8C-83A1-F6EECF244321}">
                <p14:modId xmlns:p14="http://schemas.microsoft.com/office/powerpoint/2010/main" val="1434447157"/>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6CB40A4D-01F9-76FB-9A62-F35702957A5C}"/>
              </a:ext>
            </a:extLst>
          </p:cNvPr>
          <p:cNvGraphicFramePr>
            <a:graphicFrameLocks noGrp="1"/>
          </p:cNvGraphicFramePr>
          <p:nvPr>
            <p:ph sz="half" idx="2"/>
            <p:extLst>
              <p:ext uri="{D42A27DB-BD31-4B8C-83A1-F6EECF244321}">
                <p14:modId xmlns:p14="http://schemas.microsoft.com/office/powerpoint/2010/main" val="280409440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11" name="Групувати 10">
            <a:extLst>
              <a:ext uri="{FF2B5EF4-FFF2-40B4-BE49-F238E27FC236}">
                <a16:creationId xmlns:a16="http://schemas.microsoft.com/office/drawing/2014/main" id="{DAAD10F2-8A8C-4FC2-8F12-C6B558494F31}"/>
              </a:ext>
            </a:extLst>
          </p:cNvPr>
          <p:cNvGrpSpPr/>
          <p:nvPr/>
        </p:nvGrpSpPr>
        <p:grpSpPr>
          <a:xfrm>
            <a:off x="440869" y="4658596"/>
            <a:ext cx="853920" cy="1535760"/>
            <a:chOff x="440869" y="4658596"/>
            <a:chExt cx="853920" cy="1535760"/>
          </a:xfrm>
        </p:grpSpPr>
        <mc:AlternateContent xmlns:mc="http://schemas.openxmlformats.org/markup-compatibility/2006" xmlns:p14="http://schemas.microsoft.com/office/powerpoint/2010/main">
          <mc:Choice Requires="p14">
            <p:contentPart p14:bwMode="auto" r:id="rId12">
              <p14:nvContentPartPr>
                <p14:cNvPr id="9" name="Рукописні дані 8">
                  <a:extLst>
                    <a:ext uri="{FF2B5EF4-FFF2-40B4-BE49-F238E27FC236}">
                      <a16:creationId xmlns:a16="http://schemas.microsoft.com/office/drawing/2014/main" id="{0350919E-C054-EDA7-83DF-C8C1425A6BE9}"/>
                    </a:ext>
                  </a:extLst>
                </p14:cNvPr>
                <p14:cNvContentPartPr/>
                <p14:nvPr/>
              </p14:nvContentPartPr>
              <p14:xfrm>
                <a:off x="496669" y="4658596"/>
                <a:ext cx="331560" cy="1284120"/>
              </p14:xfrm>
            </p:contentPart>
          </mc:Choice>
          <mc:Fallback xmlns="">
            <p:pic>
              <p:nvPicPr>
                <p:cNvPr id="9" name="Рукописні дані 8">
                  <a:extLst>
                    <a:ext uri="{FF2B5EF4-FFF2-40B4-BE49-F238E27FC236}">
                      <a16:creationId xmlns:a16="http://schemas.microsoft.com/office/drawing/2014/main" id="{0350919E-C054-EDA7-83DF-C8C1425A6BE9}"/>
                    </a:ext>
                  </a:extLst>
                </p:cNvPr>
                <p:cNvPicPr/>
                <p:nvPr/>
              </p:nvPicPr>
              <p:blipFill>
                <a:blip r:embed="rId13"/>
                <a:stretch>
                  <a:fillRect/>
                </a:stretch>
              </p:blipFill>
              <p:spPr>
                <a:xfrm>
                  <a:off x="460669" y="4622596"/>
                  <a:ext cx="403200" cy="1355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Рукописні дані 9">
                  <a:extLst>
                    <a:ext uri="{FF2B5EF4-FFF2-40B4-BE49-F238E27FC236}">
                      <a16:creationId xmlns:a16="http://schemas.microsoft.com/office/drawing/2014/main" id="{70494334-4912-6CA3-D2DE-4D9FB747AB4C}"/>
                    </a:ext>
                  </a:extLst>
                </p14:cNvPr>
                <p14:cNvContentPartPr/>
                <p14:nvPr/>
              </p14:nvContentPartPr>
              <p14:xfrm>
                <a:off x="440869" y="6024436"/>
                <a:ext cx="853920" cy="169920"/>
              </p14:xfrm>
            </p:contentPart>
          </mc:Choice>
          <mc:Fallback xmlns="">
            <p:pic>
              <p:nvPicPr>
                <p:cNvPr id="10" name="Рукописні дані 9">
                  <a:extLst>
                    <a:ext uri="{FF2B5EF4-FFF2-40B4-BE49-F238E27FC236}">
                      <a16:creationId xmlns:a16="http://schemas.microsoft.com/office/drawing/2014/main" id="{70494334-4912-6CA3-D2DE-4D9FB747AB4C}"/>
                    </a:ext>
                  </a:extLst>
                </p:cNvPr>
                <p:cNvPicPr/>
                <p:nvPr/>
              </p:nvPicPr>
              <p:blipFill>
                <a:blip r:embed="rId15"/>
                <a:stretch>
                  <a:fillRect/>
                </a:stretch>
              </p:blipFill>
              <p:spPr>
                <a:xfrm>
                  <a:off x="405229" y="5988796"/>
                  <a:ext cx="925560" cy="241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2" name="Рукописні дані 11">
                <a:extLst>
                  <a:ext uri="{FF2B5EF4-FFF2-40B4-BE49-F238E27FC236}">
                    <a16:creationId xmlns:a16="http://schemas.microsoft.com/office/drawing/2014/main" id="{3ED55948-AC21-09BF-A27C-A57B1008A2D0}"/>
                  </a:ext>
                </a:extLst>
              </p14:cNvPr>
              <p14:cNvContentPartPr/>
              <p14:nvPr/>
            </p14:nvContentPartPr>
            <p14:xfrm>
              <a:off x="11142949" y="4364836"/>
              <a:ext cx="792000" cy="1319040"/>
            </p14:xfrm>
          </p:contentPart>
        </mc:Choice>
        <mc:Fallback xmlns="">
          <p:pic>
            <p:nvPicPr>
              <p:cNvPr id="12" name="Рукописні дані 11">
                <a:extLst>
                  <a:ext uri="{FF2B5EF4-FFF2-40B4-BE49-F238E27FC236}">
                    <a16:creationId xmlns:a16="http://schemas.microsoft.com/office/drawing/2014/main" id="{3ED55948-AC21-09BF-A27C-A57B1008A2D0}"/>
                  </a:ext>
                </a:extLst>
              </p:cNvPr>
              <p:cNvPicPr/>
              <p:nvPr/>
            </p:nvPicPr>
            <p:blipFill>
              <a:blip r:embed="rId17"/>
              <a:stretch>
                <a:fillRect/>
              </a:stretch>
            </p:blipFill>
            <p:spPr>
              <a:xfrm>
                <a:off x="11106949" y="4329196"/>
                <a:ext cx="863640" cy="1390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Рукописні дані 12">
                <a:extLst>
                  <a:ext uri="{FF2B5EF4-FFF2-40B4-BE49-F238E27FC236}">
                    <a16:creationId xmlns:a16="http://schemas.microsoft.com/office/drawing/2014/main" id="{40C964C1-D7FB-E6A5-646E-6DA1D3DD219A}"/>
                  </a:ext>
                </a:extLst>
              </p14:cNvPr>
              <p14:cNvContentPartPr/>
              <p14:nvPr/>
            </p14:nvContentPartPr>
            <p14:xfrm>
              <a:off x="11241229" y="2508316"/>
              <a:ext cx="412560" cy="1166760"/>
            </p14:xfrm>
          </p:contentPart>
        </mc:Choice>
        <mc:Fallback xmlns="">
          <p:pic>
            <p:nvPicPr>
              <p:cNvPr id="13" name="Рукописні дані 12">
                <a:extLst>
                  <a:ext uri="{FF2B5EF4-FFF2-40B4-BE49-F238E27FC236}">
                    <a16:creationId xmlns:a16="http://schemas.microsoft.com/office/drawing/2014/main" id="{40C964C1-D7FB-E6A5-646E-6DA1D3DD219A}"/>
                  </a:ext>
                </a:extLst>
              </p:cNvPr>
              <p:cNvPicPr/>
              <p:nvPr/>
            </p:nvPicPr>
            <p:blipFill>
              <a:blip r:embed="rId19"/>
              <a:stretch>
                <a:fillRect/>
              </a:stretch>
            </p:blipFill>
            <p:spPr>
              <a:xfrm>
                <a:off x="11205589" y="2472316"/>
                <a:ext cx="484200" cy="1238400"/>
              </a:xfrm>
              <a:prstGeom prst="rect">
                <a:avLst/>
              </a:prstGeom>
            </p:spPr>
          </p:pic>
        </mc:Fallback>
      </mc:AlternateContent>
      <p:grpSp>
        <p:nvGrpSpPr>
          <p:cNvPr id="16" name="Групувати 15">
            <a:extLst>
              <a:ext uri="{FF2B5EF4-FFF2-40B4-BE49-F238E27FC236}">
                <a16:creationId xmlns:a16="http://schemas.microsoft.com/office/drawing/2014/main" id="{B4EF106C-0C5C-61E9-2700-E7E361426E80}"/>
              </a:ext>
            </a:extLst>
          </p:cNvPr>
          <p:cNvGrpSpPr/>
          <p:nvPr/>
        </p:nvGrpSpPr>
        <p:grpSpPr>
          <a:xfrm>
            <a:off x="208309" y="2397436"/>
            <a:ext cx="663120" cy="1867680"/>
            <a:chOff x="208309" y="2397436"/>
            <a:chExt cx="663120" cy="1867680"/>
          </a:xfrm>
        </p:grpSpPr>
        <mc:AlternateContent xmlns:mc="http://schemas.openxmlformats.org/markup-compatibility/2006" xmlns:p14="http://schemas.microsoft.com/office/powerpoint/2010/main">
          <mc:Choice Requires="p14">
            <p:contentPart p14:bwMode="auto" r:id="rId20">
              <p14:nvContentPartPr>
                <p14:cNvPr id="14" name="Рукописні дані 13">
                  <a:extLst>
                    <a:ext uri="{FF2B5EF4-FFF2-40B4-BE49-F238E27FC236}">
                      <a16:creationId xmlns:a16="http://schemas.microsoft.com/office/drawing/2014/main" id="{9B5EC63B-859E-AA1A-719D-B1ACEC0691FA}"/>
                    </a:ext>
                  </a:extLst>
                </p14:cNvPr>
                <p14:cNvContentPartPr/>
                <p14:nvPr/>
              </p14:nvContentPartPr>
              <p14:xfrm>
                <a:off x="208309" y="2438836"/>
                <a:ext cx="477720" cy="1011960"/>
              </p14:xfrm>
            </p:contentPart>
          </mc:Choice>
          <mc:Fallback xmlns="">
            <p:pic>
              <p:nvPicPr>
                <p:cNvPr id="14" name="Рукописні дані 13">
                  <a:extLst>
                    <a:ext uri="{FF2B5EF4-FFF2-40B4-BE49-F238E27FC236}">
                      <a16:creationId xmlns:a16="http://schemas.microsoft.com/office/drawing/2014/main" id="{9B5EC63B-859E-AA1A-719D-B1ACEC0691FA}"/>
                    </a:ext>
                  </a:extLst>
                </p:cNvPr>
                <p:cNvPicPr/>
                <p:nvPr/>
              </p:nvPicPr>
              <p:blipFill>
                <a:blip r:embed="rId21"/>
                <a:stretch>
                  <a:fillRect/>
                </a:stretch>
              </p:blipFill>
              <p:spPr>
                <a:xfrm>
                  <a:off x="172309" y="2403196"/>
                  <a:ext cx="549360" cy="1083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Рукописні дані 14">
                  <a:extLst>
                    <a:ext uri="{FF2B5EF4-FFF2-40B4-BE49-F238E27FC236}">
                      <a16:creationId xmlns:a16="http://schemas.microsoft.com/office/drawing/2014/main" id="{98AA5E43-E9A4-43B1-FD81-24458E7E3FE1}"/>
                    </a:ext>
                  </a:extLst>
                </p14:cNvPr>
                <p14:cNvContentPartPr/>
                <p14:nvPr/>
              </p14:nvContentPartPr>
              <p14:xfrm>
                <a:off x="760549" y="2397436"/>
                <a:ext cx="110880" cy="1867680"/>
              </p14:xfrm>
            </p:contentPart>
          </mc:Choice>
          <mc:Fallback xmlns="">
            <p:pic>
              <p:nvPicPr>
                <p:cNvPr id="15" name="Рукописні дані 14">
                  <a:extLst>
                    <a:ext uri="{FF2B5EF4-FFF2-40B4-BE49-F238E27FC236}">
                      <a16:creationId xmlns:a16="http://schemas.microsoft.com/office/drawing/2014/main" id="{98AA5E43-E9A4-43B1-FD81-24458E7E3FE1}"/>
                    </a:ext>
                  </a:extLst>
                </p:cNvPr>
                <p:cNvPicPr/>
                <p:nvPr/>
              </p:nvPicPr>
              <p:blipFill>
                <a:blip r:embed="rId23"/>
                <a:stretch>
                  <a:fillRect/>
                </a:stretch>
              </p:blipFill>
              <p:spPr>
                <a:xfrm>
                  <a:off x="724549" y="2361796"/>
                  <a:ext cx="182520" cy="1939320"/>
                </a:xfrm>
                <a:prstGeom prst="rect">
                  <a:avLst/>
                </a:prstGeom>
              </p:spPr>
            </p:pic>
          </mc:Fallback>
        </mc:AlternateContent>
      </p:grpSp>
    </p:spTree>
    <p:extLst>
      <p:ext uri="{BB962C8B-B14F-4D97-AF65-F5344CB8AC3E}">
        <p14:creationId xmlns:p14="http://schemas.microsoft.com/office/powerpoint/2010/main" val="545351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C1EC85-CD17-3EAD-6F0F-07A65178A06E}"/>
              </a:ext>
            </a:extLst>
          </p:cNvPr>
          <p:cNvSpPr>
            <a:spLocks noGrp="1"/>
          </p:cNvSpPr>
          <p:nvPr>
            <p:ph type="title"/>
          </p:nvPr>
        </p:nvSpPr>
        <p:spPr/>
        <p:txBody>
          <a:bodyPr/>
          <a:lstStyle/>
          <a:p>
            <a:r>
              <a:rPr lang="uk-UA" dirty="0"/>
              <a:t>Установіть відповідність між подіями 1918–1920-х років та їхніми наслідками.</a:t>
            </a:r>
          </a:p>
        </p:txBody>
      </p:sp>
      <p:graphicFrame>
        <p:nvGraphicFramePr>
          <p:cNvPr id="5" name="Місце для вмісту 4">
            <a:extLst>
              <a:ext uri="{FF2B5EF4-FFF2-40B4-BE49-F238E27FC236}">
                <a16:creationId xmlns:a16="http://schemas.microsoft.com/office/drawing/2014/main" id="{9CC7868E-1B2A-3D54-C3B5-4C4701858744}"/>
              </a:ext>
            </a:extLst>
          </p:cNvPr>
          <p:cNvGraphicFramePr>
            <a:graphicFrameLocks noGrp="1"/>
          </p:cNvGraphicFramePr>
          <p:nvPr>
            <p:ph sz="half" idx="1"/>
            <p:extLst>
              <p:ext uri="{D42A27DB-BD31-4B8C-83A1-F6EECF244321}">
                <p14:modId xmlns:p14="http://schemas.microsoft.com/office/powerpoint/2010/main" val="1159564404"/>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EB279036-BE37-CDFC-972A-AF97C4DD6B20}"/>
              </a:ext>
            </a:extLst>
          </p:cNvPr>
          <p:cNvGraphicFramePr>
            <a:graphicFrameLocks noGrp="1"/>
          </p:cNvGraphicFramePr>
          <p:nvPr>
            <p:ph sz="half" idx="2"/>
            <p:extLst>
              <p:ext uri="{D42A27DB-BD31-4B8C-83A1-F6EECF244321}">
                <p14:modId xmlns:p14="http://schemas.microsoft.com/office/powerpoint/2010/main" val="310090770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8" name="Пряма зі стрілкою 7">
            <a:extLst>
              <a:ext uri="{FF2B5EF4-FFF2-40B4-BE49-F238E27FC236}">
                <a16:creationId xmlns:a16="http://schemas.microsoft.com/office/drawing/2014/main" id="{B2CC08F2-446D-E082-3DE5-20586354C95A}"/>
              </a:ext>
            </a:extLst>
          </p:cNvPr>
          <p:cNvCxnSpPr/>
          <p:nvPr/>
        </p:nvCxnSpPr>
        <p:spPr>
          <a:xfrm>
            <a:off x="5237018" y="2626822"/>
            <a:ext cx="950397" cy="3025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Пряма зі стрілкою 9">
            <a:extLst>
              <a:ext uri="{FF2B5EF4-FFF2-40B4-BE49-F238E27FC236}">
                <a16:creationId xmlns:a16="http://schemas.microsoft.com/office/drawing/2014/main" id="{E8FF14E9-045E-1C36-5756-C998FB62E623}"/>
              </a:ext>
            </a:extLst>
          </p:cNvPr>
          <p:cNvCxnSpPr/>
          <p:nvPr/>
        </p:nvCxnSpPr>
        <p:spPr>
          <a:xfrm flipV="1">
            <a:off x="5220393" y="3308465"/>
            <a:ext cx="967022" cy="332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 зі стрілкою 11">
            <a:extLst>
              <a:ext uri="{FF2B5EF4-FFF2-40B4-BE49-F238E27FC236}">
                <a16:creationId xmlns:a16="http://schemas.microsoft.com/office/drawing/2014/main" id="{AF4996EB-0C8A-C610-3638-CD89B96A2582}"/>
              </a:ext>
            </a:extLst>
          </p:cNvPr>
          <p:cNvCxnSpPr/>
          <p:nvPr/>
        </p:nvCxnSpPr>
        <p:spPr>
          <a:xfrm flipV="1">
            <a:off x="5237018" y="3990109"/>
            <a:ext cx="950397"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 зі стрілкою 13">
            <a:extLst>
              <a:ext uri="{FF2B5EF4-FFF2-40B4-BE49-F238E27FC236}">
                <a16:creationId xmlns:a16="http://schemas.microsoft.com/office/drawing/2014/main" id="{65CE0346-936E-8F8C-8C47-D95AEE66B41F}"/>
              </a:ext>
            </a:extLst>
          </p:cNvPr>
          <p:cNvCxnSpPr/>
          <p:nvPr/>
        </p:nvCxnSpPr>
        <p:spPr>
          <a:xfrm flipV="1">
            <a:off x="5104015" y="4838007"/>
            <a:ext cx="991985" cy="698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31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45BF30-7248-6707-86DD-28490F89A484}"/>
              </a:ext>
            </a:extLst>
          </p:cNvPr>
          <p:cNvSpPr>
            <a:spLocks noGrp="1"/>
          </p:cNvSpPr>
          <p:nvPr>
            <p:ph type="title"/>
          </p:nvPr>
        </p:nvSpPr>
        <p:spPr/>
        <p:txBody>
          <a:bodyPr/>
          <a:lstStyle/>
          <a:p>
            <a:r>
              <a:rPr lang="ru-RU" sz="3200" dirty="0" err="1"/>
              <a:t>Установіть</a:t>
            </a:r>
            <a:r>
              <a:rPr lang="ru-RU" sz="3200" dirty="0"/>
              <a:t> </a:t>
            </a:r>
            <a:r>
              <a:rPr lang="ru-RU" sz="3200" dirty="0" err="1"/>
              <a:t>послідовність</a:t>
            </a:r>
            <a:r>
              <a:rPr lang="ru-RU" sz="3200" dirty="0"/>
              <a:t> </a:t>
            </a:r>
            <a:r>
              <a:rPr lang="ru-RU" sz="3200" dirty="0" err="1"/>
              <a:t>подій</a:t>
            </a:r>
            <a:r>
              <a:rPr lang="ru-RU" sz="3200" dirty="0"/>
              <a:t> </a:t>
            </a:r>
            <a:r>
              <a:rPr lang="ru-RU" sz="3200" dirty="0" err="1"/>
              <a:t>боротьби</a:t>
            </a:r>
            <a:r>
              <a:rPr lang="ru-RU" sz="3200" dirty="0"/>
              <a:t> за </a:t>
            </a:r>
            <a:r>
              <a:rPr lang="ru-RU" sz="3200" dirty="0" err="1"/>
              <a:t>збереження</a:t>
            </a:r>
            <a:r>
              <a:rPr lang="ru-RU" sz="3200" dirty="0"/>
              <a:t> </a:t>
            </a:r>
            <a:r>
              <a:rPr lang="ru-RU" sz="3200" dirty="0" err="1"/>
              <a:t>державної</a:t>
            </a:r>
            <a:r>
              <a:rPr lang="ru-RU" sz="3200" dirty="0"/>
              <a:t> </a:t>
            </a:r>
            <a:r>
              <a:rPr lang="ru-RU" sz="3200" dirty="0" err="1"/>
              <a:t>незалежності</a:t>
            </a:r>
            <a:r>
              <a:rPr lang="ru-RU" sz="3200" dirty="0"/>
              <a:t> </a:t>
            </a:r>
            <a:r>
              <a:rPr lang="ru-RU" sz="3200" dirty="0" err="1"/>
              <a:t>України</a:t>
            </a:r>
            <a:r>
              <a:rPr lang="ru-RU" sz="3200" dirty="0"/>
              <a:t> (1918—1921 </a:t>
            </a:r>
            <a:r>
              <a:rPr lang="ru-RU" sz="3200" dirty="0" err="1"/>
              <a:t>рр</a:t>
            </a:r>
            <a:r>
              <a:rPr lang="ru-RU" sz="3200" dirty="0"/>
              <a:t>.).</a:t>
            </a:r>
            <a:endParaRPr lang="uk-UA" sz="3200" dirty="0"/>
          </a:p>
        </p:txBody>
      </p:sp>
      <p:sp>
        <p:nvSpPr>
          <p:cNvPr id="3" name="Місце для вмісту 2">
            <a:extLst>
              <a:ext uri="{FF2B5EF4-FFF2-40B4-BE49-F238E27FC236}">
                <a16:creationId xmlns:a16="http://schemas.microsoft.com/office/drawing/2014/main" id="{CAEAF04F-D412-0C23-514C-FD6FCE5CEF4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17B4147A-2CE4-98A3-6F76-999C34FA0539}"/>
              </a:ext>
            </a:extLst>
          </p:cNvPr>
          <p:cNvGraphicFramePr>
            <a:graphicFrameLocks noGrp="1"/>
          </p:cNvGraphicFramePr>
          <p:nvPr>
            <p:ph sz="half" idx="2"/>
            <p:extLst>
              <p:ext uri="{D42A27DB-BD31-4B8C-83A1-F6EECF244321}">
                <p14:modId xmlns:p14="http://schemas.microsoft.com/office/powerpoint/2010/main" val="105371924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14="http://schemas.microsoft.com/office/powerpoint/2010/main">
        <mc:Choice Requires="p14">
          <p:contentPart p14:bwMode="auto" r:id="rId7">
            <p14:nvContentPartPr>
              <p14:cNvPr id="6" name="Рукописні дані 5">
                <a:extLst>
                  <a:ext uri="{FF2B5EF4-FFF2-40B4-BE49-F238E27FC236}">
                    <a16:creationId xmlns:a16="http://schemas.microsoft.com/office/drawing/2014/main" id="{81D5867B-7CA8-7CF4-2669-846C44D6DF0D}"/>
                  </a:ext>
                </a:extLst>
              </p14:cNvPr>
              <p14:cNvContentPartPr/>
              <p14:nvPr/>
            </p14:nvContentPartPr>
            <p14:xfrm>
              <a:off x="10891309" y="2294116"/>
              <a:ext cx="173160" cy="590760"/>
            </p14:xfrm>
          </p:contentPart>
        </mc:Choice>
        <mc:Fallback xmlns="">
          <p:pic>
            <p:nvPicPr>
              <p:cNvPr id="6" name="Рукописні дані 5">
                <a:extLst>
                  <a:ext uri="{FF2B5EF4-FFF2-40B4-BE49-F238E27FC236}">
                    <a16:creationId xmlns:a16="http://schemas.microsoft.com/office/drawing/2014/main" id="{81D5867B-7CA8-7CF4-2669-846C44D6DF0D}"/>
                  </a:ext>
                </a:extLst>
              </p:cNvPr>
              <p:cNvPicPr/>
              <p:nvPr/>
            </p:nvPicPr>
            <p:blipFill>
              <a:blip r:embed="rId8"/>
              <a:stretch>
                <a:fillRect/>
              </a:stretch>
            </p:blipFill>
            <p:spPr>
              <a:xfrm>
                <a:off x="10855669" y="2258116"/>
                <a:ext cx="244800" cy="662400"/>
              </a:xfrm>
              <a:prstGeom prst="rect">
                <a:avLst/>
              </a:prstGeom>
            </p:spPr>
          </p:pic>
        </mc:Fallback>
      </mc:AlternateContent>
      <p:grpSp>
        <p:nvGrpSpPr>
          <p:cNvPr id="18" name="Групувати 17">
            <a:extLst>
              <a:ext uri="{FF2B5EF4-FFF2-40B4-BE49-F238E27FC236}">
                <a16:creationId xmlns:a16="http://schemas.microsoft.com/office/drawing/2014/main" id="{A1ED3BDE-22FA-C09B-17D6-437118DF504A}"/>
              </a:ext>
            </a:extLst>
          </p:cNvPr>
          <p:cNvGrpSpPr/>
          <p:nvPr/>
        </p:nvGrpSpPr>
        <p:grpSpPr>
          <a:xfrm>
            <a:off x="10811749" y="2238316"/>
            <a:ext cx="1153800" cy="1568520"/>
            <a:chOff x="10811749" y="2238316"/>
            <a:chExt cx="1153800" cy="1568520"/>
          </a:xfrm>
        </p:grpSpPr>
        <mc:AlternateContent xmlns:mc="http://schemas.openxmlformats.org/markup-compatibility/2006" xmlns:p14="http://schemas.microsoft.com/office/powerpoint/2010/main">
          <mc:Choice Requires="p14">
            <p:contentPart p14:bwMode="auto" r:id="rId9">
              <p14:nvContentPartPr>
                <p14:cNvPr id="9" name="Рукописні дані 8">
                  <a:extLst>
                    <a:ext uri="{FF2B5EF4-FFF2-40B4-BE49-F238E27FC236}">
                      <a16:creationId xmlns:a16="http://schemas.microsoft.com/office/drawing/2014/main" id="{44E8B810-E133-F499-169E-016A5927E4F5}"/>
                    </a:ext>
                  </a:extLst>
                </p14:cNvPr>
                <p14:cNvContentPartPr/>
                <p14:nvPr/>
              </p14:nvContentPartPr>
              <p14:xfrm>
                <a:off x="11032429" y="2356036"/>
                <a:ext cx="289800" cy="566280"/>
              </p14:xfrm>
            </p:contentPart>
          </mc:Choice>
          <mc:Fallback xmlns="">
            <p:pic>
              <p:nvPicPr>
                <p:cNvPr id="9" name="Рукописні дані 8">
                  <a:extLst>
                    <a:ext uri="{FF2B5EF4-FFF2-40B4-BE49-F238E27FC236}">
                      <a16:creationId xmlns:a16="http://schemas.microsoft.com/office/drawing/2014/main" id="{44E8B810-E133-F499-169E-016A5927E4F5}"/>
                    </a:ext>
                  </a:extLst>
                </p:cNvPr>
                <p:cNvPicPr/>
                <p:nvPr/>
              </p:nvPicPr>
              <p:blipFill>
                <a:blip r:embed="rId10"/>
                <a:stretch>
                  <a:fillRect/>
                </a:stretch>
              </p:blipFill>
              <p:spPr>
                <a:xfrm>
                  <a:off x="10996789" y="2320396"/>
                  <a:ext cx="361440" cy="637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Рукописні дані 9">
                  <a:extLst>
                    <a:ext uri="{FF2B5EF4-FFF2-40B4-BE49-F238E27FC236}">
                      <a16:creationId xmlns:a16="http://schemas.microsoft.com/office/drawing/2014/main" id="{8EF755D4-7F16-AD66-2BAD-DEECD6EE827A}"/>
                    </a:ext>
                  </a:extLst>
                </p14:cNvPr>
                <p14:cNvContentPartPr/>
                <p14:nvPr/>
              </p14:nvContentPartPr>
              <p14:xfrm>
                <a:off x="11277949" y="2290516"/>
                <a:ext cx="502560" cy="652680"/>
              </p14:xfrm>
            </p:contentPart>
          </mc:Choice>
          <mc:Fallback xmlns="">
            <p:pic>
              <p:nvPicPr>
                <p:cNvPr id="10" name="Рукописні дані 9">
                  <a:extLst>
                    <a:ext uri="{FF2B5EF4-FFF2-40B4-BE49-F238E27FC236}">
                      <a16:creationId xmlns:a16="http://schemas.microsoft.com/office/drawing/2014/main" id="{8EF755D4-7F16-AD66-2BAD-DEECD6EE827A}"/>
                    </a:ext>
                  </a:extLst>
                </p:cNvPr>
                <p:cNvPicPr/>
                <p:nvPr/>
              </p:nvPicPr>
              <p:blipFill>
                <a:blip r:embed="rId12"/>
                <a:stretch>
                  <a:fillRect/>
                </a:stretch>
              </p:blipFill>
              <p:spPr>
                <a:xfrm>
                  <a:off x="11241949" y="2254516"/>
                  <a:ext cx="574200" cy="724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Рукописні дані 10">
                  <a:extLst>
                    <a:ext uri="{FF2B5EF4-FFF2-40B4-BE49-F238E27FC236}">
                      <a16:creationId xmlns:a16="http://schemas.microsoft.com/office/drawing/2014/main" id="{360178C6-C236-16BE-F98B-A71FDBE4151E}"/>
                    </a:ext>
                  </a:extLst>
                </p14:cNvPr>
                <p14:cNvContentPartPr/>
                <p14:nvPr/>
              </p14:nvContentPartPr>
              <p14:xfrm>
                <a:off x="11854669" y="2238316"/>
                <a:ext cx="110880" cy="967320"/>
              </p14:xfrm>
            </p:contentPart>
          </mc:Choice>
          <mc:Fallback xmlns="">
            <p:pic>
              <p:nvPicPr>
                <p:cNvPr id="11" name="Рукописні дані 10">
                  <a:extLst>
                    <a:ext uri="{FF2B5EF4-FFF2-40B4-BE49-F238E27FC236}">
                      <a16:creationId xmlns:a16="http://schemas.microsoft.com/office/drawing/2014/main" id="{360178C6-C236-16BE-F98B-A71FDBE4151E}"/>
                    </a:ext>
                  </a:extLst>
                </p:cNvPr>
                <p:cNvPicPr/>
                <p:nvPr/>
              </p:nvPicPr>
              <p:blipFill>
                <a:blip r:embed="rId14"/>
                <a:stretch>
                  <a:fillRect/>
                </a:stretch>
              </p:blipFill>
              <p:spPr>
                <a:xfrm>
                  <a:off x="11819029" y="2202316"/>
                  <a:ext cx="182520" cy="1038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Рукописні дані 12">
                  <a:extLst>
                    <a:ext uri="{FF2B5EF4-FFF2-40B4-BE49-F238E27FC236}">
                      <a16:creationId xmlns:a16="http://schemas.microsoft.com/office/drawing/2014/main" id="{F8356859-1C3F-B7C4-4A8E-3BD7F6B450FC}"/>
                    </a:ext>
                  </a:extLst>
                </p14:cNvPr>
                <p14:cNvContentPartPr/>
                <p14:nvPr/>
              </p14:nvContentPartPr>
              <p14:xfrm>
                <a:off x="10811749" y="3224716"/>
                <a:ext cx="166320" cy="467640"/>
              </p14:xfrm>
            </p:contentPart>
          </mc:Choice>
          <mc:Fallback xmlns="">
            <p:pic>
              <p:nvPicPr>
                <p:cNvPr id="13" name="Рукописні дані 12">
                  <a:extLst>
                    <a:ext uri="{FF2B5EF4-FFF2-40B4-BE49-F238E27FC236}">
                      <a16:creationId xmlns:a16="http://schemas.microsoft.com/office/drawing/2014/main" id="{F8356859-1C3F-B7C4-4A8E-3BD7F6B450FC}"/>
                    </a:ext>
                  </a:extLst>
                </p:cNvPr>
                <p:cNvPicPr/>
                <p:nvPr/>
              </p:nvPicPr>
              <p:blipFill>
                <a:blip r:embed="rId16"/>
                <a:stretch>
                  <a:fillRect/>
                </a:stretch>
              </p:blipFill>
              <p:spPr>
                <a:xfrm>
                  <a:off x="10775749" y="3189076"/>
                  <a:ext cx="237960" cy="539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Рукописні дані 13">
                  <a:extLst>
                    <a:ext uri="{FF2B5EF4-FFF2-40B4-BE49-F238E27FC236}">
                      <a16:creationId xmlns:a16="http://schemas.microsoft.com/office/drawing/2014/main" id="{32707BEB-B365-8F03-FDD9-575ADDAEBE99}"/>
                    </a:ext>
                  </a:extLst>
                </p14:cNvPr>
                <p14:cNvContentPartPr/>
                <p14:nvPr/>
              </p14:nvContentPartPr>
              <p14:xfrm>
                <a:off x="11032429" y="3242356"/>
                <a:ext cx="221400" cy="505440"/>
              </p14:xfrm>
            </p:contentPart>
          </mc:Choice>
          <mc:Fallback xmlns="">
            <p:pic>
              <p:nvPicPr>
                <p:cNvPr id="14" name="Рукописні дані 13">
                  <a:extLst>
                    <a:ext uri="{FF2B5EF4-FFF2-40B4-BE49-F238E27FC236}">
                      <a16:creationId xmlns:a16="http://schemas.microsoft.com/office/drawing/2014/main" id="{32707BEB-B365-8F03-FDD9-575ADDAEBE99}"/>
                    </a:ext>
                  </a:extLst>
                </p:cNvPr>
                <p:cNvPicPr/>
                <p:nvPr/>
              </p:nvPicPr>
              <p:blipFill>
                <a:blip r:embed="rId18"/>
                <a:stretch>
                  <a:fillRect/>
                </a:stretch>
              </p:blipFill>
              <p:spPr>
                <a:xfrm>
                  <a:off x="10996789" y="3206356"/>
                  <a:ext cx="293040" cy="577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Рукописні дані 14">
                  <a:extLst>
                    <a:ext uri="{FF2B5EF4-FFF2-40B4-BE49-F238E27FC236}">
                      <a16:creationId xmlns:a16="http://schemas.microsoft.com/office/drawing/2014/main" id="{5BE8CFD7-A676-3CE5-74C4-D0B9F68D537E}"/>
                    </a:ext>
                  </a:extLst>
                </p14:cNvPr>
                <p14:cNvContentPartPr/>
                <p14:nvPr/>
              </p14:nvContentPartPr>
              <p14:xfrm>
                <a:off x="11315029" y="3281236"/>
                <a:ext cx="37080" cy="155520"/>
              </p14:xfrm>
            </p:contentPart>
          </mc:Choice>
          <mc:Fallback xmlns="">
            <p:pic>
              <p:nvPicPr>
                <p:cNvPr id="15" name="Рукописні дані 14">
                  <a:extLst>
                    <a:ext uri="{FF2B5EF4-FFF2-40B4-BE49-F238E27FC236}">
                      <a16:creationId xmlns:a16="http://schemas.microsoft.com/office/drawing/2014/main" id="{5BE8CFD7-A676-3CE5-74C4-D0B9F68D537E}"/>
                    </a:ext>
                  </a:extLst>
                </p:cNvPr>
                <p:cNvPicPr/>
                <p:nvPr/>
              </p:nvPicPr>
              <p:blipFill>
                <a:blip r:embed="rId20"/>
                <a:stretch>
                  <a:fillRect/>
                </a:stretch>
              </p:blipFill>
              <p:spPr>
                <a:xfrm>
                  <a:off x="11279029" y="3245236"/>
                  <a:ext cx="108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Рукописні дані 15">
                  <a:extLst>
                    <a:ext uri="{FF2B5EF4-FFF2-40B4-BE49-F238E27FC236}">
                      <a16:creationId xmlns:a16="http://schemas.microsoft.com/office/drawing/2014/main" id="{C2EDF12C-B44A-E64B-CA8E-80D9A78D297C}"/>
                    </a:ext>
                  </a:extLst>
                </p14:cNvPr>
                <p14:cNvContentPartPr/>
                <p14:nvPr/>
              </p14:nvContentPartPr>
              <p14:xfrm>
                <a:off x="11339509" y="3174676"/>
                <a:ext cx="98640" cy="453960"/>
              </p14:xfrm>
            </p:contentPart>
          </mc:Choice>
          <mc:Fallback xmlns="">
            <p:pic>
              <p:nvPicPr>
                <p:cNvPr id="16" name="Рукописні дані 15">
                  <a:extLst>
                    <a:ext uri="{FF2B5EF4-FFF2-40B4-BE49-F238E27FC236}">
                      <a16:creationId xmlns:a16="http://schemas.microsoft.com/office/drawing/2014/main" id="{C2EDF12C-B44A-E64B-CA8E-80D9A78D297C}"/>
                    </a:ext>
                  </a:extLst>
                </p:cNvPr>
                <p:cNvPicPr/>
                <p:nvPr/>
              </p:nvPicPr>
              <p:blipFill>
                <a:blip r:embed="rId22"/>
                <a:stretch>
                  <a:fillRect/>
                </a:stretch>
              </p:blipFill>
              <p:spPr>
                <a:xfrm>
                  <a:off x="11303509" y="3139036"/>
                  <a:ext cx="17028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Рукописні дані 16">
                  <a:extLst>
                    <a:ext uri="{FF2B5EF4-FFF2-40B4-BE49-F238E27FC236}">
                      <a16:creationId xmlns:a16="http://schemas.microsoft.com/office/drawing/2014/main" id="{C1636C3A-F7A6-045A-D198-75E43766415B}"/>
                    </a:ext>
                  </a:extLst>
                </p14:cNvPr>
                <p14:cNvContentPartPr/>
                <p14:nvPr/>
              </p14:nvContentPartPr>
              <p14:xfrm>
                <a:off x="11559469" y="3229396"/>
                <a:ext cx="258840" cy="577440"/>
              </p14:xfrm>
            </p:contentPart>
          </mc:Choice>
          <mc:Fallback xmlns="">
            <p:pic>
              <p:nvPicPr>
                <p:cNvPr id="17" name="Рукописні дані 16">
                  <a:extLst>
                    <a:ext uri="{FF2B5EF4-FFF2-40B4-BE49-F238E27FC236}">
                      <a16:creationId xmlns:a16="http://schemas.microsoft.com/office/drawing/2014/main" id="{C1636C3A-F7A6-045A-D198-75E43766415B}"/>
                    </a:ext>
                  </a:extLst>
                </p:cNvPr>
                <p:cNvPicPr/>
                <p:nvPr/>
              </p:nvPicPr>
              <p:blipFill>
                <a:blip r:embed="rId24"/>
                <a:stretch>
                  <a:fillRect/>
                </a:stretch>
              </p:blipFill>
              <p:spPr>
                <a:xfrm>
                  <a:off x="11523829" y="3193396"/>
                  <a:ext cx="330480" cy="649080"/>
                </a:xfrm>
                <a:prstGeom prst="rect">
                  <a:avLst/>
                </a:prstGeom>
              </p:spPr>
            </p:pic>
          </mc:Fallback>
        </mc:AlternateContent>
      </p:grpSp>
      <p:grpSp>
        <p:nvGrpSpPr>
          <p:cNvPr id="23" name="Групувати 22">
            <a:extLst>
              <a:ext uri="{FF2B5EF4-FFF2-40B4-BE49-F238E27FC236}">
                <a16:creationId xmlns:a16="http://schemas.microsoft.com/office/drawing/2014/main" id="{07973BCB-6785-B9DF-2D8E-455B0C83BAFF}"/>
              </a:ext>
            </a:extLst>
          </p:cNvPr>
          <p:cNvGrpSpPr/>
          <p:nvPr/>
        </p:nvGrpSpPr>
        <p:grpSpPr>
          <a:xfrm>
            <a:off x="10749829" y="4144156"/>
            <a:ext cx="1326240" cy="597240"/>
            <a:chOff x="10749829" y="4144156"/>
            <a:chExt cx="1326240" cy="597240"/>
          </a:xfrm>
        </p:grpSpPr>
        <mc:AlternateContent xmlns:mc="http://schemas.openxmlformats.org/markup-compatibility/2006" xmlns:p14="http://schemas.microsoft.com/office/powerpoint/2010/main">
          <mc:Choice Requires="p14">
            <p:contentPart p14:bwMode="auto" r:id="rId25">
              <p14:nvContentPartPr>
                <p14:cNvPr id="19" name="Рукописні дані 18">
                  <a:extLst>
                    <a:ext uri="{FF2B5EF4-FFF2-40B4-BE49-F238E27FC236}">
                      <a16:creationId xmlns:a16="http://schemas.microsoft.com/office/drawing/2014/main" id="{442BB52A-12BA-6853-21FF-8F61E2C82492}"/>
                    </a:ext>
                  </a:extLst>
                </p14:cNvPr>
                <p14:cNvContentPartPr/>
                <p14:nvPr/>
              </p14:nvContentPartPr>
              <p14:xfrm>
                <a:off x="10749829" y="4149916"/>
                <a:ext cx="118080" cy="591480"/>
              </p14:xfrm>
            </p:contentPart>
          </mc:Choice>
          <mc:Fallback xmlns="">
            <p:pic>
              <p:nvPicPr>
                <p:cNvPr id="19" name="Рукописні дані 18">
                  <a:extLst>
                    <a:ext uri="{FF2B5EF4-FFF2-40B4-BE49-F238E27FC236}">
                      <a16:creationId xmlns:a16="http://schemas.microsoft.com/office/drawing/2014/main" id="{442BB52A-12BA-6853-21FF-8F61E2C82492}"/>
                    </a:ext>
                  </a:extLst>
                </p:cNvPr>
                <p:cNvPicPr/>
                <p:nvPr/>
              </p:nvPicPr>
              <p:blipFill>
                <a:blip r:embed="rId26"/>
                <a:stretch>
                  <a:fillRect/>
                </a:stretch>
              </p:blipFill>
              <p:spPr>
                <a:xfrm>
                  <a:off x="10714189" y="4114276"/>
                  <a:ext cx="189720" cy="663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Рукописні дані 19">
                  <a:extLst>
                    <a:ext uri="{FF2B5EF4-FFF2-40B4-BE49-F238E27FC236}">
                      <a16:creationId xmlns:a16="http://schemas.microsoft.com/office/drawing/2014/main" id="{B0686C75-CE51-6BA5-C819-0E386BF9BC34}"/>
                    </a:ext>
                  </a:extLst>
                </p14:cNvPr>
                <p14:cNvContentPartPr/>
                <p14:nvPr/>
              </p14:nvContentPartPr>
              <p14:xfrm>
                <a:off x="11026309" y="4270516"/>
                <a:ext cx="209160" cy="461160"/>
              </p14:xfrm>
            </p:contentPart>
          </mc:Choice>
          <mc:Fallback xmlns="">
            <p:pic>
              <p:nvPicPr>
                <p:cNvPr id="20" name="Рукописні дані 19">
                  <a:extLst>
                    <a:ext uri="{FF2B5EF4-FFF2-40B4-BE49-F238E27FC236}">
                      <a16:creationId xmlns:a16="http://schemas.microsoft.com/office/drawing/2014/main" id="{B0686C75-CE51-6BA5-C819-0E386BF9BC34}"/>
                    </a:ext>
                  </a:extLst>
                </p:cNvPr>
                <p:cNvPicPr/>
                <p:nvPr/>
              </p:nvPicPr>
              <p:blipFill>
                <a:blip r:embed="rId28"/>
                <a:stretch>
                  <a:fillRect/>
                </a:stretch>
              </p:blipFill>
              <p:spPr>
                <a:xfrm>
                  <a:off x="10990669" y="4234516"/>
                  <a:ext cx="280800"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Рукописні дані 20">
                  <a:extLst>
                    <a:ext uri="{FF2B5EF4-FFF2-40B4-BE49-F238E27FC236}">
                      <a16:creationId xmlns:a16="http://schemas.microsoft.com/office/drawing/2014/main" id="{CC3EDFB1-9013-6728-A9D6-E95AD3041BE4}"/>
                    </a:ext>
                  </a:extLst>
                </p14:cNvPr>
                <p14:cNvContentPartPr/>
                <p14:nvPr/>
              </p14:nvContentPartPr>
              <p14:xfrm>
                <a:off x="11284069" y="4144156"/>
                <a:ext cx="333360" cy="518040"/>
              </p14:xfrm>
            </p:contentPart>
          </mc:Choice>
          <mc:Fallback xmlns="">
            <p:pic>
              <p:nvPicPr>
                <p:cNvPr id="21" name="Рукописні дані 20">
                  <a:extLst>
                    <a:ext uri="{FF2B5EF4-FFF2-40B4-BE49-F238E27FC236}">
                      <a16:creationId xmlns:a16="http://schemas.microsoft.com/office/drawing/2014/main" id="{CC3EDFB1-9013-6728-A9D6-E95AD3041BE4}"/>
                    </a:ext>
                  </a:extLst>
                </p:cNvPr>
                <p:cNvPicPr/>
                <p:nvPr/>
              </p:nvPicPr>
              <p:blipFill>
                <a:blip r:embed="rId30"/>
                <a:stretch>
                  <a:fillRect/>
                </a:stretch>
              </p:blipFill>
              <p:spPr>
                <a:xfrm>
                  <a:off x="11248069" y="4108156"/>
                  <a:ext cx="405000" cy="589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Рукописні дані 21">
                  <a:extLst>
                    <a:ext uri="{FF2B5EF4-FFF2-40B4-BE49-F238E27FC236}">
                      <a16:creationId xmlns:a16="http://schemas.microsoft.com/office/drawing/2014/main" id="{6C1973AC-4AD2-B988-7106-CAF9B6171427}"/>
                    </a:ext>
                  </a:extLst>
                </p14:cNvPr>
                <p14:cNvContentPartPr/>
                <p14:nvPr/>
              </p14:nvContentPartPr>
              <p14:xfrm>
                <a:off x="11713549" y="4178716"/>
                <a:ext cx="362520" cy="419400"/>
              </p14:xfrm>
            </p:contentPart>
          </mc:Choice>
          <mc:Fallback xmlns="">
            <p:pic>
              <p:nvPicPr>
                <p:cNvPr id="22" name="Рукописні дані 21">
                  <a:extLst>
                    <a:ext uri="{FF2B5EF4-FFF2-40B4-BE49-F238E27FC236}">
                      <a16:creationId xmlns:a16="http://schemas.microsoft.com/office/drawing/2014/main" id="{6C1973AC-4AD2-B988-7106-CAF9B6171427}"/>
                    </a:ext>
                  </a:extLst>
                </p:cNvPr>
                <p:cNvPicPr/>
                <p:nvPr/>
              </p:nvPicPr>
              <p:blipFill>
                <a:blip r:embed="rId32"/>
                <a:stretch>
                  <a:fillRect/>
                </a:stretch>
              </p:blipFill>
              <p:spPr>
                <a:xfrm>
                  <a:off x="11677909" y="4142716"/>
                  <a:ext cx="434160" cy="491040"/>
                </a:xfrm>
                <a:prstGeom prst="rect">
                  <a:avLst/>
                </a:prstGeom>
              </p:spPr>
            </p:pic>
          </mc:Fallback>
        </mc:AlternateContent>
      </p:grpSp>
      <p:grpSp>
        <p:nvGrpSpPr>
          <p:cNvPr id="29" name="Групувати 28">
            <a:extLst>
              <a:ext uri="{FF2B5EF4-FFF2-40B4-BE49-F238E27FC236}">
                <a16:creationId xmlns:a16="http://schemas.microsoft.com/office/drawing/2014/main" id="{ACBF8A47-1410-8FF8-E4DD-93D7CAD3A84A}"/>
              </a:ext>
            </a:extLst>
          </p:cNvPr>
          <p:cNvGrpSpPr/>
          <p:nvPr/>
        </p:nvGrpSpPr>
        <p:grpSpPr>
          <a:xfrm>
            <a:off x="10787269" y="5175556"/>
            <a:ext cx="1057680" cy="757080"/>
            <a:chOff x="10787269" y="5175556"/>
            <a:chExt cx="1057680" cy="757080"/>
          </a:xfrm>
        </p:grpSpPr>
        <mc:AlternateContent xmlns:mc="http://schemas.openxmlformats.org/markup-compatibility/2006" xmlns:p14="http://schemas.microsoft.com/office/powerpoint/2010/main">
          <mc:Choice Requires="p14">
            <p:contentPart p14:bwMode="auto" r:id="rId33">
              <p14:nvContentPartPr>
                <p14:cNvPr id="24" name="Рукописні дані 23">
                  <a:extLst>
                    <a:ext uri="{FF2B5EF4-FFF2-40B4-BE49-F238E27FC236}">
                      <a16:creationId xmlns:a16="http://schemas.microsoft.com/office/drawing/2014/main" id="{BCB3EA46-CC4E-A899-1303-37FD5306D3D8}"/>
                    </a:ext>
                  </a:extLst>
                </p14:cNvPr>
                <p14:cNvContentPartPr/>
                <p14:nvPr/>
              </p14:nvContentPartPr>
              <p14:xfrm>
                <a:off x="10787269" y="5262316"/>
                <a:ext cx="147960" cy="431640"/>
              </p14:xfrm>
            </p:contentPart>
          </mc:Choice>
          <mc:Fallback xmlns="">
            <p:pic>
              <p:nvPicPr>
                <p:cNvPr id="24" name="Рукописні дані 23">
                  <a:extLst>
                    <a:ext uri="{FF2B5EF4-FFF2-40B4-BE49-F238E27FC236}">
                      <a16:creationId xmlns:a16="http://schemas.microsoft.com/office/drawing/2014/main" id="{BCB3EA46-CC4E-A899-1303-37FD5306D3D8}"/>
                    </a:ext>
                  </a:extLst>
                </p:cNvPr>
                <p:cNvPicPr/>
                <p:nvPr/>
              </p:nvPicPr>
              <p:blipFill>
                <a:blip r:embed="rId34"/>
                <a:stretch>
                  <a:fillRect/>
                </a:stretch>
              </p:blipFill>
              <p:spPr>
                <a:xfrm>
                  <a:off x="10751269" y="5226676"/>
                  <a:ext cx="2196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Рукописні дані 24">
                  <a:extLst>
                    <a:ext uri="{FF2B5EF4-FFF2-40B4-BE49-F238E27FC236}">
                      <a16:creationId xmlns:a16="http://schemas.microsoft.com/office/drawing/2014/main" id="{E92605C1-2BBD-3E4C-1A94-9B87C0FFF7AD}"/>
                    </a:ext>
                  </a:extLst>
                </p14:cNvPr>
                <p14:cNvContentPartPr/>
                <p14:nvPr/>
              </p14:nvContentPartPr>
              <p14:xfrm>
                <a:off x="11032429" y="5175556"/>
                <a:ext cx="247320" cy="484200"/>
              </p14:xfrm>
            </p:contentPart>
          </mc:Choice>
          <mc:Fallback xmlns="">
            <p:pic>
              <p:nvPicPr>
                <p:cNvPr id="25" name="Рукописні дані 24">
                  <a:extLst>
                    <a:ext uri="{FF2B5EF4-FFF2-40B4-BE49-F238E27FC236}">
                      <a16:creationId xmlns:a16="http://schemas.microsoft.com/office/drawing/2014/main" id="{E92605C1-2BBD-3E4C-1A94-9B87C0FFF7AD}"/>
                    </a:ext>
                  </a:extLst>
                </p:cNvPr>
                <p:cNvPicPr/>
                <p:nvPr/>
              </p:nvPicPr>
              <p:blipFill>
                <a:blip r:embed="rId36"/>
                <a:stretch>
                  <a:fillRect/>
                </a:stretch>
              </p:blipFill>
              <p:spPr>
                <a:xfrm>
                  <a:off x="10996789" y="5139916"/>
                  <a:ext cx="318960" cy="5558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Рукописні дані 26">
                  <a:extLst>
                    <a:ext uri="{FF2B5EF4-FFF2-40B4-BE49-F238E27FC236}">
                      <a16:creationId xmlns:a16="http://schemas.microsoft.com/office/drawing/2014/main" id="{A99DB922-896D-E4E5-1449-F4AE60C4D68E}"/>
                    </a:ext>
                  </a:extLst>
                </p14:cNvPr>
                <p14:cNvContentPartPr/>
                <p14:nvPr/>
              </p14:nvContentPartPr>
              <p14:xfrm>
                <a:off x="11425189" y="5293636"/>
                <a:ext cx="117000" cy="358920"/>
              </p14:xfrm>
            </p:contentPart>
          </mc:Choice>
          <mc:Fallback xmlns="">
            <p:pic>
              <p:nvPicPr>
                <p:cNvPr id="27" name="Рукописні дані 26">
                  <a:extLst>
                    <a:ext uri="{FF2B5EF4-FFF2-40B4-BE49-F238E27FC236}">
                      <a16:creationId xmlns:a16="http://schemas.microsoft.com/office/drawing/2014/main" id="{A99DB922-896D-E4E5-1449-F4AE60C4D68E}"/>
                    </a:ext>
                  </a:extLst>
                </p:cNvPr>
                <p:cNvPicPr/>
                <p:nvPr/>
              </p:nvPicPr>
              <p:blipFill>
                <a:blip r:embed="rId38"/>
                <a:stretch>
                  <a:fillRect/>
                </a:stretch>
              </p:blipFill>
              <p:spPr>
                <a:xfrm>
                  <a:off x="11389549" y="5257996"/>
                  <a:ext cx="18864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 name="Рукописні дані 27">
                  <a:extLst>
                    <a:ext uri="{FF2B5EF4-FFF2-40B4-BE49-F238E27FC236}">
                      <a16:creationId xmlns:a16="http://schemas.microsoft.com/office/drawing/2014/main" id="{6D83FBF5-3FAC-7631-D1B2-4F94A54D6D45}"/>
                    </a:ext>
                  </a:extLst>
                </p14:cNvPr>
                <p14:cNvContentPartPr/>
                <p14:nvPr/>
              </p14:nvContentPartPr>
              <p14:xfrm>
                <a:off x="11585029" y="5310916"/>
                <a:ext cx="259920" cy="621720"/>
              </p14:xfrm>
            </p:contentPart>
          </mc:Choice>
          <mc:Fallback xmlns="">
            <p:pic>
              <p:nvPicPr>
                <p:cNvPr id="28" name="Рукописні дані 27">
                  <a:extLst>
                    <a:ext uri="{FF2B5EF4-FFF2-40B4-BE49-F238E27FC236}">
                      <a16:creationId xmlns:a16="http://schemas.microsoft.com/office/drawing/2014/main" id="{6D83FBF5-3FAC-7631-D1B2-4F94A54D6D45}"/>
                    </a:ext>
                  </a:extLst>
                </p:cNvPr>
                <p:cNvPicPr/>
                <p:nvPr/>
              </p:nvPicPr>
              <p:blipFill>
                <a:blip r:embed="rId40"/>
                <a:stretch>
                  <a:fillRect/>
                </a:stretch>
              </p:blipFill>
              <p:spPr>
                <a:xfrm>
                  <a:off x="11549029" y="5275276"/>
                  <a:ext cx="331560" cy="693360"/>
                </a:xfrm>
                <a:prstGeom prst="rect">
                  <a:avLst/>
                </a:prstGeom>
              </p:spPr>
            </p:pic>
          </mc:Fallback>
        </mc:AlternateContent>
      </p:grpSp>
    </p:spTree>
    <p:extLst>
      <p:ext uri="{BB962C8B-B14F-4D97-AF65-F5344CB8AC3E}">
        <p14:creationId xmlns:p14="http://schemas.microsoft.com/office/powerpoint/2010/main" val="3783203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6BF8C2-4422-13B3-4CBE-53B89DD23E59}"/>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ухвалення</a:t>
            </a:r>
            <a:r>
              <a:rPr lang="ru-RU" dirty="0"/>
              <a:t> державно-</a:t>
            </a:r>
            <a:r>
              <a:rPr lang="ru-RU" dirty="0" err="1"/>
              <a:t>правових</a:t>
            </a:r>
            <a:r>
              <a:rPr lang="ru-RU" dirty="0"/>
              <a:t> </a:t>
            </a:r>
            <a:r>
              <a:rPr lang="ru-RU" dirty="0" err="1"/>
              <a:t>актів</a:t>
            </a:r>
            <a:r>
              <a:rPr lang="ru-RU" dirty="0"/>
              <a:t> </a:t>
            </a:r>
            <a:r>
              <a:rPr lang="ru-RU" dirty="0" err="1"/>
              <a:t>України</a:t>
            </a:r>
            <a:r>
              <a:rPr lang="ru-RU" dirty="0"/>
              <a:t>.</a:t>
            </a:r>
            <a:endParaRPr lang="uk-UA" dirty="0"/>
          </a:p>
        </p:txBody>
      </p:sp>
      <p:sp>
        <p:nvSpPr>
          <p:cNvPr id="3" name="Місце для вмісту 2">
            <a:extLst>
              <a:ext uri="{FF2B5EF4-FFF2-40B4-BE49-F238E27FC236}">
                <a16:creationId xmlns:a16="http://schemas.microsoft.com/office/drawing/2014/main" id="{AEC9E13C-FB4B-0A18-6F0E-4598C73BDE6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B35DD759-F653-497F-1A6B-7CC4EA19A6DA}"/>
              </a:ext>
            </a:extLst>
          </p:cNvPr>
          <p:cNvGraphicFramePr>
            <a:graphicFrameLocks noGrp="1"/>
          </p:cNvGraphicFramePr>
          <p:nvPr>
            <p:ph sz="half" idx="2"/>
            <p:extLst>
              <p:ext uri="{D42A27DB-BD31-4B8C-83A1-F6EECF244321}">
                <p14:modId xmlns:p14="http://schemas.microsoft.com/office/powerpoint/2010/main" val="3031952327"/>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5" name="Групувати 14">
            <a:extLst>
              <a:ext uri="{FF2B5EF4-FFF2-40B4-BE49-F238E27FC236}">
                <a16:creationId xmlns:a16="http://schemas.microsoft.com/office/drawing/2014/main" id="{3134E574-6ECB-4737-1058-6CE66E7A7046}"/>
              </a:ext>
            </a:extLst>
          </p:cNvPr>
          <p:cNvGrpSpPr/>
          <p:nvPr/>
        </p:nvGrpSpPr>
        <p:grpSpPr>
          <a:xfrm>
            <a:off x="11484192" y="2728827"/>
            <a:ext cx="558720" cy="511200"/>
            <a:chOff x="11484192" y="2728827"/>
            <a:chExt cx="558720" cy="511200"/>
          </a:xfrm>
        </p:grpSpPr>
        <mc:AlternateContent xmlns:mc="http://schemas.openxmlformats.org/markup-compatibility/2006" xmlns:p14="http://schemas.microsoft.com/office/powerpoint/2010/main">
          <mc:Choice Requires="p14">
            <p:contentPart p14:bwMode="auto" r:id="rId7">
              <p14:nvContentPartPr>
                <p14:cNvPr id="13" name="Рукописні дані 12">
                  <a:extLst>
                    <a:ext uri="{FF2B5EF4-FFF2-40B4-BE49-F238E27FC236}">
                      <a16:creationId xmlns:a16="http://schemas.microsoft.com/office/drawing/2014/main" id="{5552BAEB-7140-2722-7655-AD972AE9E7AB}"/>
                    </a:ext>
                  </a:extLst>
                </p14:cNvPr>
                <p14:cNvContentPartPr/>
                <p14:nvPr/>
              </p14:nvContentPartPr>
              <p14:xfrm>
                <a:off x="11484192" y="2728827"/>
                <a:ext cx="120240" cy="461520"/>
              </p14:xfrm>
            </p:contentPart>
          </mc:Choice>
          <mc:Fallback xmlns="">
            <p:pic>
              <p:nvPicPr>
                <p:cNvPr id="13" name="Рукописні дані 12">
                  <a:extLst>
                    <a:ext uri="{FF2B5EF4-FFF2-40B4-BE49-F238E27FC236}">
                      <a16:creationId xmlns:a16="http://schemas.microsoft.com/office/drawing/2014/main" id="{5552BAEB-7140-2722-7655-AD972AE9E7AB}"/>
                    </a:ext>
                  </a:extLst>
                </p:cNvPr>
                <p:cNvPicPr/>
                <p:nvPr/>
              </p:nvPicPr>
              <p:blipFill>
                <a:blip r:embed="rId8"/>
                <a:stretch>
                  <a:fillRect/>
                </a:stretch>
              </p:blipFill>
              <p:spPr>
                <a:xfrm>
                  <a:off x="11448192" y="2693187"/>
                  <a:ext cx="19188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Рукописні дані 13">
                  <a:extLst>
                    <a:ext uri="{FF2B5EF4-FFF2-40B4-BE49-F238E27FC236}">
                      <a16:creationId xmlns:a16="http://schemas.microsoft.com/office/drawing/2014/main" id="{3113CB30-C22D-CEBC-A749-FA215D81EFD0}"/>
                    </a:ext>
                  </a:extLst>
                </p14:cNvPr>
                <p14:cNvContentPartPr/>
                <p14:nvPr/>
              </p14:nvContentPartPr>
              <p14:xfrm>
                <a:off x="11736192" y="2741427"/>
                <a:ext cx="306720" cy="498600"/>
              </p14:xfrm>
            </p:contentPart>
          </mc:Choice>
          <mc:Fallback xmlns="">
            <p:pic>
              <p:nvPicPr>
                <p:cNvPr id="14" name="Рукописні дані 13">
                  <a:extLst>
                    <a:ext uri="{FF2B5EF4-FFF2-40B4-BE49-F238E27FC236}">
                      <a16:creationId xmlns:a16="http://schemas.microsoft.com/office/drawing/2014/main" id="{3113CB30-C22D-CEBC-A749-FA215D81EFD0}"/>
                    </a:ext>
                  </a:extLst>
                </p:cNvPr>
                <p:cNvPicPr/>
                <p:nvPr/>
              </p:nvPicPr>
              <p:blipFill>
                <a:blip r:embed="rId10"/>
                <a:stretch>
                  <a:fillRect/>
                </a:stretch>
              </p:blipFill>
              <p:spPr>
                <a:xfrm>
                  <a:off x="11700552" y="2705787"/>
                  <a:ext cx="378360" cy="570240"/>
                </a:xfrm>
                <a:prstGeom prst="rect">
                  <a:avLst/>
                </a:prstGeom>
              </p:spPr>
            </p:pic>
          </mc:Fallback>
        </mc:AlternateContent>
      </p:grpSp>
      <p:grpSp>
        <p:nvGrpSpPr>
          <p:cNvPr id="23" name="Групувати 22">
            <a:extLst>
              <a:ext uri="{FF2B5EF4-FFF2-40B4-BE49-F238E27FC236}">
                <a16:creationId xmlns:a16="http://schemas.microsoft.com/office/drawing/2014/main" id="{3353C9E4-4251-74F0-8979-3F5BF89E5ACF}"/>
              </a:ext>
            </a:extLst>
          </p:cNvPr>
          <p:cNvGrpSpPr/>
          <p:nvPr/>
        </p:nvGrpSpPr>
        <p:grpSpPr>
          <a:xfrm>
            <a:off x="11449272" y="3432627"/>
            <a:ext cx="553320" cy="1212480"/>
            <a:chOff x="11449272" y="3432627"/>
            <a:chExt cx="553320" cy="1212480"/>
          </a:xfrm>
        </p:grpSpPr>
        <mc:AlternateContent xmlns:mc="http://schemas.openxmlformats.org/markup-compatibility/2006" xmlns:p14="http://schemas.microsoft.com/office/powerpoint/2010/main">
          <mc:Choice Requires="p14">
            <p:contentPart p14:bwMode="auto" r:id="rId11">
              <p14:nvContentPartPr>
                <p14:cNvPr id="16" name="Рукописні дані 15">
                  <a:extLst>
                    <a:ext uri="{FF2B5EF4-FFF2-40B4-BE49-F238E27FC236}">
                      <a16:creationId xmlns:a16="http://schemas.microsoft.com/office/drawing/2014/main" id="{980A7596-0BC7-6C10-049B-E1F85382D425}"/>
                    </a:ext>
                  </a:extLst>
                </p14:cNvPr>
                <p14:cNvContentPartPr/>
                <p14:nvPr/>
              </p14:nvContentPartPr>
              <p14:xfrm>
                <a:off x="11494632" y="3552147"/>
                <a:ext cx="39960" cy="3960"/>
              </p14:xfrm>
            </p:contentPart>
          </mc:Choice>
          <mc:Fallback xmlns="">
            <p:pic>
              <p:nvPicPr>
                <p:cNvPr id="16" name="Рукописні дані 15">
                  <a:extLst>
                    <a:ext uri="{FF2B5EF4-FFF2-40B4-BE49-F238E27FC236}">
                      <a16:creationId xmlns:a16="http://schemas.microsoft.com/office/drawing/2014/main" id="{980A7596-0BC7-6C10-049B-E1F85382D425}"/>
                    </a:ext>
                  </a:extLst>
                </p:cNvPr>
                <p:cNvPicPr/>
                <p:nvPr/>
              </p:nvPicPr>
              <p:blipFill>
                <a:blip r:embed="rId12"/>
                <a:stretch>
                  <a:fillRect/>
                </a:stretch>
              </p:blipFill>
              <p:spPr>
                <a:xfrm>
                  <a:off x="11458632" y="3516147"/>
                  <a:ext cx="11160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Рукописні дані 16">
                  <a:extLst>
                    <a:ext uri="{FF2B5EF4-FFF2-40B4-BE49-F238E27FC236}">
                      <a16:creationId xmlns:a16="http://schemas.microsoft.com/office/drawing/2014/main" id="{96B40964-6FC4-95DC-A2D0-E83943347F83}"/>
                    </a:ext>
                  </a:extLst>
                </p14:cNvPr>
                <p14:cNvContentPartPr/>
                <p14:nvPr/>
              </p14:nvContentPartPr>
              <p14:xfrm>
                <a:off x="11449272" y="3432627"/>
                <a:ext cx="129600" cy="533880"/>
              </p14:xfrm>
            </p:contentPart>
          </mc:Choice>
          <mc:Fallback xmlns="">
            <p:pic>
              <p:nvPicPr>
                <p:cNvPr id="17" name="Рукописні дані 16">
                  <a:extLst>
                    <a:ext uri="{FF2B5EF4-FFF2-40B4-BE49-F238E27FC236}">
                      <a16:creationId xmlns:a16="http://schemas.microsoft.com/office/drawing/2014/main" id="{96B40964-6FC4-95DC-A2D0-E83943347F83}"/>
                    </a:ext>
                  </a:extLst>
                </p:cNvPr>
                <p:cNvPicPr/>
                <p:nvPr/>
              </p:nvPicPr>
              <p:blipFill>
                <a:blip r:embed="rId14"/>
                <a:stretch>
                  <a:fillRect/>
                </a:stretch>
              </p:blipFill>
              <p:spPr>
                <a:xfrm>
                  <a:off x="11413632" y="3396627"/>
                  <a:ext cx="201240" cy="605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Рукописні дані 17">
                  <a:extLst>
                    <a:ext uri="{FF2B5EF4-FFF2-40B4-BE49-F238E27FC236}">
                      <a16:creationId xmlns:a16="http://schemas.microsoft.com/office/drawing/2014/main" id="{637A2955-ECBD-F03A-FDA3-5B4B32765FAA}"/>
                    </a:ext>
                  </a:extLst>
                </p14:cNvPr>
                <p14:cNvContentPartPr/>
                <p14:nvPr/>
              </p14:nvContentPartPr>
              <p14:xfrm>
                <a:off x="11735472" y="3521907"/>
                <a:ext cx="205560" cy="421200"/>
              </p14:xfrm>
            </p:contentPart>
          </mc:Choice>
          <mc:Fallback xmlns="">
            <p:pic>
              <p:nvPicPr>
                <p:cNvPr id="18" name="Рукописні дані 17">
                  <a:extLst>
                    <a:ext uri="{FF2B5EF4-FFF2-40B4-BE49-F238E27FC236}">
                      <a16:creationId xmlns:a16="http://schemas.microsoft.com/office/drawing/2014/main" id="{637A2955-ECBD-F03A-FDA3-5B4B32765FAA}"/>
                    </a:ext>
                  </a:extLst>
                </p:cNvPr>
                <p:cNvPicPr/>
                <p:nvPr/>
              </p:nvPicPr>
              <p:blipFill>
                <a:blip r:embed="rId16"/>
                <a:stretch>
                  <a:fillRect/>
                </a:stretch>
              </p:blipFill>
              <p:spPr>
                <a:xfrm>
                  <a:off x="11699832" y="3485907"/>
                  <a:ext cx="277200" cy="492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 name="Рукописні дані 5">
                  <a:extLst>
                    <a:ext uri="{FF2B5EF4-FFF2-40B4-BE49-F238E27FC236}">
                      <a16:creationId xmlns:a16="http://schemas.microsoft.com/office/drawing/2014/main" id="{5F230F50-92D3-084E-2B6E-F27609C40A2C}"/>
                    </a:ext>
                  </a:extLst>
                </p14:cNvPr>
                <p14:cNvContentPartPr/>
                <p14:nvPr/>
              </p14:nvContentPartPr>
              <p14:xfrm>
                <a:off x="11468389" y="4340716"/>
                <a:ext cx="18720" cy="3960"/>
              </p14:xfrm>
            </p:contentPart>
          </mc:Choice>
          <mc:Fallback xmlns="">
            <p:pic>
              <p:nvPicPr>
                <p:cNvPr id="6" name="Рукописні дані 5">
                  <a:extLst>
                    <a:ext uri="{FF2B5EF4-FFF2-40B4-BE49-F238E27FC236}">
                      <a16:creationId xmlns:a16="http://schemas.microsoft.com/office/drawing/2014/main" id="{5F230F50-92D3-084E-2B6E-F27609C40A2C}"/>
                    </a:ext>
                  </a:extLst>
                </p:cNvPr>
                <p:cNvPicPr/>
                <p:nvPr/>
              </p:nvPicPr>
              <p:blipFill>
                <a:blip r:embed="rId18"/>
                <a:stretch>
                  <a:fillRect/>
                </a:stretch>
              </p:blipFill>
              <p:spPr>
                <a:xfrm>
                  <a:off x="11432389" y="4305076"/>
                  <a:ext cx="903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 name="Рукописні дані 6">
                  <a:extLst>
                    <a:ext uri="{FF2B5EF4-FFF2-40B4-BE49-F238E27FC236}">
                      <a16:creationId xmlns:a16="http://schemas.microsoft.com/office/drawing/2014/main" id="{B5A8317D-6452-1717-C3B4-3D38AAD4F15F}"/>
                    </a:ext>
                  </a:extLst>
                </p14:cNvPr>
                <p14:cNvContentPartPr/>
                <p14:nvPr/>
              </p14:nvContentPartPr>
              <p14:xfrm>
                <a:off x="11468389" y="4333876"/>
                <a:ext cx="6480" cy="360"/>
              </p14:xfrm>
            </p:contentPart>
          </mc:Choice>
          <mc:Fallback xmlns="">
            <p:pic>
              <p:nvPicPr>
                <p:cNvPr id="7" name="Рукописні дані 6">
                  <a:extLst>
                    <a:ext uri="{FF2B5EF4-FFF2-40B4-BE49-F238E27FC236}">
                      <a16:creationId xmlns:a16="http://schemas.microsoft.com/office/drawing/2014/main" id="{B5A8317D-6452-1717-C3B4-3D38AAD4F15F}"/>
                    </a:ext>
                  </a:extLst>
                </p:cNvPr>
                <p:cNvPicPr/>
                <p:nvPr/>
              </p:nvPicPr>
              <p:blipFill>
                <a:blip r:embed="rId20"/>
                <a:stretch>
                  <a:fillRect/>
                </a:stretch>
              </p:blipFill>
              <p:spPr>
                <a:xfrm>
                  <a:off x="11432389" y="4298236"/>
                  <a:ext cx="781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Рукописні дані 19">
                  <a:extLst>
                    <a:ext uri="{FF2B5EF4-FFF2-40B4-BE49-F238E27FC236}">
                      <a16:creationId xmlns:a16="http://schemas.microsoft.com/office/drawing/2014/main" id="{4C4998BB-E4E3-5BE7-3910-1A078EC46C0C}"/>
                    </a:ext>
                  </a:extLst>
                </p14:cNvPr>
                <p14:cNvContentPartPr/>
                <p14:nvPr/>
              </p14:nvContentPartPr>
              <p14:xfrm>
                <a:off x="11524872" y="4158747"/>
                <a:ext cx="190800" cy="477720"/>
              </p14:xfrm>
            </p:contentPart>
          </mc:Choice>
          <mc:Fallback xmlns="">
            <p:pic>
              <p:nvPicPr>
                <p:cNvPr id="20" name="Рукописні дані 19">
                  <a:extLst>
                    <a:ext uri="{FF2B5EF4-FFF2-40B4-BE49-F238E27FC236}">
                      <a16:creationId xmlns:a16="http://schemas.microsoft.com/office/drawing/2014/main" id="{4C4998BB-E4E3-5BE7-3910-1A078EC46C0C}"/>
                    </a:ext>
                  </a:extLst>
                </p:cNvPr>
                <p:cNvPicPr/>
                <p:nvPr/>
              </p:nvPicPr>
              <p:blipFill>
                <a:blip r:embed="rId22"/>
                <a:stretch>
                  <a:fillRect/>
                </a:stretch>
              </p:blipFill>
              <p:spPr>
                <a:xfrm>
                  <a:off x="11489232" y="4123107"/>
                  <a:ext cx="262440" cy="549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Рукописні дані 21">
                  <a:extLst>
                    <a:ext uri="{FF2B5EF4-FFF2-40B4-BE49-F238E27FC236}">
                      <a16:creationId xmlns:a16="http://schemas.microsoft.com/office/drawing/2014/main" id="{399FDF00-8AD7-0116-08C1-487C3765F55B}"/>
                    </a:ext>
                  </a:extLst>
                </p14:cNvPr>
                <p14:cNvContentPartPr/>
                <p14:nvPr/>
              </p14:nvContentPartPr>
              <p14:xfrm>
                <a:off x="11801712" y="4131747"/>
                <a:ext cx="200880" cy="513360"/>
              </p14:xfrm>
            </p:contentPart>
          </mc:Choice>
          <mc:Fallback xmlns="">
            <p:pic>
              <p:nvPicPr>
                <p:cNvPr id="22" name="Рукописні дані 21">
                  <a:extLst>
                    <a:ext uri="{FF2B5EF4-FFF2-40B4-BE49-F238E27FC236}">
                      <a16:creationId xmlns:a16="http://schemas.microsoft.com/office/drawing/2014/main" id="{399FDF00-8AD7-0116-08C1-487C3765F55B}"/>
                    </a:ext>
                  </a:extLst>
                </p:cNvPr>
                <p:cNvPicPr/>
                <p:nvPr/>
              </p:nvPicPr>
              <p:blipFill>
                <a:blip r:embed="rId24"/>
                <a:stretch>
                  <a:fillRect/>
                </a:stretch>
              </p:blipFill>
              <p:spPr>
                <a:xfrm>
                  <a:off x="11765712" y="4096107"/>
                  <a:ext cx="272520" cy="585000"/>
                </a:xfrm>
                <a:prstGeom prst="rect">
                  <a:avLst/>
                </a:prstGeom>
              </p:spPr>
            </p:pic>
          </mc:Fallback>
        </mc:AlternateContent>
      </p:grpSp>
      <p:grpSp>
        <p:nvGrpSpPr>
          <p:cNvPr id="26" name="Групувати 25">
            <a:extLst>
              <a:ext uri="{FF2B5EF4-FFF2-40B4-BE49-F238E27FC236}">
                <a16:creationId xmlns:a16="http://schemas.microsoft.com/office/drawing/2014/main" id="{B6BDD55D-A465-2F78-4B94-EA4D03705067}"/>
              </a:ext>
            </a:extLst>
          </p:cNvPr>
          <p:cNvGrpSpPr/>
          <p:nvPr/>
        </p:nvGrpSpPr>
        <p:grpSpPr>
          <a:xfrm>
            <a:off x="11452512" y="4876227"/>
            <a:ext cx="467280" cy="581760"/>
            <a:chOff x="11452512" y="4876227"/>
            <a:chExt cx="467280" cy="581760"/>
          </a:xfrm>
        </p:grpSpPr>
        <mc:AlternateContent xmlns:mc="http://schemas.openxmlformats.org/markup-compatibility/2006" xmlns:p14="http://schemas.microsoft.com/office/powerpoint/2010/main">
          <mc:Choice Requires="p14">
            <p:contentPart p14:bwMode="auto" r:id="rId25">
              <p14:nvContentPartPr>
                <p14:cNvPr id="24" name="Рукописні дані 23">
                  <a:extLst>
                    <a:ext uri="{FF2B5EF4-FFF2-40B4-BE49-F238E27FC236}">
                      <a16:creationId xmlns:a16="http://schemas.microsoft.com/office/drawing/2014/main" id="{0BF3FCDA-A359-7217-0EBF-570A3F6ED1B0}"/>
                    </a:ext>
                  </a:extLst>
                </p14:cNvPr>
                <p14:cNvContentPartPr/>
                <p14:nvPr/>
              </p14:nvContentPartPr>
              <p14:xfrm>
                <a:off x="11452512" y="4897467"/>
                <a:ext cx="161280" cy="478800"/>
              </p14:xfrm>
            </p:contentPart>
          </mc:Choice>
          <mc:Fallback xmlns="">
            <p:pic>
              <p:nvPicPr>
                <p:cNvPr id="24" name="Рукописні дані 23">
                  <a:extLst>
                    <a:ext uri="{FF2B5EF4-FFF2-40B4-BE49-F238E27FC236}">
                      <a16:creationId xmlns:a16="http://schemas.microsoft.com/office/drawing/2014/main" id="{0BF3FCDA-A359-7217-0EBF-570A3F6ED1B0}"/>
                    </a:ext>
                  </a:extLst>
                </p:cNvPr>
                <p:cNvPicPr/>
                <p:nvPr/>
              </p:nvPicPr>
              <p:blipFill>
                <a:blip r:embed="rId26"/>
                <a:stretch>
                  <a:fillRect/>
                </a:stretch>
              </p:blipFill>
              <p:spPr>
                <a:xfrm>
                  <a:off x="11416512" y="4861827"/>
                  <a:ext cx="23292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Рукописні дані 24">
                  <a:extLst>
                    <a:ext uri="{FF2B5EF4-FFF2-40B4-BE49-F238E27FC236}">
                      <a16:creationId xmlns:a16="http://schemas.microsoft.com/office/drawing/2014/main" id="{EFBB2739-C19F-5801-AC25-965BDDC172B1}"/>
                    </a:ext>
                  </a:extLst>
                </p14:cNvPr>
                <p14:cNvContentPartPr/>
                <p14:nvPr/>
              </p14:nvContentPartPr>
              <p14:xfrm>
                <a:off x="11733312" y="4876227"/>
                <a:ext cx="186480" cy="581760"/>
              </p14:xfrm>
            </p:contentPart>
          </mc:Choice>
          <mc:Fallback xmlns="">
            <p:pic>
              <p:nvPicPr>
                <p:cNvPr id="25" name="Рукописні дані 24">
                  <a:extLst>
                    <a:ext uri="{FF2B5EF4-FFF2-40B4-BE49-F238E27FC236}">
                      <a16:creationId xmlns:a16="http://schemas.microsoft.com/office/drawing/2014/main" id="{EFBB2739-C19F-5801-AC25-965BDDC172B1}"/>
                    </a:ext>
                  </a:extLst>
                </p:cNvPr>
                <p:cNvPicPr/>
                <p:nvPr/>
              </p:nvPicPr>
              <p:blipFill>
                <a:blip r:embed="rId28"/>
                <a:stretch>
                  <a:fillRect/>
                </a:stretch>
              </p:blipFill>
              <p:spPr>
                <a:xfrm>
                  <a:off x="11697312" y="4840587"/>
                  <a:ext cx="258120" cy="653400"/>
                </a:xfrm>
                <a:prstGeom prst="rect">
                  <a:avLst/>
                </a:prstGeom>
              </p:spPr>
            </p:pic>
          </mc:Fallback>
        </mc:AlternateContent>
      </p:grpSp>
    </p:spTree>
    <p:extLst>
      <p:ext uri="{BB962C8B-B14F-4D97-AF65-F5344CB8AC3E}">
        <p14:creationId xmlns:p14="http://schemas.microsoft.com/office/powerpoint/2010/main" val="3197984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9E3678-6A27-0558-3C33-390F2912AAC2}"/>
              </a:ext>
            </a:extLst>
          </p:cNvPr>
          <p:cNvSpPr>
            <a:spLocks noGrp="1"/>
          </p:cNvSpPr>
          <p:nvPr>
            <p:ph type="title"/>
          </p:nvPr>
        </p:nvSpPr>
        <p:spPr/>
        <p:txBody>
          <a:bodyPr/>
          <a:lstStyle/>
          <a:p>
            <a:r>
              <a:rPr lang="ru-RU" dirty="0" err="1"/>
              <a:t>Який</a:t>
            </a:r>
            <a:r>
              <a:rPr lang="ru-RU" dirty="0"/>
              <a:t> уряд </a:t>
            </a:r>
            <a:r>
              <a:rPr lang="ru-RU" dirty="0" err="1"/>
              <a:t>звертався</a:t>
            </a:r>
            <a:r>
              <a:rPr lang="ru-RU" dirty="0"/>
              <a:t> до президента США В. </a:t>
            </a:r>
            <a:r>
              <a:rPr lang="ru-RU" dirty="0" err="1"/>
              <a:t>Вільсона</a:t>
            </a:r>
            <a:r>
              <a:rPr lang="ru-RU" dirty="0"/>
              <a:t> з такою </a:t>
            </a:r>
            <a:r>
              <a:rPr lang="ru-RU" dirty="0" err="1"/>
              <a:t>відозвою</a:t>
            </a:r>
            <a:r>
              <a:rPr lang="ru-RU" dirty="0"/>
              <a:t>:</a:t>
            </a:r>
            <a:endParaRPr lang="uk-UA" dirty="0"/>
          </a:p>
        </p:txBody>
      </p:sp>
      <p:sp>
        <p:nvSpPr>
          <p:cNvPr id="3" name="Місце для вмісту 2">
            <a:extLst>
              <a:ext uri="{FF2B5EF4-FFF2-40B4-BE49-F238E27FC236}">
                <a16:creationId xmlns:a16="http://schemas.microsoft.com/office/drawing/2014/main" id="{45AC6BC1-6B05-CB80-EE2B-BD356B6C73B1}"/>
              </a:ext>
            </a:extLst>
          </p:cNvPr>
          <p:cNvSpPr>
            <a:spLocks noGrp="1"/>
          </p:cNvSpPr>
          <p:nvPr>
            <p:ph sz="half" idx="1"/>
          </p:nvPr>
        </p:nvSpPr>
        <p:spPr/>
        <p:txBody>
          <a:bodyPr/>
          <a:lstStyle/>
          <a:p>
            <a:r>
              <a:rPr lang="ru-RU" i="1" dirty="0"/>
              <a:t>«</a:t>
            </a:r>
            <a:r>
              <a:rPr lang="ru-RU" i="1" dirty="0" err="1"/>
              <a:t>Утворивши</a:t>
            </a:r>
            <a:r>
              <a:rPr lang="ru-RU" i="1" dirty="0"/>
              <a:t> державу… у </a:t>
            </a:r>
            <a:r>
              <a:rPr lang="ru-RU" i="1" dirty="0" err="1"/>
              <a:t>Львові</a:t>
            </a:r>
            <a:r>
              <a:rPr lang="ru-RU" i="1" dirty="0"/>
              <a:t>, ми </a:t>
            </a:r>
            <a:r>
              <a:rPr lang="ru-RU" i="1" dirty="0" err="1"/>
              <a:t>визначили</a:t>
            </a:r>
            <a:r>
              <a:rPr lang="ru-RU" i="1" dirty="0"/>
              <a:t> </a:t>
            </a:r>
            <a:r>
              <a:rPr lang="ru-RU" i="1" dirty="0" err="1"/>
              <a:t>границю</a:t>
            </a:r>
            <a:r>
              <a:rPr lang="ru-RU" i="1" dirty="0"/>
              <a:t> </a:t>
            </a:r>
            <a:r>
              <a:rPr lang="ru-RU" i="1" dirty="0" err="1"/>
              <a:t>цієї</a:t>
            </a:r>
            <a:r>
              <a:rPr lang="ru-RU" i="1" dirty="0"/>
              <a:t> </a:t>
            </a:r>
            <a:r>
              <a:rPr lang="ru-RU" i="1" dirty="0" err="1"/>
              <a:t>держави</a:t>
            </a:r>
            <a:r>
              <a:rPr lang="ru-RU" i="1" dirty="0"/>
              <a:t>… </a:t>
            </a:r>
            <a:r>
              <a:rPr lang="ru-RU" i="1" dirty="0" err="1"/>
              <a:t>стараючись</a:t>
            </a:r>
            <a:r>
              <a:rPr lang="ru-RU" i="1" dirty="0"/>
              <a:t> </a:t>
            </a:r>
            <a:r>
              <a:rPr lang="ru-RU" i="1" dirty="0" err="1"/>
              <a:t>оминути</a:t>
            </a:r>
            <a:r>
              <a:rPr lang="ru-RU" i="1" dirty="0"/>
              <a:t> </a:t>
            </a:r>
            <a:r>
              <a:rPr lang="ru-RU" i="1" dirty="0" err="1"/>
              <a:t>захоплення</a:t>
            </a:r>
            <a:r>
              <a:rPr lang="ru-RU" i="1" dirty="0"/>
              <a:t> </a:t>
            </a:r>
            <a:r>
              <a:rPr lang="ru-RU" i="1" dirty="0" err="1"/>
              <a:t>навіть</a:t>
            </a:r>
            <a:r>
              <a:rPr lang="ru-RU" i="1" dirty="0"/>
              <a:t> </a:t>
            </a:r>
            <a:r>
              <a:rPr lang="ru-RU" i="1" dirty="0" err="1"/>
              <a:t>найменшого</a:t>
            </a:r>
            <a:r>
              <a:rPr lang="ru-RU" i="1" dirty="0"/>
              <a:t> </a:t>
            </a:r>
            <a:r>
              <a:rPr lang="ru-RU" i="1" dirty="0" err="1"/>
              <a:t>клаптика</a:t>
            </a:r>
            <a:r>
              <a:rPr lang="ru-RU" i="1" dirty="0"/>
              <a:t> </a:t>
            </a:r>
            <a:r>
              <a:rPr lang="ru-RU" i="1" dirty="0" err="1"/>
              <a:t>землі</a:t>
            </a:r>
            <a:r>
              <a:rPr lang="ru-RU" i="1" dirty="0"/>
              <a:t>, </a:t>
            </a:r>
            <a:r>
              <a:rPr lang="ru-RU" i="1" dirty="0" err="1"/>
              <a:t>який</a:t>
            </a:r>
            <a:r>
              <a:rPr lang="ru-RU" i="1" dirty="0"/>
              <a:t> не </a:t>
            </a:r>
            <a:r>
              <a:rPr lang="ru-RU" i="1" dirty="0" err="1"/>
              <a:t>був</a:t>
            </a:r>
            <a:r>
              <a:rPr lang="ru-RU" i="1" dirty="0"/>
              <a:t> заселений в </a:t>
            </a:r>
            <a:r>
              <a:rPr lang="ru-RU" i="1" dirty="0" err="1"/>
              <a:t>більшості</a:t>
            </a:r>
            <a:r>
              <a:rPr lang="ru-RU" i="1" dirty="0"/>
              <a:t> </a:t>
            </a:r>
            <a:r>
              <a:rPr lang="ru-RU" i="1" dirty="0" err="1"/>
              <a:t>українцями</a:t>
            </a:r>
            <a:r>
              <a:rPr lang="ru-RU" i="1" dirty="0"/>
              <a:t>,.. </a:t>
            </a:r>
            <a:r>
              <a:rPr lang="ru-RU" i="1" dirty="0" err="1"/>
              <a:t>дотримуючись</a:t>
            </a:r>
            <a:r>
              <a:rPr lang="ru-RU" i="1" dirty="0"/>
              <a:t> </a:t>
            </a:r>
            <a:r>
              <a:rPr lang="ru-RU" i="1" dirty="0" err="1"/>
              <a:t>справедливих</a:t>
            </a:r>
            <a:r>
              <a:rPr lang="ru-RU" i="1" dirty="0"/>
              <a:t> </a:t>
            </a:r>
            <a:r>
              <a:rPr lang="ru-RU" i="1" dirty="0" err="1"/>
              <a:t>принципів</a:t>
            </a:r>
            <a:r>
              <a:rPr lang="ru-RU" i="1" dirty="0"/>
              <a:t> ваших, Пане Президенте»</a:t>
            </a:r>
            <a:endParaRPr lang="uk-UA" i="1" dirty="0"/>
          </a:p>
        </p:txBody>
      </p:sp>
      <p:graphicFrame>
        <p:nvGraphicFramePr>
          <p:cNvPr id="5" name="Місце для вмісту 4">
            <a:extLst>
              <a:ext uri="{FF2B5EF4-FFF2-40B4-BE49-F238E27FC236}">
                <a16:creationId xmlns:a16="http://schemas.microsoft.com/office/drawing/2014/main" id="{4E03702A-A316-B67C-2AEA-F10173FF0121}"/>
              </a:ext>
            </a:extLst>
          </p:cNvPr>
          <p:cNvGraphicFramePr>
            <a:graphicFrameLocks noGrp="1"/>
          </p:cNvGraphicFramePr>
          <p:nvPr>
            <p:ph sz="half" idx="2"/>
            <p:extLst>
              <p:ext uri="{D42A27DB-BD31-4B8C-83A1-F6EECF244321}">
                <p14:modId xmlns:p14="http://schemas.microsoft.com/office/powerpoint/2010/main" val="197583086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0059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BCC21D-8985-CAC2-1690-180252C2316C}"/>
              </a:ext>
            </a:extLst>
          </p:cNvPr>
          <p:cNvSpPr>
            <a:spLocks noGrp="1"/>
          </p:cNvSpPr>
          <p:nvPr>
            <p:ph type="title"/>
          </p:nvPr>
        </p:nvSpPr>
        <p:spPr/>
        <p:txBody>
          <a:bodyPr/>
          <a:lstStyle/>
          <a:p>
            <a:r>
              <a:rPr lang="uk-UA" dirty="0"/>
              <a:t>На фото зображено</a:t>
            </a:r>
          </a:p>
        </p:txBody>
      </p:sp>
      <p:graphicFrame>
        <p:nvGraphicFramePr>
          <p:cNvPr id="5" name="Місце для вмісту 4">
            <a:extLst>
              <a:ext uri="{FF2B5EF4-FFF2-40B4-BE49-F238E27FC236}">
                <a16:creationId xmlns:a16="http://schemas.microsoft.com/office/drawing/2014/main" id="{BB2C9D8E-984F-B34B-FE59-5F9B6E2F9718}"/>
              </a:ext>
            </a:extLst>
          </p:cNvPr>
          <p:cNvGraphicFramePr>
            <a:graphicFrameLocks noGrp="1"/>
          </p:cNvGraphicFramePr>
          <p:nvPr>
            <p:ph sz="half" idx="2"/>
            <p:extLst>
              <p:ext uri="{D42A27DB-BD31-4B8C-83A1-F6EECF244321}">
                <p14:modId xmlns:p14="http://schemas.microsoft.com/office/powerpoint/2010/main" val="4262825026"/>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EE0CB2D8-E4B8-3AD4-97C9-8E97C92F52B5}"/>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416036" y="2727141"/>
            <a:ext cx="1991003" cy="2629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870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B468C9-5632-E460-B16B-66719B7E1418}"/>
              </a:ext>
            </a:extLst>
          </p:cNvPr>
          <p:cNvSpPr>
            <a:spLocks noGrp="1"/>
          </p:cNvSpPr>
          <p:nvPr>
            <p:ph type="title"/>
          </p:nvPr>
        </p:nvSpPr>
        <p:spPr/>
        <p:txBody>
          <a:bodyPr/>
          <a:lstStyle/>
          <a:p>
            <a:r>
              <a:rPr lang="ru-RU" dirty="0"/>
              <a:t>На фото </a:t>
            </a:r>
            <a:r>
              <a:rPr lang="ru-RU" dirty="0" err="1"/>
              <a:t>зображено</a:t>
            </a:r>
            <a:r>
              <a:rPr lang="ru-RU" dirty="0"/>
              <a:t> </a:t>
            </a:r>
            <a:r>
              <a:rPr lang="ru-RU" dirty="0" err="1"/>
              <a:t>українського</a:t>
            </a:r>
            <a:r>
              <a:rPr lang="ru-RU" dirty="0"/>
              <a:t> </a:t>
            </a:r>
            <a:r>
              <a:rPr lang="ru-RU" dirty="0" err="1"/>
              <a:t>громадського</a:t>
            </a:r>
            <a:r>
              <a:rPr lang="ru-RU" dirty="0"/>
              <a:t>, державного </a:t>
            </a:r>
            <a:r>
              <a:rPr lang="ru-RU" dirty="0" err="1"/>
              <a:t>діяча</a:t>
            </a:r>
            <a:r>
              <a:rPr lang="ru-RU" dirty="0"/>
              <a:t> –</a:t>
            </a:r>
            <a:endParaRPr lang="uk-UA" dirty="0"/>
          </a:p>
        </p:txBody>
      </p:sp>
      <p:graphicFrame>
        <p:nvGraphicFramePr>
          <p:cNvPr id="5" name="Місце для вмісту 4">
            <a:extLst>
              <a:ext uri="{FF2B5EF4-FFF2-40B4-BE49-F238E27FC236}">
                <a16:creationId xmlns:a16="http://schemas.microsoft.com/office/drawing/2014/main" id="{2D7FBDF0-038A-9FEB-DEF0-CCFAC720002E}"/>
              </a:ext>
            </a:extLst>
          </p:cNvPr>
          <p:cNvGraphicFramePr>
            <a:graphicFrameLocks noGrp="1"/>
          </p:cNvGraphicFramePr>
          <p:nvPr>
            <p:ph sz="half" idx="2"/>
            <p:extLst>
              <p:ext uri="{D42A27DB-BD31-4B8C-83A1-F6EECF244321}">
                <p14:modId xmlns:p14="http://schemas.microsoft.com/office/powerpoint/2010/main" val="179429150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A81F98CE-F518-57E5-8897-5626E0946AC6}"/>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203281" y="2377439"/>
            <a:ext cx="2603948" cy="3334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96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9A79F-AD93-97F9-E97C-8C853A30DAAB}"/>
              </a:ext>
            </a:extLst>
          </p:cNvPr>
          <p:cNvSpPr>
            <a:spLocks noGrp="1"/>
          </p:cNvSpPr>
          <p:nvPr>
            <p:ph type="title"/>
          </p:nvPr>
        </p:nvSpPr>
        <p:spPr/>
        <p:txBody>
          <a:bodyPr/>
          <a:lstStyle/>
          <a:p>
            <a:r>
              <a:rPr lang="ru-RU" dirty="0" err="1"/>
              <a:t>Події</a:t>
            </a:r>
            <a:r>
              <a:rPr lang="ru-RU" dirty="0"/>
              <a:t>, </a:t>
            </a:r>
            <a:r>
              <a:rPr lang="ru-RU" dirty="0" err="1"/>
              <a:t>описані</a:t>
            </a:r>
            <a:r>
              <a:rPr lang="ru-RU" dirty="0"/>
              <a:t> в </a:t>
            </a:r>
            <a:r>
              <a:rPr lang="ru-RU" dirty="0" err="1"/>
              <a:t>уривку</a:t>
            </a:r>
            <a:r>
              <a:rPr lang="ru-RU" dirty="0"/>
              <a:t> документа, </a:t>
            </a:r>
            <a:r>
              <a:rPr lang="ru-RU" dirty="0" err="1"/>
              <a:t>увійшли</a:t>
            </a:r>
            <a:r>
              <a:rPr lang="ru-RU" dirty="0"/>
              <a:t> в </a:t>
            </a:r>
            <a:r>
              <a:rPr lang="ru-RU" dirty="0" err="1"/>
              <a:t>історію</a:t>
            </a:r>
            <a:r>
              <a:rPr lang="ru-RU" dirty="0"/>
              <a:t> </a:t>
            </a:r>
            <a:r>
              <a:rPr lang="ru-RU" dirty="0" err="1"/>
              <a:t>під</a:t>
            </a:r>
            <a:r>
              <a:rPr lang="ru-RU" dirty="0"/>
              <a:t> </a:t>
            </a:r>
            <a:r>
              <a:rPr lang="ru-RU" dirty="0" err="1"/>
              <a:t>назвою</a:t>
            </a:r>
            <a:endParaRPr lang="uk-UA" dirty="0"/>
          </a:p>
        </p:txBody>
      </p:sp>
      <p:sp>
        <p:nvSpPr>
          <p:cNvPr id="3" name="Місце для вмісту 2">
            <a:extLst>
              <a:ext uri="{FF2B5EF4-FFF2-40B4-BE49-F238E27FC236}">
                <a16:creationId xmlns:a16="http://schemas.microsoft.com/office/drawing/2014/main" id="{BD6CC5A4-E097-AC69-69BE-3D02E6A30F5B}"/>
              </a:ext>
            </a:extLst>
          </p:cNvPr>
          <p:cNvSpPr>
            <a:spLocks noGrp="1"/>
          </p:cNvSpPr>
          <p:nvPr>
            <p:ph sz="half" idx="1"/>
          </p:nvPr>
        </p:nvSpPr>
        <p:spPr/>
        <p:txBody>
          <a:bodyPr>
            <a:normAutofit lnSpcReduction="10000"/>
          </a:bodyPr>
          <a:lstStyle/>
          <a:p>
            <a:r>
              <a:rPr lang="ru-RU" i="1" dirty="0"/>
              <a:t>«...</a:t>
            </a:r>
            <a:r>
              <a:rPr lang="ru-RU" i="1" dirty="0" err="1"/>
              <a:t>українські</a:t>
            </a:r>
            <a:r>
              <a:rPr lang="ru-RU" i="1" dirty="0"/>
              <a:t> </a:t>
            </a:r>
            <a:r>
              <a:rPr lang="ru-RU" i="1" dirty="0" err="1"/>
              <a:t>війська</a:t>
            </a:r>
            <a:r>
              <a:rPr lang="ru-RU" i="1" dirty="0"/>
              <a:t> </a:t>
            </a:r>
            <a:r>
              <a:rPr lang="ru-RU" i="1" dirty="0" err="1"/>
              <a:t>захопили</a:t>
            </a:r>
            <a:r>
              <a:rPr lang="ru-RU" i="1" dirty="0"/>
              <a:t> </a:t>
            </a:r>
            <a:r>
              <a:rPr lang="ru-RU" i="1" dirty="0" err="1"/>
              <a:t>Львів</a:t>
            </a:r>
            <a:r>
              <a:rPr lang="ru-RU" i="1" dirty="0"/>
              <a:t> </a:t>
            </a:r>
            <a:r>
              <a:rPr lang="ru-RU" i="1" dirty="0" err="1"/>
              <a:t>під</a:t>
            </a:r>
            <a:r>
              <a:rPr lang="ru-RU" i="1" dirty="0"/>
              <a:t> командою УСС </a:t>
            </a:r>
            <a:r>
              <a:rPr lang="ru-RU" i="1" dirty="0" err="1"/>
              <a:t>Вітовського</a:t>
            </a:r>
            <a:r>
              <a:rPr lang="ru-RU" i="1" dirty="0"/>
              <a:t>... </a:t>
            </a:r>
            <a:r>
              <a:rPr lang="ru-RU" i="1" dirty="0" err="1"/>
              <a:t>Ще</a:t>
            </a:r>
            <a:r>
              <a:rPr lang="ru-RU" i="1" dirty="0"/>
              <a:t> того самого дня одержав я про те депешу, </a:t>
            </a:r>
            <a:r>
              <a:rPr lang="ru-RU" i="1" dirty="0" err="1"/>
              <a:t>вислану</a:t>
            </a:r>
            <a:r>
              <a:rPr lang="ru-RU" i="1" dirty="0"/>
              <a:t> </a:t>
            </a:r>
            <a:r>
              <a:rPr lang="ru-RU" i="1" dirty="0" err="1"/>
              <a:t>Вітовським</a:t>
            </a:r>
            <a:r>
              <a:rPr lang="ru-RU" i="1" dirty="0"/>
              <a:t>, </a:t>
            </a:r>
            <a:r>
              <a:rPr lang="ru-RU" i="1" dirty="0" err="1"/>
              <a:t>який</a:t>
            </a:r>
            <a:r>
              <a:rPr lang="ru-RU" i="1" dirty="0"/>
              <a:t> </a:t>
            </a:r>
            <a:r>
              <a:rPr lang="ru-RU" i="1" dirty="0" err="1"/>
              <a:t>домагався</a:t>
            </a:r>
            <a:r>
              <a:rPr lang="ru-RU" i="1" dirty="0"/>
              <a:t> в </a:t>
            </a:r>
            <a:r>
              <a:rPr lang="ru-RU" i="1" dirty="0" err="1"/>
              <a:t>ній</a:t>
            </a:r>
            <a:r>
              <a:rPr lang="ru-RU" i="1" dirty="0"/>
              <a:t> </a:t>
            </a:r>
            <a:r>
              <a:rPr lang="ru-RU" i="1" dirty="0" err="1"/>
              <a:t>негайної</a:t>
            </a:r>
            <a:r>
              <a:rPr lang="ru-RU" i="1" dirty="0"/>
              <a:t> </a:t>
            </a:r>
            <a:r>
              <a:rPr lang="ru-RU" i="1" dirty="0" err="1"/>
              <a:t>висилки</a:t>
            </a:r>
            <a:r>
              <a:rPr lang="ru-RU" i="1" dirty="0"/>
              <a:t> </a:t>
            </a:r>
            <a:r>
              <a:rPr lang="ru-RU" i="1" dirty="0" err="1"/>
              <a:t>цілого</a:t>
            </a:r>
            <a:r>
              <a:rPr lang="ru-RU" i="1" dirty="0"/>
              <a:t> </a:t>
            </a:r>
            <a:r>
              <a:rPr lang="ru-RU" i="1" dirty="0" err="1"/>
              <a:t>легіону</a:t>
            </a:r>
            <a:r>
              <a:rPr lang="ru-RU" i="1" dirty="0"/>
              <a:t> УСС до Львова. Я покликав до себе коменданта Микитку, </a:t>
            </a:r>
            <a:r>
              <a:rPr lang="ru-RU" i="1" dirty="0" err="1"/>
              <a:t>команданта</a:t>
            </a:r>
            <a:r>
              <a:rPr lang="ru-RU" i="1" dirty="0"/>
              <a:t> </a:t>
            </a:r>
            <a:r>
              <a:rPr lang="ru-RU" i="1" dirty="0" err="1"/>
              <a:t>чернівецького</a:t>
            </a:r>
            <a:r>
              <a:rPr lang="ru-RU" i="1" dirty="0"/>
              <a:t> вокзалу й </a:t>
            </a:r>
            <a:r>
              <a:rPr lang="ru-RU" i="1" dirty="0" err="1"/>
              <a:t>четаря</a:t>
            </a:r>
            <a:r>
              <a:rPr lang="ru-RU" i="1" dirty="0"/>
              <a:t> </a:t>
            </a:r>
            <a:r>
              <a:rPr lang="ru-RU" i="1" dirty="0" err="1"/>
              <a:t>Івановича</a:t>
            </a:r>
            <a:r>
              <a:rPr lang="ru-RU" i="1" dirty="0"/>
              <a:t> та наказав, </a:t>
            </a:r>
            <a:r>
              <a:rPr lang="ru-RU" i="1" dirty="0" err="1"/>
              <a:t>що</a:t>
            </a:r>
            <a:r>
              <a:rPr lang="ru-RU" i="1" dirty="0"/>
              <a:t> до 4-ї </a:t>
            </a:r>
            <a:r>
              <a:rPr lang="ru-RU" i="1" dirty="0" err="1"/>
              <a:t>години</a:t>
            </a:r>
            <a:r>
              <a:rPr lang="ru-RU" i="1" dirty="0"/>
              <a:t> ранку </a:t>
            </a:r>
            <a:r>
              <a:rPr lang="ru-RU" i="1" dirty="0" err="1"/>
              <a:t>останній</a:t>
            </a:r>
            <a:r>
              <a:rPr lang="ru-RU" i="1" dirty="0"/>
              <a:t> транспорт УСС </a:t>
            </a:r>
            <a:r>
              <a:rPr lang="ru-RU" i="1" dirty="0" err="1"/>
              <a:t>мусить</a:t>
            </a:r>
            <a:r>
              <a:rPr lang="ru-RU" i="1" dirty="0"/>
              <a:t> бути в </a:t>
            </a:r>
            <a:r>
              <a:rPr lang="ru-RU" i="1" dirty="0" err="1"/>
              <a:t>дорозі</a:t>
            </a:r>
            <a:r>
              <a:rPr lang="ru-RU" i="1" dirty="0"/>
              <a:t> на </a:t>
            </a:r>
            <a:r>
              <a:rPr lang="ru-RU" i="1" dirty="0" err="1"/>
              <a:t>Львів</a:t>
            </a:r>
            <a:r>
              <a:rPr lang="ru-RU" i="1" dirty="0"/>
              <a:t>. ...до 4-ї </a:t>
            </a:r>
            <a:r>
              <a:rPr lang="ru-RU" i="1" dirty="0" err="1"/>
              <a:t>години</a:t>
            </a:r>
            <a:r>
              <a:rPr lang="ru-RU" i="1" dirty="0"/>
              <a:t> ранку </a:t>
            </a:r>
            <a:r>
              <a:rPr lang="ru-RU" i="1" dirty="0" err="1"/>
              <a:t>всі</a:t>
            </a:r>
            <a:r>
              <a:rPr lang="ru-RU" i="1" dirty="0"/>
              <a:t> </a:t>
            </a:r>
            <a:r>
              <a:rPr lang="ru-RU" i="1" dirty="0" err="1"/>
              <a:t>ешелони</a:t>
            </a:r>
            <a:r>
              <a:rPr lang="ru-RU" i="1" dirty="0"/>
              <a:t> УСС </a:t>
            </a:r>
            <a:r>
              <a:rPr lang="ru-RU" i="1" dirty="0" err="1"/>
              <a:t>від'їхали</a:t>
            </a:r>
            <a:r>
              <a:rPr lang="ru-RU" i="1" dirty="0"/>
              <a:t> на </a:t>
            </a:r>
            <a:r>
              <a:rPr lang="ru-RU" i="1" dirty="0" err="1"/>
              <a:t>Львів</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83571472-3AD6-F647-50C3-AEB40E47BD9F}"/>
              </a:ext>
            </a:extLst>
          </p:cNvPr>
          <p:cNvGraphicFramePr>
            <a:graphicFrameLocks noGrp="1"/>
          </p:cNvGraphicFramePr>
          <p:nvPr>
            <p:ph sz="half" idx="2"/>
            <p:extLst>
              <p:ext uri="{D42A27DB-BD31-4B8C-83A1-F6EECF244321}">
                <p14:modId xmlns:p14="http://schemas.microsoft.com/office/powerpoint/2010/main" val="322569834"/>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1378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DE5794-1A00-E9B8-51B1-ECC426352417}"/>
              </a:ext>
            </a:extLst>
          </p:cNvPr>
          <p:cNvSpPr>
            <a:spLocks noGrp="1"/>
          </p:cNvSpPr>
          <p:nvPr>
            <p:ph type="title"/>
          </p:nvPr>
        </p:nvSpPr>
        <p:spPr/>
        <p:txBody>
          <a:bodyPr/>
          <a:lstStyle/>
          <a:p>
            <a:r>
              <a:rPr lang="ru-RU" dirty="0" err="1"/>
              <a:t>Що</a:t>
            </a:r>
            <a:r>
              <a:rPr lang="ru-RU" dirty="0"/>
              <a:t> </a:t>
            </a:r>
            <a:r>
              <a:rPr lang="ru-RU" dirty="0" err="1"/>
              <a:t>спричинило</a:t>
            </a:r>
            <a:r>
              <a:rPr lang="ru-RU" dirty="0"/>
              <a:t> </a:t>
            </a:r>
            <a:r>
              <a:rPr lang="ru-RU" dirty="0" err="1"/>
              <a:t>виголошення</a:t>
            </a:r>
            <a:r>
              <a:rPr lang="ru-RU" dirty="0"/>
              <a:t> Ф. </a:t>
            </a:r>
            <a:r>
              <a:rPr lang="ru-RU" dirty="0" err="1"/>
              <a:t>Швецем</a:t>
            </a:r>
            <a:r>
              <a:rPr lang="ru-RU" dirty="0"/>
              <a:t> </a:t>
            </a:r>
            <a:r>
              <a:rPr lang="ru-RU" dirty="0" err="1"/>
              <a:t>такої</a:t>
            </a:r>
            <a:r>
              <a:rPr lang="ru-RU" dirty="0"/>
              <a:t> </a:t>
            </a:r>
            <a:r>
              <a:rPr lang="ru-RU" dirty="0" err="1"/>
              <a:t>промови</a:t>
            </a:r>
            <a:r>
              <a:rPr lang="ru-RU" dirty="0"/>
              <a:t>:</a:t>
            </a:r>
            <a:endParaRPr lang="uk-UA" dirty="0"/>
          </a:p>
        </p:txBody>
      </p:sp>
      <p:sp>
        <p:nvSpPr>
          <p:cNvPr id="3" name="Місце для вмісту 2">
            <a:extLst>
              <a:ext uri="{FF2B5EF4-FFF2-40B4-BE49-F238E27FC236}">
                <a16:creationId xmlns:a16="http://schemas.microsoft.com/office/drawing/2014/main" id="{49284CCD-EF65-4BB5-AD6D-75054CCB2E2B}"/>
              </a:ext>
            </a:extLst>
          </p:cNvPr>
          <p:cNvSpPr>
            <a:spLocks noGrp="1"/>
          </p:cNvSpPr>
          <p:nvPr>
            <p:ph sz="half" idx="1"/>
          </p:nvPr>
        </p:nvSpPr>
        <p:spPr/>
        <p:txBody>
          <a:bodyPr/>
          <a:lstStyle/>
          <a:p>
            <a:r>
              <a:rPr lang="uk-UA" i="1" dirty="0"/>
              <a:t>«Віднині зливаються в одно вік</a:t>
            </a:r>
            <a:r>
              <a:rPr lang="en-US" i="1" dirty="0"/>
              <a:t>á</a:t>
            </a:r>
            <a:r>
              <a:rPr lang="uk-UA" i="1" dirty="0"/>
              <a:t>ми відділені одна від одної частини України — Галичина, Буковина, Закарпаття і Придніпровська Україна — в одну Велику Україну… Віднині Український народ, звільнений могутнім поривом своїх власних сил, має змогу об’єднати всі зусилля своїх синів для створення нероздільної незалежної Української Держави на добро і щастя українського народу…»</a:t>
            </a:r>
          </a:p>
        </p:txBody>
      </p:sp>
      <p:graphicFrame>
        <p:nvGraphicFramePr>
          <p:cNvPr id="5" name="Місце для вмісту 4">
            <a:extLst>
              <a:ext uri="{FF2B5EF4-FFF2-40B4-BE49-F238E27FC236}">
                <a16:creationId xmlns:a16="http://schemas.microsoft.com/office/drawing/2014/main" id="{26181FF4-FC40-B323-E1EF-ECEE005D18F1}"/>
              </a:ext>
            </a:extLst>
          </p:cNvPr>
          <p:cNvGraphicFramePr>
            <a:graphicFrameLocks noGrp="1"/>
          </p:cNvGraphicFramePr>
          <p:nvPr>
            <p:ph sz="half" idx="2"/>
            <p:extLst>
              <p:ext uri="{D42A27DB-BD31-4B8C-83A1-F6EECF244321}">
                <p14:modId xmlns:p14="http://schemas.microsoft.com/office/powerpoint/2010/main" val="173955740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1869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81F3FF-D6D9-B799-D159-AC713A3C226C}"/>
              </a:ext>
            </a:extLst>
          </p:cNvPr>
          <p:cNvSpPr>
            <a:spLocks noGrp="1"/>
          </p:cNvSpPr>
          <p:nvPr>
            <p:ph type="title"/>
          </p:nvPr>
        </p:nvSpPr>
        <p:spPr/>
        <p:txBody>
          <a:bodyPr/>
          <a:lstStyle/>
          <a:p>
            <a:r>
              <a:rPr lang="uk-UA" dirty="0"/>
              <a:t>Урочисте проголошення Директорією</a:t>
            </a:r>
          </a:p>
        </p:txBody>
      </p:sp>
      <p:sp>
        <p:nvSpPr>
          <p:cNvPr id="3" name="Місце для вмісту 2">
            <a:extLst>
              <a:ext uri="{FF2B5EF4-FFF2-40B4-BE49-F238E27FC236}">
                <a16:creationId xmlns:a16="http://schemas.microsoft.com/office/drawing/2014/main" id="{BFFE5D93-5A6A-A0D7-3BB5-9ACFAA7EF379}"/>
              </a:ext>
            </a:extLst>
          </p:cNvPr>
          <p:cNvSpPr>
            <a:spLocks noGrp="1"/>
          </p:cNvSpPr>
          <p:nvPr>
            <p:ph sz="half" idx="1"/>
          </p:nvPr>
        </p:nvSpPr>
        <p:spPr/>
        <p:txBody>
          <a:bodyPr/>
          <a:lstStyle/>
          <a:p>
            <a:r>
              <a:rPr lang="uk-UA" dirty="0"/>
              <a:t>Універсалу про об’єднання Української Народної Республіки (УНР) й Західноукраїнської Народної Республіки (ЗУНР) в єдину незалежну державу відбулося</a:t>
            </a:r>
          </a:p>
        </p:txBody>
      </p:sp>
      <p:graphicFrame>
        <p:nvGraphicFramePr>
          <p:cNvPr id="5" name="Місце для вмісту 4">
            <a:extLst>
              <a:ext uri="{FF2B5EF4-FFF2-40B4-BE49-F238E27FC236}">
                <a16:creationId xmlns:a16="http://schemas.microsoft.com/office/drawing/2014/main" id="{39062E2C-9A12-D8B7-FBDF-5A149D51A2E1}"/>
              </a:ext>
            </a:extLst>
          </p:cNvPr>
          <p:cNvGraphicFramePr>
            <a:graphicFrameLocks noGrp="1"/>
          </p:cNvGraphicFramePr>
          <p:nvPr>
            <p:ph sz="half" idx="2"/>
            <p:extLst>
              <p:ext uri="{D42A27DB-BD31-4B8C-83A1-F6EECF244321}">
                <p14:modId xmlns:p14="http://schemas.microsoft.com/office/powerpoint/2010/main" val="235548106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6350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38393A-CF22-DA37-68D4-7ABB34FDD55F}"/>
              </a:ext>
            </a:extLst>
          </p:cNvPr>
          <p:cNvSpPr>
            <a:spLocks noGrp="1"/>
          </p:cNvSpPr>
          <p:nvPr>
            <p:ph type="title"/>
          </p:nvPr>
        </p:nvSpPr>
        <p:spPr/>
        <p:txBody>
          <a:bodyPr/>
          <a:lstStyle/>
          <a:p>
            <a:r>
              <a:rPr lang="ru-RU" sz="3200" dirty="0" err="1"/>
              <a:t>Українські</a:t>
            </a:r>
            <a:r>
              <a:rPr lang="ru-RU" sz="3200" dirty="0"/>
              <a:t> </a:t>
            </a:r>
            <a:r>
              <a:rPr lang="ru-RU" sz="3200" dirty="0" err="1"/>
              <a:t>землі</a:t>
            </a:r>
            <a:r>
              <a:rPr lang="ru-RU" sz="3200" dirty="0"/>
              <a:t>, </a:t>
            </a:r>
            <a:r>
              <a:rPr lang="ru-RU" sz="3200" dirty="0" err="1"/>
              <a:t>окреслені</a:t>
            </a:r>
            <a:r>
              <a:rPr lang="ru-RU" sz="3200" dirty="0"/>
              <a:t> на </a:t>
            </a:r>
            <a:r>
              <a:rPr lang="ru-RU" sz="3200" dirty="0" err="1"/>
              <a:t>картосхемі</a:t>
            </a:r>
            <a:r>
              <a:rPr lang="ru-RU" sz="3200" dirty="0"/>
              <a:t> жирною </a:t>
            </a:r>
            <a:r>
              <a:rPr lang="ru-RU" sz="3200" dirty="0" err="1"/>
              <a:t>лінією</a:t>
            </a:r>
            <a:r>
              <a:rPr lang="ru-RU" sz="3200" dirty="0"/>
              <a:t>, </a:t>
            </a:r>
            <a:r>
              <a:rPr lang="ru-RU" sz="3200" dirty="0" err="1"/>
              <a:t>увійшли</a:t>
            </a:r>
            <a:r>
              <a:rPr lang="ru-RU" sz="3200" dirty="0"/>
              <a:t> до складу УНР в </a:t>
            </a:r>
            <a:r>
              <a:rPr lang="ru-RU" sz="3200" dirty="0" err="1"/>
              <a:t>результаті</a:t>
            </a:r>
            <a:endParaRPr lang="uk-UA" sz="3200" dirty="0"/>
          </a:p>
        </p:txBody>
      </p:sp>
      <p:graphicFrame>
        <p:nvGraphicFramePr>
          <p:cNvPr id="5" name="Місце для вмісту 4">
            <a:extLst>
              <a:ext uri="{FF2B5EF4-FFF2-40B4-BE49-F238E27FC236}">
                <a16:creationId xmlns:a16="http://schemas.microsoft.com/office/drawing/2014/main" id="{CB728940-17DF-D69B-9200-70E7A9322644}"/>
              </a:ext>
            </a:extLst>
          </p:cNvPr>
          <p:cNvGraphicFramePr>
            <a:graphicFrameLocks noGrp="1"/>
          </p:cNvGraphicFramePr>
          <p:nvPr>
            <p:ph sz="half" idx="2"/>
            <p:extLst>
              <p:ext uri="{D42A27DB-BD31-4B8C-83A1-F6EECF244321}">
                <p14:modId xmlns:p14="http://schemas.microsoft.com/office/powerpoint/2010/main" val="32502221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189B47DC-A0FC-8DF8-91CC-9F8EBE49549E}"/>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673014" y="2222500"/>
            <a:ext cx="3477047"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371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3824C0-88F4-94DB-89C6-462649BDDC7E}"/>
              </a:ext>
            </a:extLst>
          </p:cNvPr>
          <p:cNvSpPr>
            <a:spLocks noGrp="1"/>
          </p:cNvSpPr>
          <p:nvPr>
            <p:ph type="title"/>
          </p:nvPr>
        </p:nvSpPr>
        <p:spPr/>
        <p:txBody>
          <a:bodyPr/>
          <a:lstStyle/>
          <a:p>
            <a:r>
              <a:rPr lang="ru-RU" dirty="0" err="1"/>
              <a:t>Під</a:t>
            </a:r>
            <a:r>
              <a:rPr lang="ru-RU" dirty="0"/>
              <a:t> таким </a:t>
            </a:r>
            <a:r>
              <a:rPr lang="ru-RU" dirty="0" err="1"/>
              <a:t>гаслом</a:t>
            </a:r>
            <a:r>
              <a:rPr lang="ru-RU" dirty="0"/>
              <a:t> </a:t>
            </a:r>
            <a:r>
              <a:rPr lang="ru-RU" dirty="0" err="1"/>
              <a:t>улітку</a:t>
            </a:r>
            <a:r>
              <a:rPr lang="ru-RU" dirty="0"/>
              <a:t> 1919 р. </a:t>
            </a:r>
            <a:r>
              <a:rPr lang="ru-RU" dirty="0" err="1"/>
              <a:t>здійснювала</a:t>
            </a:r>
            <a:r>
              <a:rPr lang="ru-RU" dirty="0"/>
              <a:t> </a:t>
            </a:r>
            <a:r>
              <a:rPr lang="ru-RU" dirty="0" err="1"/>
              <a:t>наступ</a:t>
            </a:r>
            <a:endParaRPr lang="uk-UA" dirty="0"/>
          </a:p>
        </p:txBody>
      </p:sp>
      <p:sp>
        <p:nvSpPr>
          <p:cNvPr id="3" name="Місце для вмісту 2">
            <a:extLst>
              <a:ext uri="{FF2B5EF4-FFF2-40B4-BE49-F238E27FC236}">
                <a16:creationId xmlns:a16="http://schemas.microsoft.com/office/drawing/2014/main" id="{1D1DA1DF-623E-ACCD-82C6-E11CB3608CF0}"/>
              </a:ext>
            </a:extLst>
          </p:cNvPr>
          <p:cNvSpPr>
            <a:spLocks noGrp="1"/>
          </p:cNvSpPr>
          <p:nvPr>
            <p:ph sz="half" idx="1"/>
          </p:nvPr>
        </p:nvSpPr>
        <p:spPr/>
        <p:txBody>
          <a:bodyPr>
            <a:normAutofit/>
          </a:bodyPr>
          <a:lstStyle/>
          <a:p>
            <a:r>
              <a:rPr lang="uk-UA" sz="3200" i="1" dirty="0"/>
              <a:t>«На Львів через Київ!»</a:t>
            </a:r>
          </a:p>
        </p:txBody>
      </p:sp>
      <p:graphicFrame>
        <p:nvGraphicFramePr>
          <p:cNvPr id="5" name="Місце для вмісту 4">
            <a:extLst>
              <a:ext uri="{FF2B5EF4-FFF2-40B4-BE49-F238E27FC236}">
                <a16:creationId xmlns:a16="http://schemas.microsoft.com/office/drawing/2014/main" id="{0B4A277D-C324-C86E-930C-CE857C5C24BF}"/>
              </a:ext>
            </a:extLst>
          </p:cNvPr>
          <p:cNvGraphicFramePr>
            <a:graphicFrameLocks noGrp="1"/>
          </p:cNvGraphicFramePr>
          <p:nvPr>
            <p:ph sz="half" idx="2"/>
            <p:extLst>
              <p:ext uri="{D42A27DB-BD31-4B8C-83A1-F6EECF244321}">
                <p14:modId xmlns:p14="http://schemas.microsoft.com/office/powerpoint/2010/main" val="12794185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5704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51AAED81-C360-76B6-1510-1D6830262619}"/>
              </a:ext>
            </a:extLst>
          </p:cNvPr>
          <p:cNvSpPr>
            <a:spLocks noGrp="1"/>
          </p:cNvSpPr>
          <p:nvPr>
            <p:ph type="title"/>
          </p:nvPr>
        </p:nvSpPr>
        <p:spPr/>
        <p:txBody>
          <a:bodyPr/>
          <a:lstStyle/>
          <a:p>
            <a:endParaRPr lang="uk-UA"/>
          </a:p>
        </p:txBody>
      </p:sp>
      <p:pic>
        <p:nvPicPr>
          <p:cNvPr id="8" name="Місце для вмісту 7">
            <a:extLst>
              <a:ext uri="{FF2B5EF4-FFF2-40B4-BE49-F238E27FC236}">
                <a16:creationId xmlns:a16="http://schemas.microsoft.com/office/drawing/2014/main" id="{5543CC34-9E0E-B022-5884-3412FCB777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0341033" cy="6838870"/>
          </a:xfrm>
        </p:spPr>
      </p:pic>
    </p:spTree>
    <p:extLst>
      <p:ext uri="{BB962C8B-B14F-4D97-AF65-F5344CB8AC3E}">
        <p14:creationId xmlns:p14="http://schemas.microsoft.com/office/powerpoint/2010/main" val="3921964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DE3629-10B0-2E90-F8E0-B3122B4F0D93}"/>
              </a:ext>
            </a:extLst>
          </p:cNvPr>
          <p:cNvSpPr>
            <a:spLocks noGrp="1"/>
          </p:cNvSpPr>
          <p:nvPr>
            <p:ph type="title"/>
          </p:nvPr>
        </p:nvSpPr>
        <p:spPr/>
        <p:txBody>
          <a:bodyPr/>
          <a:lstStyle/>
          <a:p>
            <a:r>
              <a:rPr lang="ru-RU" dirty="0"/>
              <a:t>22 </a:t>
            </a:r>
            <a:r>
              <a:rPr lang="ru-RU" dirty="0" err="1"/>
              <a:t>січня</a:t>
            </a:r>
            <a:r>
              <a:rPr lang="ru-RU" dirty="0"/>
              <a:t> 1919 р. на </a:t>
            </a:r>
            <a:r>
              <a:rPr lang="ru-RU" dirty="0" err="1"/>
              <a:t>Софійському</a:t>
            </a:r>
            <a:r>
              <a:rPr lang="ru-RU" dirty="0"/>
              <a:t> </a:t>
            </a:r>
            <a:r>
              <a:rPr lang="ru-RU" dirty="0" err="1"/>
              <a:t>майдані</a:t>
            </a:r>
            <a:r>
              <a:rPr lang="ru-RU" dirty="0"/>
              <a:t> в </a:t>
            </a:r>
            <a:r>
              <a:rPr lang="ru-RU" dirty="0" err="1"/>
              <a:t>Києві</a:t>
            </a:r>
            <a:r>
              <a:rPr lang="ru-RU" dirty="0"/>
              <a:t> </a:t>
            </a:r>
            <a:r>
              <a:rPr lang="ru-RU" dirty="0" err="1"/>
              <a:t>урочисто</a:t>
            </a:r>
            <a:r>
              <a:rPr lang="ru-RU" dirty="0"/>
              <a:t> </a:t>
            </a:r>
            <a:r>
              <a:rPr lang="ru-RU" dirty="0" err="1"/>
              <a:t>проголошено</a:t>
            </a:r>
            <a:endParaRPr lang="uk-UA" dirty="0"/>
          </a:p>
        </p:txBody>
      </p:sp>
      <p:graphicFrame>
        <p:nvGraphicFramePr>
          <p:cNvPr id="4" name="Місце для вмісту 3">
            <a:extLst>
              <a:ext uri="{FF2B5EF4-FFF2-40B4-BE49-F238E27FC236}">
                <a16:creationId xmlns:a16="http://schemas.microsoft.com/office/drawing/2014/main" id="{E94688F1-DFDE-6416-E2F0-2E4BE1F5C281}"/>
              </a:ext>
            </a:extLst>
          </p:cNvPr>
          <p:cNvGraphicFramePr>
            <a:graphicFrameLocks noGrp="1"/>
          </p:cNvGraphicFramePr>
          <p:nvPr>
            <p:ph idx="1"/>
            <p:extLst>
              <p:ext uri="{D42A27DB-BD31-4B8C-83A1-F6EECF244321}">
                <p14:modId xmlns:p14="http://schemas.microsoft.com/office/powerpoint/2010/main" val="1802013023"/>
              </p:ext>
            </p:extLst>
          </p:nvPr>
        </p:nvGraphicFramePr>
        <p:xfrm>
          <a:off x="818712" y="2222287"/>
          <a:ext cx="10554574" cy="36365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7034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6C8158-E261-37F0-FC21-B27468F52821}"/>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подіями</a:t>
            </a:r>
            <a:r>
              <a:rPr lang="ru-RU" dirty="0"/>
              <a:t> та </a:t>
            </a:r>
            <a:r>
              <a:rPr lang="ru-RU" dirty="0" err="1"/>
              <a:t>їхніми</a:t>
            </a:r>
            <a:r>
              <a:rPr lang="ru-RU" dirty="0"/>
              <a:t> результатами й </a:t>
            </a:r>
            <a:r>
              <a:rPr lang="ru-RU" dirty="0" err="1"/>
              <a:t>наслідками</a:t>
            </a:r>
            <a:endParaRPr lang="uk-UA" dirty="0"/>
          </a:p>
        </p:txBody>
      </p:sp>
      <p:graphicFrame>
        <p:nvGraphicFramePr>
          <p:cNvPr id="6" name="Місце для вмісту 5">
            <a:extLst>
              <a:ext uri="{FF2B5EF4-FFF2-40B4-BE49-F238E27FC236}">
                <a16:creationId xmlns:a16="http://schemas.microsoft.com/office/drawing/2014/main" id="{CAD04096-CFBC-50A7-A968-8335D7965CE8}"/>
              </a:ext>
            </a:extLst>
          </p:cNvPr>
          <p:cNvGraphicFramePr>
            <a:graphicFrameLocks noGrp="1"/>
          </p:cNvGraphicFramePr>
          <p:nvPr>
            <p:ph sz="half" idx="1"/>
            <p:extLst>
              <p:ext uri="{D42A27DB-BD31-4B8C-83A1-F6EECF244321}">
                <p14:modId xmlns:p14="http://schemas.microsoft.com/office/powerpoint/2010/main" val="65921341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Місце для вмісту 6">
            <a:extLst>
              <a:ext uri="{FF2B5EF4-FFF2-40B4-BE49-F238E27FC236}">
                <a16:creationId xmlns:a16="http://schemas.microsoft.com/office/drawing/2014/main" id="{8553BD31-B7AB-4081-AAEE-158DC7D98E16}"/>
              </a:ext>
            </a:extLst>
          </p:cNvPr>
          <p:cNvGraphicFramePr>
            <a:graphicFrameLocks noGrp="1"/>
          </p:cNvGraphicFramePr>
          <p:nvPr>
            <p:ph sz="half" idx="2"/>
            <p:extLst>
              <p:ext uri="{D42A27DB-BD31-4B8C-83A1-F6EECF244321}">
                <p14:modId xmlns:p14="http://schemas.microsoft.com/office/powerpoint/2010/main" val="54790262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44943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AAF436-B678-74B2-7426-1B80B3ADEE09}"/>
              </a:ext>
            </a:extLst>
          </p:cNvPr>
          <p:cNvSpPr>
            <a:spLocks noGrp="1"/>
          </p:cNvSpPr>
          <p:nvPr>
            <p:ph type="title"/>
          </p:nvPr>
        </p:nvSpPr>
        <p:spPr/>
        <p:txBody>
          <a:bodyPr/>
          <a:lstStyle/>
          <a:p>
            <a:r>
              <a:rPr lang="ru-RU" dirty="0"/>
              <a:t>Карта-карикатура, </a:t>
            </a:r>
            <a:r>
              <a:rPr lang="ru-RU" dirty="0" err="1"/>
              <a:t>зображена</a:t>
            </a:r>
            <a:r>
              <a:rPr lang="ru-RU" dirty="0"/>
              <a:t> на фото, </a:t>
            </a:r>
            <a:r>
              <a:rPr lang="ru-RU" dirty="0" err="1"/>
              <a:t>ілюструє</a:t>
            </a:r>
            <a:r>
              <a:rPr lang="ru-RU" dirty="0"/>
              <a:t> </a:t>
            </a:r>
            <a:r>
              <a:rPr lang="ru-RU" dirty="0" err="1"/>
              <a:t>події</a:t>
            </a:r>
            <a:endParaRPr lang="uk-UA" dirty="0"/>
          </a:p>
        </p:txBody>
      </p:sp>
      <p:graphicFrame>
        <p:nvGraphicFramePr>
          <p:cNvPr id="5" name="Місце для вмісту 4">
            <a:extLst>
              <a:ext uri="{FF2B5EF4-FFF2-40B4-BE49-F238E27FC236}">
                <a16:creationId xmlns:a16="http://schemas.microsoft.com/office/drawing/2014/main" id="{9E7E0C83-2B14-15C2-8463-7B81F0EB2AD7}"/>
              </a:ext>
            </a:extLst>
          </p:cNvPr>
          <p:cNvGraphicFramePr>
            <a:graphicFrameLocks noGrp="1"/>
          </p:cNvGraphicFramePr>
          <p:nvPr>
            <p:ph sz="half" idx="2"/>
            <p:extLst>
              <p:ext uri="{D42A27DB-BD31-4B8C-83A1-F6EECF244321}">
                <p14:modId xmlns:p14="http://schemas.microsoft.com/office/powerpoint/2010/main" val="93019262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A5DB7230-7412-6D00-88FF-DD077D44727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030287" y="2546350"/>
            <a:ext cx="476250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896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423686-E58F-DB22-1800-CDCDDB40528C}"/>
              </a:ext>
            </a:extLst>
          </p:cNvPr>
          <p:cNvSpPr>
            <a:spLocks noGrp="1"/>
          </p:cNvSpPr>
          <p:nvPr>
            <p:ph type="title"/>
          </p:nvPr>
        </p:nvSpPr>
        <p:spPr/>
        <p:txBody>
          <a:bodyPr/>
          <a:lstStyle/>
          <a:p>
            <a:r>
              <a:rPr lang="ru-RU" dirty="0"/>
              <a:t>У </a:t>
            </a:r>
            <a:r>
              <a:rPr lang="ru-RU" dirty="0" err="1"/>
              <a:t>якому</a:t>
            </a:r>
            <a:r>
              <a:rPr lang="ru-RU" dirty="0"/>
              <a:t> </a:t>
            </a:r>
            <a:r>
              <a:rPr lang="ru-RU" dirty="0" err="1"/>
              <a:t>році</a:t>
            </a:r>
            <a:r>
              <a:rPr lang="ru-RU" dirty="0"/>
              <a:t> </a:t>
            </a:r>
            <a:r>
              <a:rPr lang="ru-RU" dirty="0" err="1"/>
              <a:t>укладено</a:t>
            </a:r>
            <a:r>
              <a:rPr lang="ru-RU" dirty="0"/>
              <a:t> </a:t>
            </a:r>
            <a:r>
              <a:rPr lang="ru-RU" dirty="0" err="1"/>
              <a:t>цитовану</a:t>
            </a:r>
            <a:r>
              <a:rPr lang="ru-RU" dirty="0"/>
              <a:t> угоду?</a:t>
            </a:r>
            <a:endParaRPr lang="uk-UA" dirty="0"/>
          </a:p>
        </p:txBody>
      </p:sp>
      <p:sp>
        <p:nvSpPr>
          <p:cNvPr id="3" name="Місце для вмісту 2">
            <a:extLst>
              <a:ext uri="{FF2B5EF4-FFF2-40B4-BE49-F238E27FC236}">
                <a16:creationId xmlns:a16="http://schemas.microsoft.com/office/drawing/2014/main" id="{27164338-4108-5E2A-53AC-D582BED27B36}"/>
              </a:ext>
            </a:extLst>
          </p:cNvPr>
          <p:cNvSpPr>
            <a:spLocks noGrp="1"/>
          </p:cNvSpPr>
          <p:nvPr>
            <p:ph sz="half" idx="1"/>
          </p:nvPr>
        </p:nvSpPr>
        <p:spPr>
          <a:xfrm>
            <a:off x="315884" y="2222287"/>
            <a:ext cx="5688701" cy="4477771"/>
          </a:xfrm>
        </p:spPr>
        <p:txBody>
          <a:bodyPr>
            <a:normAutofit fontScale="70000" lnSpcReduction="20000"/>
          </a:bodyPr>
          <a:lstStyle/>
          <a:p>
            <a:r>
              <a:rPr lang="uk-UA" dirty="0"/>
              <a:t>«Уряд Речі Посполитої Польської... і уряд Української Народної Республіки... погодилися на такі рішення:</a:t>
            </a:r>
          </a:p>
          <a:p>
            <a:r>
              <a:rPr lang="uk-UA" dirty="0"/>
              <a:t>(…)</a:t>
            </a:r>
          </a:p>
          <a:p>
            <a:r>
              <a:rPr lang="uk-UA" dirty="0"/>
              <a:t>2) Кордони між Річчю Посполитою Польською та Українською Народною Республікою визначатимуться таким чином: на півночі від Дністра вздовж р. Збруч, а далі уздовж колишнього кордону між Австро-Угорщиною та Росією...</a:t>
            </a:r>
          </a:p>
          <a:p>
            <a:r>
              <a:rPr lang="uk-UA" dirty="0"/>
              <a:t>(…)</a:t>
            </a:r>
          </a:p>
          <a:p>
            <a:r>
              <a:rPr lang="uk-UA" dirty="0"/>
              <a:t>4) Український уряд зобов'язується не укладати будь-яких міжнародних договорів, спрямованих проти Польщі. Ці ж зобов’язання бере на себе уряд Речі Посполитої Польської стосовно Української Народної Республіки.</a:t>
            </a:r>
          </a:p>
          <a:p>
            <a:r>
              <a:rPr lang="uk-UA" dirty="0"/>
              <a:t>(…)</a:t>
            </a:r>
          </a:p>
          <a:p>
            <a:r>
              <a:rPr lang="uk-UA" dirty="0"/>
              <a:t>5) Національно-культурні права, які польський уряд надає своїм громадянам української національності, які проживають на території Речі Посполитої Польської, будуть тією ж мірою надані громадянам польської національності, які проживають у межах Української Народної Республіки....</a:t>
            </a:r>
          </a:p>
          <a:p>
            <a:r>
              <a:rPr lang="uk-UA" dirty="0"/>
              <a:t>(…)</a:t>
            </a:r>
          </a:p>
          <a:p>
            <a:r>
              <a:rPr lang="uk-UA" dirty="0"/>
              <a:t>8) Договір залишається таємним. Його не можна передати третій стороні або публікувати...»</a:t>
            </a:r>
          </a:p>
        </p:txBody>
      </p:sp>
      <p:graphicFrame>
        <p:nvGraphicFramePr>
          <p:cNvPr id="5" name="Місце для вмісту 4">
            <a:extLst>
              <a:ext uri="{FF2B5EF4-FFF2-40B4-BE49-F238E27FC236}">
                <a16:creationId xmlns:a16="http://schemas.microsoft.com/office/drawing/2014/main" id="{BD48AE8E-9071-F15B-A174-581285D64247}"/>
              </a:ext>
            </a:extLst>
          </p:cNvPr>
          <p:cNvGraphicFramePr>
            <a:graphicFrameLocks noGrp="1"/>
          </p:cNvGraphicFramePr>
          <p:nvPr>
            <p:ph sz="half" idx="2"/>
            <p:extLst>
              <p:ext uri="{D42A27DB-BD31-4B8C-83A1-F6EECF244321}">
                <p14:modId xmlns:p14="http://schemas.microsoft.com/office/powerpoint/2010/main" val="52954099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2400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3EAB-B93C-E480-40A3-811A02DC2F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F423E17-3BB3-B3AA-106A-6A3D26862BEC}"/>
              </a:ext>
            </a:extLst>
          </p:cNvPr>
          <p:cNvSpPr>
            <a:spLocks noGrp="1"/>
          </p:cNvSpPr>
          <p:nvPr>
            <p:ph type="title"/>
          </p:nvPr>
        </p:nvSpPr>
        <p:spPr/>
        <p:txBody>
          <a:bodyPr/>
          <a:lstStyle/>
          <a:p>
            <a:r>
              <a:rPr lang="ru-RU" sz="3200" dirty="0"/>
              <a:t>Яку </a:t>
            </a:r>
            <a:r>
              <a:rPr lang="ru-RU" sz="3200" dirty="0" err="1"/>
              <a:t>подію</a:t>
            </a:r>
            <a:r>
              <a:rPr lang="ru-RU" sz="3200" dirty="0"/>
              <a:t> </a:t>
            </a:r>
            <a:r>
              <a:rPr lang="ru-RU" sz="3200" dirty="0" err="1"/>
              <a:t>можна</a:t>
            </a:r>
            <a:r>
              <a:rPr lang="ru-RU" sz="3200" dirty="0"/>
              <a:t> </a:t>
            </a:r>
            <a:r>
              <a:rPr lang="ru-RU" sz="3200" dirty="0" err="1"/>
              <a:t>оцінити</a:t>
            </a:r>
            <a:r>
              <a:rPr lang="ru-RU" sz="3200" dirty="0"/>
              <a:t> як </a:t>
            </a:r>
            <a:r>
              <a:rPr lang="ru-RU" sz="3200" dirty="0" err="1"/>
              <a:t>порушення</a:t>
            </a:r>
            <a:r>
              <a:rPr lang="ru-RU" sz="3200" dirty="0"/>
              <a:t> умов, </a:t>
            </a:r>
            <a:r>
              <a:rPr lang="ru-RU" sz="3200" dirty="0" err="1"/>
              <a:t>викладених</a:t>
            </a:r>
            <a:r>
              <a:rPr lang="ru-RU" sz="3200" dirty="0"/>
              <a:t> у четвертому </a:t>
            </a:r>
            <a:r>
              <a:rPr lang="ru-RU" sz="3200" dirty="0" err="1"/>
              <a:t>пункті</a:t>
            </a:r>
            <a:r>
              <a:rPr lang="ru-RU" sz="3200" dirty="0"/>
              <a:t> угоди?</a:t>
            </a:r>
            <a:endParaRPr lang="uk-UA" sz="3200" dirty="0"/>
          </a:p>
        </p:txBody>
      </p:sp>
      <p:sp>
        <p:nvSpPr>
          <p:cNvPr id="3" name="Місце для вмісту 2">
            <a:extLst>
              <a:ext uri="{FF2B5EF4-FFF2-40B4-BE49-F238E27FC236}">
                <a16:creationId xmlns:a16="http://schemas.microsoft.com/office/drawing/2014/main" id="{50DF6AF1-7E3E-B152-91F6-0329771A0503}"/>
              </a:ext>
            </a:extLst>
          </p:cNvPr>
          <p:cNvSpPr>
            <a:spLocks noGrp="1"/>
          </p:cNvSpPr>
          <p:nvPr>
            <p:ph sz="half" idx="1"/>
          </p:nvPr>
        </p:nvSpPr>
        <p:spPr>
          <a:xfrm>
            <a:off x="315884" y="2222287"/>
            <a:ext cx="5688701" cy="4477771"/>
          </a:xfrm>
        </p:spPr>
        <p:txBody>
          <a:bodyPr>
            <a:normAutofit fontScale="70000" lnSpcReduction="20000"/>
          </a:bodyPr>
          <a:lstStyle/>
          <a:p>
            <a:r>
              <a:rPr lang="uk-UA" dirty="0"/>
              <a:t>«Уряд Речі Посполитої Польської... і уряд Української Народної Республіки... погодилися на такі рішення:</a:t>
            </a:r>
          </a:p>
          <a:p>
            <a:r>
              <a:rPr lang="uk-UA" dirty="0"/>
              <a:t>(…)</a:t>
            </a:r>
          </a:p>
          <a:p>
            <a:r>
              <a:rPr lang="uk-UA" dirty="0"/>
              <a:t>2) Кордони між Річчю Посполитою Польською та Українською Народною Республікою визначатимуться таким чином: на півночі від Дністра вздовж р. Збруч, а далі уздовж колишнього кордону між Австро-Угорщиною та Росією...</a:t>
            </a:r>
          </a:p>
          <a:p>
            <a:r>
              <a:rPr lang="uk-UA" dirty="0"/>
              <a:t>(…)</a:t>
            </a:r>
          </a:p>
          <a:p>
            <a:r>
              <a:rPr lang="uk-UA" dirty="0"/>
              <a:t>4) Український уряд зобов'язується не укладати будь-яких міжнародних договорів, спрямованих проти Польщі. Ці ж зобов’язання бере на себе уряд Речі Посполитої Польської стосовно Української Народної Республіки.</a:t>
            </a:r>
          </a:p>
          <a:p>
            <a:r>
              <a:rPr lang="uk-UA" dirty="0"/>
              <a:t>(…)</a:t>
            </a:r>
          </a:p>
          <a:p>
            <a:r>
              <a:rPr lang="uk-UA" dirty="0"/>
              <a:t>5) Національно-культурні права, які польський уряд надає своїм громадянам української національності, які проживають на території Речі Посполитої Польської, будуть тією ж мірою надані громадянам польської національності, які проживають у межах Української Народної Республіки....</a:t>
            </a:r>
          </a:p>
          <a:p>
            <a:r>
              <a:rPr lang="uk-UA" dirty="0"/>
              <a:t>(…)</a:t>
            </a:r>
          </a:p>
          <a:p>
            <a:r>
              <a:rPr lang="uk-UA" dirty="0"/>
              <a:t>8) Договір залишається таємним. Його не можна передати третій стороні або публікувати...»</a:t>
            </a:r>
          </a:p>
        </p:txBody>
      </p:sp>
      <p:graphicFrame>
        <p:nvGraphicFramePr>
          <p:cNvPr id="7" name="Місце для вмісту 6">
            <a:extLst>
              <a:ext uri="{FF2B5EF4-FFF2-40B4-BE49-F238E27FC236}">
                <a16:creationId xmlns:a16="http://schemas.microsoft.com/office/drawing/2014/main" id="{E12A107B-EEE2-5AB7-C7E3-57DA134844D1}"/>
              </a:ext>
            </a:extLst>
          </p:cNvPr>
          <p:cNvGraphicFramePr>
            <a:graphicFrameLocks noGrp="1"/>
          </p:cNvGraphicFramePr>
          <p:nvPr>
            <p:ph sz="half" idx="2"/>
            <p:extLst>
              <p:ext uri="{D42A27DB-BD31-4B8C-83A1-F6EECF244321}">
                <p14:modId xmlns:p14="http://schemas.microsoft.com/office/powerpoint/2010/main" val="253307010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4706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4D8D83-321B-3C5D-0059-DBA7E8CD07C4}"/>
              </a:ext>
            </a:extLst>
          </p:cNvPr>
          <p:cNvSpPr>
            <a:spLocks noGrp="1"/>
          </p:cNvSpPr>
          <p:nvPr>
            <p:ph type="title"/>
          </p:nvPr>
        </p:nvSpPr>
        <p:spPr/>
        <p:txBody>
          <a:bodyPr/>
          <a:lstStyle/>
          <a:p>
            <a:r>
              <a:rPr lang="uk-UA" dirty="0"/>
              <a:t>Установіть відповідність між датою та подією.</a:t>
            </a:r>
          </a:p>
        </p:txBody>
      </p:sp>
      <p:graphicFrame>
        <p:nvGraphicFramePr>
          <p:cNvPr id="5" name="Місце для вмісту 4">
            <a:extLst>
              <a:ext uri="{FF2B5EF4-FFF2-40B4-BE49-F238E27FC236}">
                <a16:creationId xmlns:a16="http://schemas.microsoft.com/office/drawing/2014/main" id="{57EAF38E-0B4B-DBD0-801E-D1876AD0ED9D}"/>
              </a:ext>
            </a:extLst>
          </p:cNvPr>
          <p:cNvGraphicFramePr>
            <a:graphicFrameLocks noGrp="1"/>
          </p:cNvGraphicFramePr>
          <p:nvPr>
            <p:ph sz="half" idx="1"/>
            <p:extLst>
              <p:ext uri="{D42A27DB-BD31-4B8C-83A1-F6EECF244321}">
                <p14:modId xmlns:p14="http://schemas.microsoft.com/office/powerpoint/2010/main" val="1943245261"/>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2AA0494C-2997-494D-FB90-083FAC119F6F}"/>
              </a:ext>
            </a:extLst>
          </p:cNvPr>
          <p:cNvGraphicFramePr>
            <a:graphicFrameLocks noGrp="1"/>
          </p:cNvGraphicFramePr>
          <p:nvPr>
            <p:ph sz="half" idx="2"/>
            <p:extLst>
              <p:ext uri="{D42A27DB-BD31-4B8C-83A1-F6EECF244321}">
                <p14:modId xmlns:p14="http://schemas.microsoft.com/office/powerpoint/2010/main" val="3723922314"/>
              </p:ext>
            </p:extLst>
          </p:nvPr>
        </p:nvGraphicFramePr>
        <p:xfrm>
          <a:off x="6187415" y="2222286"/>
          <a:ext cx="5194583" cy="392913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8" name="Пряма зі стрілкою 7">
            <a:extLst>
              <a:ext uri="{FF2B5EF4-FFF2-40B4-BE49-F238E27FC236}">
                <a16:creationId xmlns:a16="http://schemas.microsoft.com/office/drawing/2014/main" id="{DAC75873-A465-7797-2963-FA69AFE37FD7}"/>
              </a:ext>
            </a:extLst>
          </p:cNvPr>
          <p:cNvCxnSpPr/>
          <p:nvPr/>
        </p:nvCxnSpPr>
        <p:spPr>
          <a:xfrm>
            <a:off x="5237018" y="2576945"/>
            <a:ext cx="858982" cy="3284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Пряма зі стрілкою 9">
            <a:extLst>
              <a:ext uri="{FF2B5EF4-FFF2-40B4-BE49-F238E27FC236}">
                <a16:creationId xmlns:a16="http://schemas.microsoft.com/office/drawing/2014/main" id="{D34DA58E-1508-B4A1-3F41-DA72EB01E02A}"/>
              </a:ext>
            </a:extLst>
          </p:cNvPr>
          <p:cNvCxnSpPr>
            <a:endCxn id="6" idx="1"/>
          </p:cNvCxnSpPr>
          <p:nvPr/>
        </p:nvCxnSpPr>
        <p:spPr>
          <a:xfrm>
            <a:off x="5237018" y="3429000"/>
            <a:ext cx="950397" cy="757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Пряма зі стрілкою 11">
            <a:extLst>
              <a:ext uri="{FF2B5EF4-FFF2-40B4-BE49-F238E27FC236}">
                <a16:creationId xmlns:a16="http://schemas.microsoft.com/office/drawing/2014/main" id="{CE8CA04F-0845-E51D-DA26-BB8B5F2F8D7A}"/>
              </a:ext>
            </a:extLst>
          </p:cNvPr>
          <p:cNvCxnSpPr/>
          <p:nvPr/>
        </p:nvCxnSpPr>
        <p:spPr>
          <a:xfrm>
            <a:off x="5403273" y="4721629"/>
            <a:ext cx="784142" cy="282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 зі стрілкою 13">
            <a:extLst>
              <a:ext uri="{FF2B5EF4-FFF2-40B4-BE49-F238E27FC236}">
                <a16:creationId xmlns:a16="http://schemas.microsoft.com/office/drawing/2014/main" id="{9C102D6F-C651-9A56-4FA1-F4CCFE85AC99}"/>
              </a:ext>
            </a:extLst>
          </p:cNvPr>
          <p:cNvCxnSpPr/>
          <p:nvPr/>
        </p:nvCxnSpPr>
        <p:spPr>
          <a:xfrm flipV="1">
            <a:off x="5370022" y="2576945"/>
            <a:ext cx="817393" cy="3009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818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CEEC49-1176-8E6C-574A-3BBFF06AD3E0}"/>
              </a:ext>
            </a:extLst>
          </p:cNvPr>
          <p:cNvSpPr>
            <a:spLocks noGrp="1"/>
          </p:cNvSpPr>
          <p:nvPr>
            <p:ph type="title"/>
          </p:nvPr>
        </p:nvSpPr>
        <p:spPr/>
        <p:txBody>
          <a:bodyPr/>
          <a:lstStyle/>
          <a:p>
            <a:r>
              <a:rPr lang="ru-RU" sz="3200" dirty="0"/>
              <a:t>У </a:t>
            </a:r>
            <a:r>
              <a:rPr lang="ru-RU" sz="3200" dirty="0" err="1"/>
              <a:t>ході</a:t>
            </a:r>
            <a:r>
              <a:rPr lang="ru-RU" sz="3200" dirty="0"/>
              <a:t> «</a:t>
            </a:r>
            <a:r>
              <a:rPr lang="ru-RU" sz="3200" dirty="0" err="1"/>
              <a:t>Чортківської</a:t>
            </a:r>
            <a:r>
              <a:rPr lang="ru-RU" sz="3200" dirty="0"/>
              <a:t> </a:t>
            </a:r>
            <a:r>
              <a:rPr lang="ru-RU" sz="3200" dirty="0" err="1"/>
              <a:t>офензиви</a:t>
            </a:r>
            <a:r>
              <a:rPr lang="ru-RU" sz="3200" dirty="0"/>
              <a:t>» </a:t>
            </a:r>
            <a:r>
              <a:rPr lang="ru-RU" sz="3200" dirty="0" err="1"/>
              <a:t>Українська</a:t>
            </a:r>
            <a:r>
              <a:rPr lang="ru-RU" sz="3200" dirty="0"/>
              <a:t> </a:t>
            </a:r>
            <a:r>
              <a:rPr lang="ru-RU" sz="3200" dirty="0" err="1"/>
              <a:t>Галицька</a:t>
            </a:r>
            <a:r>
              <a:rPr lang="ru-RU" sz="3200" dirty="0"/>
              <a:t> </a:t>
            </a:r>
            <a:r>
              <a:rPr lang="ru-RU" sz="3200" dirty="0" err="1"/>
              <a:t>армія</a:t>
            </a:r>
            <a:r>
              <a:rPr lang="ru-RU" sz="3200" dirty="0"/>
              <a:t> </a:t>
            </a:r>
            <a:r>
              <a:rPr lang="ru-RU" sz="3200" dirty="0" err="1"/>
              <a:t>примусила</a:t>
            </a:r>
            <a:r>
              <a:rPr lang="ru-RU" sz="3200" dirty="0"/>
              <a:t> </a:t>
            </a:r>
            <a:r>
              <a:rPr lang="ru-RU" sz="3200" dirty="0" err="1"/>
              <a:t>відступити</a:t>
            </a:r>
            <a:endParaRPr lang="uk-UA" sz="3200" dirty="0"/>
          </a:p>
        </p:txBody>
      </p:sp>
      <p:sp>
        <p:nvSpPr>
          <p:cNvPr id="3" name="Місце для вмісту 2">
            <a:extLst>
              <a:ext uri="{FF2B5EF4-FFF2-40B4-BE49-F238E27FC236}">
                <a16:creationId xmlns:a16="http://schemas.microsoft.com/office/drawing/2014/main" id="{0A0672B3-FA0E-ABAC-1298-F334227EDD11}"/>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0D35F8C1-3E43-988D-79F3-7FC7BF53E4FA}"/>
              </a:ext>
            </a:extLst>
          </p:cNvPr>
          <p:cNvGraphicFramePr>
            <a:graphicFrameLocks noGrp="1"/>
          </p:cNvGraphicFramePr>
          <p:nvPr>
            <p:ph sz="half" idx="2"/>
            <p:extLst>
              <p:ext uri="{D42A27DB-BD31-4B8C-83A1-F6EECF244321}">
                <p14:modId xmlns:p14="http://schemas.microsoft.com/office/powerpoint/2010/main" val="32349797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8743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1553E-7AF7-E696-9CBA-D7531FDDA44E}"/>
              </a:ext>
            </a:extLst>
          </p:cNvPr>
          <p:cNvSpPr>
            <a:spLocks noGrp="1"/>
          </p:cNvSpPr>
          <p:nvPr>
            <p:ph type="title"/>
          </p:nvPr>
        </p:nvSpPr>
        <p:spPr/>
        <p:txBody>
          <a:bodyPr/>
          <a:lstStyle/>
          <a:p>
            <a:r>
              <a:rPr lang="uk-UA" dirty="0"/>
              <a:t>Установіть відповідність між назвою інституції та прийнятим нею рішенням.</a:t>
            </a:r>
          </a:p>
        </p:txBody>
      </p:sp>
      <p:graphicFrame>
        <p:nvGraphicFramePr>
          <p:cNvPr id="5" name="Місце для вмісту 4">
            <a:extLst>
              <a:ext uri="{FF2B5EF4-FFF2-40B4-BE49-F238E27FC236}">
                <a16:creationId xmlns:a16="http://schemas.microsoft.com/office/drawing/2014/main" id="{0B24A25F-D303-015D-B54E-5AF468B16EB6}"/>
              </a:ext>
            </a:extLst>
          </p:cNvPr>
          <p:cNvGraphicFramePr>
            <a:graphicFrameLocks noGrp="1"/>
          </p:cNvGraphicFramePr>
          <p:nvPr>
            <p:ph sz="half" idx="1"/>
            <p:extLst>
              <p:ext uri="{D42A27DB-BD31-4B8C-83A1-F6EECF244321}">
                <p14:modId xmlns:p14="http://schemas.microsoft.com/office/powerpoint/2010/main" val="247689767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7D7E5D33-E5F9-1E1E-243C-9934858B6AD0}"/>
              </a:ext>
            </a:extLst>
          </p:cNvPr>
          <p:cNvGraphicFramePr>
            <a:graphicFrameLocks noGrp="1"/>
          </p:cNvGraphicFramePr>
          <p:nvPr>
            <p:ph sz="half" idx="2"/>
            <p:extLst>
              <p:ext uri="{D42A27DB-BD31-4B8C-83A1-F6EECF244321}">
                <p14:modId xmlns:p14="http://schemas.microsoft.com/office/powerpoint/2010/main" val="169383889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681096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08759-9A9D-ABD3-18C0-199A96EF04E2}"/>
              </a:ext>
            </a:extLst>
          </p:cNvPr>
          <p:cNvSpPr>
            <a:spLocks noGrp="1"/>
          </p:cNvSpPr>
          <p:nvPr>
            <p:ph type="title"/>
          </p:nvPr>
        </p:nvSpPr>
        <p:spPr/>
        <p:txBody>
          <a:bodyPr/>
          <a:lstStyle/>
          <a:p>
            <a:r>
              <a:rPr lang="uk-UA" sz="2800" dirty="0"/>
              <a:t>Установіть відповідність між подією періоду боротьби за збереження державної незалежності України (1918-1921 рр.) та її наслідком</a:t>
            </a:r>
          </a:p>
        </p:txBody>
      </p:sp>
      <p:graphicFrame>
        <p:nvGraphicFramePr>
          <p:cNvPr id="5" name="Місце для вмісту 4">
            <a:extLst>
              <a:ext uri="{FF2B5EF4-FFF2-40B4-BE49-F238E27FC236}">
                <a16:creationId xmlns:a16="http://schemas.microsoft.com/office/drawing/2014/main" id="{434B34B6-6B34-10A2-FD2B-232949DC6F8A}"/>
              </a:ext>
            </a:extLst>
          </p:cNvPr>
          <p:cNvGraphicFramePr>
            <a:graphicFrameLocks noGrp="1"/>
          </p:cNvGraphicFramePr>
          <p:nvPr>
            <p:ph sz="half" idx="1"/>
            <p:extLst>
              <p:ext uri="{D42A27DB-BD31-4B8C-83A1-F6EECF244321}">
                <p14:modId xmlns:p14="http://schemas.microsoft.com/office/powerpoint/2010/main" val="216456121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7B515357-C7D0-7DD9-D582-C8BBD25BDA0C}"/>
              </a:ext>
            </a:extLst>
          </p:cNvPr>
          <p:cNvGraphicFramePr>
            <a:graphicFrameLocks noGrp="1"/>
          </p:cNvGraphicFramePr>
          <p:nvPr>
            <p:ph sz="half" idx="2"/>
            <p:extLst>
              <p:ext uri="{D42A27DB-BD31-4B8C-83A1-F6EECF244321}">
                <p14:modId xmlns:p14="http://schemas.microsoft.com/office/powerpoint/2010/main" val="3059678475"/>
              </p:ext>
            </p:extLst>
          </p:nvPr>
        </p:nvGraphicFramePr>
        <p:xfrm>
          <a:off x="6187415" y="1911927"/>
          <a:ext cx="5194583" cy="480475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2381507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DD7C30-D04A-688F-1C08-5185965F445F}"/>
              </a:ext>
            </a:extLst>
          </p:cNvPr>
          <p:cNvSpPr>
            <a:spLocks noGrp="1"/>
          </p:cNvSpPr>
          <p:nvPr>
            <p:ph type="title"/>
          </p:nvPr>
        </p:nvSpPr>
        <p:spPr/>
        <p:txBody>
          <a:bodyPr/>
          <a:lstStyle/>
          <a:p>
            <a:r>
              <a:rPr lang="ru-RU" sz="3200" dirty="0"/>
              <a:t>У </a:t>
            </a:r>
            <a:r>
              <a:rPr lang="ru-RU" sz="3200" dirty="0" err="1"/>
              <a:t>цитованому</a:t>
            </a:r>
            <a:r>
              <a:rPr lang="ru-RU" sz="3200" dirty="0"/>
              <a:t> </a:t>
            </a:r>
            <a:r>
              <a:rPr lang="ru-RU" sz="3200" dirty="0" err="1"/>
              <a:t>документі</a:t>
            </a:r>
            <a:r>
              <a:rPr lang="ru-RU" sz="3200" dirty="0"/>
              <a:t> </a:t>
            </a:r>
            <a:r>
              <a:rPr lang="ru-RU" sz="3200" dirty="0" err="1"/>
              <a:t>відображено</a:t>
            </a:r>
            <a:r>
              <a:rPr lang="ru-RU" sz="3200" dirty="0"/>
              <a:t> </a:t>
            </a:r>
            <a:r>
              <a:rPr lang="ru-RU" sz="3200" dirty="0" err="1"/>
              <a:t>ситуацію</a:t>
            </a:r>
            <a:r>
              <a:rPr lang="ru-RU" sz="3200" dirty="0"/>
              <a:t> </a:t>
            </a:r>
            <a:r>
              <a:rPr lang="ru-RU" sz="3200" dirty="0" err="1"/>
              <a:t>боротьби</a:t>
            </a:r>
            <a:r>
              <a:rPr lang="ru-RU" sz="3200" dirty="0"/>
              <a:t> за </a:t>
            </a:r>
            <a:r>
              <a:rPr lang="ru-RU" sz="3200" dirty="0" err="1"/>
              <a:t>збереження</a:t>
            </a:r>
            <a:r>
              <a:rPr lang="ru-RU" sz="3200" dirty="0"/>
              <a:t> </a:t>
            </a:r>
            <a:r>
              <a:rPr lang="ru-RU" sz="3200" dirty="0" err="1"/>
              <a:t>державності</a:t>
            </a:r>
            <a:r>
              <a:rPr lang="ru-RU" sz="3200" dirty="0"/>
              <a:t> </a:t>
            </a:r>
            <a:r>
              <a:rPr lang="ru-RU" sz="3200" dirty="0" err="1"/>
              <a:t>України</a:t>
            </a:r>
            <a:r>
              <a:rPr lang="ru-RU" sz="3200" dirty="0"/>
              <a:t> в</a:t>
            </a:r>
            <a:endParaRPr lang="uk-UA" sz="3200" dirty="0"/>
          </a:p>
        </p:txBody>
      </p:sp>
      <p:sp>
        <p:nvSpPr>
          <p:cNvPr id="3" name="Місце для вмісту 2">
            <a:extLst>
              <a:ext uri="{FF2B5EF4-FFF2-40B4-BE49-F238E27FC236}">
                <a16:creationId xmlns:a16="http://schemas.microsoft.com/office/drawing/2014/main" id="{106AF1CA-D316-9B10-193F-9A2038551203}"/>
              </a:ext>
            </a:extLst>
          </p:cNvPr>
          <p:cNvSpPr>
            <a:spLocks noGrp="1"/>
          </p:cNvSpPr>
          <p:nvPr>
            <p:ph sz="half" idx="1"/>
          </p:nvPr>
        </p:nvSpPr>
        <p:spPr/>
        <p:txBody>
          <a:bodyPr/>
          <a:lstStyle/>
          <a:p>
            <a:r>
              <a:rPr lang="uk-UA" i="1" dirty="0"/>
              <a:t>«Під сильним напором польських сил, за браком амуніції та інших матеріалів Галицька армія буде змушена перейти річку Збруч та шукати опору |підтримку| на широких ланах Великої України. Із цих причин командування Галицької армії звертається з проханням до головного Отамана - призначити район виключно для Галицької армії, - де армія змогла б відпочити та впорядкуватися...»</a:t>
            </a:r>
          </a:p>
        </p:txBody>
      </p:sp>
      <p:graphicFrame>
        <p:nvGraphicFramePr>
          <p:cNvPr id="5" name="Місце для вмісту 4">
            <a:extLst>
              <a:ext uri="{FF2B5EF4-FFF2-40B4-BE49-F238E27FC236}">
                <a16:creationId xmlns:a16="http://schemas.microsoft.com/office/drawing/2014/main" id="{20542BC4-6CEB-F799-595E-E722D071650C}"/>
              </a:ext>
            </a:extLst>
          </p:cNvPr>
          <p:cNvGraphicFramePr>
            <a:graphicFrameLocks noGrp="1"/>
          </p:cNvGraphicFramePr>
          <p:nvPr>
            <p:ph sz="half" idx="2"/>
            <p:extLst>
              <p:ext uri="{D42A27DB-BD31-4B8C-83A1-F6EECF244321}">
                <p14:modId xmlns:p14="http://schemas.microsoft.com/office/powerpoint/2010/main" val="91151548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4319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26851-08CB-E52C-EEA0-0A054FB83F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F9A5F4-84FB-BA43-E18F-63F11093E0D1}"/>
              </a:ext>
            </a:extLst>
          </p:cNvPr>
          <p:cNvSpPr>
            <a:spLocks noGrp="1"/>
          </p:cNvSpPr>
          <p:nvPr>
            <p:ph type="title"/>
          </p:nvPr>
        </p:nvSpPr>
        <p:spPr/>
        <p:txBody>
          <a:bodyPr/>
          <a:lstStyle/>
          <a:p>
            <a:r>
              <a:rPr lang="ru-RU" sz="3200" dirty="0"/>
              <a:t>До кого з </a:t>
            </a:r>
            <a:r>
              <a:rPr lang="ru-RU" sz="3200" dirty="0" err="1"/>
              <a:t>діячів</a:t>
            </a:r>
            <a:r>
              <a:rPr lang="ru-RU" sz="3200" dirty="0"/>
              <a:t>, </a:t>
            </a:r>
            <a:r>
              <a:rPr lang="ru-RU" sz="3200" dirty="0" err="1"/>
              <a:t>зображених</a:t>
            </a:r>
            <a:r>
              <a:rPr lang="ru-RU" sz="3200" dirty="0"/>
              <a:t> на фото, </a:t>
            </a:r>
            <a:r>
              <a:rPr lang="ru-RU" sz="3200" dirty="0" err="1"/>
              <a:t>зверталося</a:t>
            </a:r>
            <a:r>
              <a:rPr lang="ru-RU" sz="3200" dirty="0"/>
              <a:t> </a:t>
            </a:r>
            <a:r>
              <a:rPr lang="ru-RU" sz="3200" dirty="0" err="1"/>
              <a:t>командування</a:t>
            </a:r>
            <a:r>
              <a:rPr lang="ru-RU" sz="3200" dirty="0"/>
              <a:t> </a:t>
            </a:r>
            <a:r>
              <a:rPr lang="ru-RU" sz="3200" dirty="0" err="1"/>
              <a:t>Галицької</a:t>
            </a:r>
            <a:r>
              <a:rPr lang="ru-RU" sz="3200" dirty="0"/>
              <a:t> </a:t>
            </a:r>
            <a:r>
              <a:rPr lang="ru-RU" sz="3200" dirty="0" err="1"/>
              <a:t>армії</a:t>
            </a:r>
            <a:r>
              <a:rPr lang="ru-RU" sz="3200" dirty="0"/>
              <a:t>?</a:t>
            </a:r>
            <a:endParaRPr lang="uk-UA" sz="3200" dirty="0"/>
          </a:p>
        </p:txBody>
      </p:sp>
      <p:sp>
        <p:nvSpPr>
          <p:cNvPr id="3" name="Місце для вмісту 2">
            <a:extLst>
              <a:ext uri="{FF2B5EF4-FFF2-40B4-BE49-F238E27FC236}">
                <a16:creationId xmlns:a16="http://schemas.microsoft.com/office/drawing/2014/main" id="{CBE6F74A-C891-226A-7267-28C8E099C02F}"/>
              </a:ext>
            </a:extLst>
          </p:cNvPr>
          <p:cNvSpPr>
            <a:spLocks noGrp="1"/>
          </p:cNvSpPr>
          <p:nvPr>
            <p:ph sz="half" idx="1"/>
          </p:nvPr>
        </p:nvSpPr>
        <p:spPr/>
        <p:txBody>
          <a:bodyPr/>
          <a:lstStyle/>
          <a:p>
            <a:r>
              <a:rPr lang="uk-UA" i="1" dirty="0"/>
              <a:t>«Під сильним напором польських сил, за браком амуніції та інших матеріалів Галицька армія буде змушена перейти річку Збруч та шукати опору |підтримку| на широких ланах Великої України. Із цих причин командування Галицької армії звертається з проханням до головного Отамана - призначити район виключно для Галицької армії, - де армія змогла б відпочити та впорядкуватися...»</a:t>
            </a:r>
          </a:p>
        </p:txBody>
      </p:sp>
      <p:pic>
        <p:nvPicPr>
          <p:cNvPr id="3074" name="Picture 2">
            <a:extLst>
              <a:ext uri="{FF2B5EF4-FFF2-40B4-BE49-F238E27FC236}">
                <a16:creationId xmlns:a16="http://schemas.microsoft.com/office/drawing/2014/main" id="{AC11AAC2-4721-500E-6FBC-28881785341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586671" y="2151359"/>
            <a:ext cx="1521831" cy="219322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DA8BB61B-A12A-409F-83D1-898354A9C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4494" y="3166935"/>
            <a:ext cx="1615292" cy="235530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F5409E21-4BD1-DD28-3B62-CAA51633A4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6671" y="4468068"/>
            <a:ext cx="1543678" cy="233938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FDA34634-7548-88C9-B016-6277EE3AA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6806" y="3282460"/>
            <a:ext cx="1607335" cy="2355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728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CF14E8-636A-56A4-6A93-8909B602B995}"/>
              </a:ext>
            </a:extLst>
          </p:cNvPr>
          <p:cNvSpPr>
            <a:spLocks noGrp="1"/>
          </p:cNvSpPr>
          <p:nvPr>
            <p:ph type="title"/>
          </p:nvPr>
        </p:nvSpPr>
        <p:spPr/>
        <p:txBody>
          <a:bodyPr/>
          <a:lstStyle/>
          <a:p>
            <a:r>
              <a:rPr lang="ru-RU" sz="2400" dirty="0" err="1"/>
              <a:t>Укажіть</a:t>
            </a:r>
            <a:r>
              <a:rPr lang="ru-RU" sz="2400" dirty="0"/>
              <a:t> портрет </a:t>
            </a:r>
            <a:r>
              <a:rPr lang="ru-RU" sz="2400" dirty="0" err="1"/>
              <a:t>історичного</a:t>
            </a:r>
            <a:r>
              <a:rPr lang="ru-RU" sz="2400" dirty="0"/>
              <a:t> </a:t>
            </a:r>
            <a:r>
              <a:rPr lang="ru-RU" sz="2400" dirty="0" err="1"/>
              <a:t>діяча</a:t>
            </a:r>
            <a:r>
              <a:rPr lang="ru-RU" sz="2400" dirty="0"/>
              <a:t>, </a:t>
            </a:r>
            <a:r>
              <a:rPr lang="ru-RU" sz="2400" dirty="0" err="1"/>
              <a:t>який</a:t>
            </a:r>
            <a:r>
              <a:rPr lang="ru-RU" sz="2400" dirty="0"/>
              <a:t> у 1920 р. </a:t>
            </a:r>
            <a:r>
              <a:rPr lang="ru-RU" sz="2400" dirty="0" err="1"/>
              <a:t>був</a:t>
            </a:r>
            <a:r>
              <a:rPr lang="ru-RU" sz="2400" dirty="0"/>
              <a:t> </a:t>
            </a:r>
            <a:r>
              <a:rPr lang="ru-RU" sz="2400" dirty="0" err="1"/>
              <a:t>ініціатором</a:t>
            </a:r>
            <a:r>
              <a:rPr lang="ru-RU" sz="2400" dirty="0"/>
              <a:t> </a:t>
            </a:r>
            <a:r>
              <a:rPr lang="ru-RU" sz="2400" dirty="0" err="1"/>
              <a:t>воєнно-політичного</a:t>
            </a:r>
            <a:r>
              <a:rPr lang="ru-RU" sz="2400" dirty="0"/>
              <a:t> союзу </a:t>
            </a:r>
            <a:r>
              <a:rPr lang="ru-RU" sz="2400" dirty="0" err="1"/>
              <a:t>Української</a:t>
            </a:r>
            <a:r>
              <a:rPr lang="ru-RU" sz="2400" dirty="0"/>
              <a:t> </a:t>
            </a:r>
            <a:r>
              <a:rPr lang="ru-RU" sz="2400" dirty="0" err="1"/>
              <a:t>Народної</a:t>
            </a:r>
            <a:r>
              <a:rPr lang="ru-RU" sz="2400" dirty="0"/>
              <a:t> </a:t>
            </a:r>
            <a:r>
              <a:rPr lang="ru-RU" sz="2400" dirty="0" err="1"/>
              <a:t>Республіки</a:t>
            </a:r>
            <a:r>
              <a:rPr lang="ru-RU" sz="2400" dirty="0"/>
              <a:t> з </a:t>
            </a:r>
            <a:r>
              <a:rPr lang="ru-RU" sz="2400" dirty="0" err="1"/>
              <a:t>Польською</a:t>
            </a:r>
            <a:r>
              <a:rPr lang="ru-RU" sz="2400" dirty="0"/>
              <a:t> </a:t>
            </a:r>
            <a:r>
              <a:rPr lang="ru-RU" sz="2400" dirty="0" err="1"/>
              <a:t>Республікою</a:t>
            </a:r>
            <a:r>
              <a:rPr lang="ru-RU" sz="2400" dirty="0"/>
              <a:t>.</a:t>
            </a:r>
            <a:endParaRPr lang="uk-UA" sz="2400" dirty="0"/>
          </a:p>
        </p:txBody>
      </p:sp>
      <p:pic>
        <p:nvPicPr>
          <p:cNvPr id="4098" name="Picture 2">
            <a:extLst>
              <a:ext uri="{FF2B5EF4-FFF2-40B4-BE49-F238E27FC236}">
                <a16:creationId xmlns:a16="http://schemas.microsoft.com/office/drawing/2014/main" id="{18206195-6FD8-490E-2437-A9CD93F8F2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5090"/>
          <a:stretch/>
        </p:blipFill>
        <p:spPr bwMode="auto">
          <a:xfrm>
            <a:off x="314932" y="2438813"/>
            <a:ext cx="2661024" cy="39719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2A8A334-485F-2262-9392-A29D9A27F7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63" r="50427"/>
          <a:stretch/>
        </p:blipFill>
        <p:spPr bwMode="auto">
          <a:xfrm>
            <a:off x="3305135" y="2438810"/>
            <a:ext cx="2661024" cy="39719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FB1B076-CF3C-D2C6-FECF-1C04B80C0B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58" r="25032"/>
          <a:stretch/>
        </p:blipFill>
        <p:spPr bwMode="auto">
          <a:xfrm>
            <a:off x="6249268" y="2438810"/>
            <a:ext cx="2661024" cy="39719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A4E6266D-6E2F-88AA-EC53-576CF79839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016" r="74"/>
          <a:stretch/>
        </p:blipFill>
        <p:spPr bwMode="auto">
          <a:xfrm>
            <a:off x="9342555" y="2438811"/>
            <a:ext cx="2661024" cy="397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6406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B859DE-6D5D-121A-106E-5409C7E106AE}"/>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основних</a:t>
            </a:r>
            <a:r>
              <a:rPr lang="ru-RU" dirty="0"/>
              <a:t> </a:t>
            </a:r>
            <a:r>
              <a:rPr lang="ru-RU" dirty="0" err="1"/>
              <a:t>подій</a:t>
            </a:r>
            <a:r>
              <a:rPr lang="ru-RU" dirty="0"/>
              <a:t> </a:t>
            </a:r>
            <a:r>
              <a:rPr lang="ru-RU" dirty="0" err="1"/>
              <a:t>махновського</a:t>
            </a:r>
            <a:r>
              <a:rPr lang="ru-RU" dirty="0"/>
              <a:t> руху.</a:t>
            </a:r>
            <a:endParaRPr lang="uk-UA" dirty="0"/>
          </a:p>
        </p:txBody>
      </p:sp>
      <p:sp>
        <p:nvSpPr>
          <p:cNvPr id="3" name="Місце для вмісту 2">
            <a:extLst>
              <a:ext uri="{FF2B5EF4-FFF2-40B4-BE49-F238E27FC236}">
                <a16:creationId xmlns:a16="http://schemas.microsoft.com/office/drawing/2014/main" id="{9E297862-D5F9-69FB-917C-54160A2840EF}"/>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949CAA7E-FDCB-5CA7-9873-AE85426F1C18}"/>
              </a:ext>
            </a:extLst>
          </p:cNvPr>
          <p:cNvGraphicFramePr>
            <a:graphicFrameLocks noGrp="1"/>
          </p:cNvGraphicFramePr>
          <p:nvPr>
            <p:ph sz="half" idx="2"/>
            <p:extLst>
              <p:ext uri="{D42A27DB-BD31-4B8C-83A1-F6EECF244321}">
                <p14:modId xmlns:p14="http://schemas.microsoft.com/office/powerpoint/2010/main" val="152892364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68244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8C4E90-6344-5D4F-AD30-F176C2DC3F86}"/>
              </a:ext>
            </a:extLst>
          </p:cNvPr>
          <p:cNvSpPr>
            <a:spLocks noGrp="1"/>
          </p:cNvSpPr>
          <p:nvPr>
            <p:ph type="title"/>
          </p:nvPr>
        </p:nvSpPr>
        <p:spPr/>
        <p:txBody>
          <a:bodyPr/>
          <a:lstStyle/>
          <a:p>
            <a:r>
              <a:rPr lang="ru-RU" sz="3200" dirty="0"/>
              <a:t>«Командармом </a:t>
            </a:r>
            <a:r>
              <a:rPr lang="ru-RU" sz="3200" dirty="0" err="1"/>
              <a:t>Повстанської</a:t>
            </a:r>
            <a:r>
              <a:rPr lang="ru-RU" sz="3200" dirty="0"/>
              <a:t> </a:t>
            </a:r>
            <a:r>
              <a:rPr lang="ru-RU" sz="3200" dirty="0" err="1"/>
              <a:t>армії</a:t>
            </a:r>
            <a:r>
              <a:rPr lang="ru-RU" sz="3200" dirty="0"/>
              <a:t>» на момент </a:t>
            </a:r>
            <a:r>
              <a:rPr lang="ru-RU" sz="3200" dirty="0" err="1"/>
              <a:t>оприлюднення</a:t>
            </a:r>
            <a:r>
              <a:rPr lang="ru-RU" sz="3200" dirty="0"/>
              <a:t> </a:t>
            </a:r>
            <a:r>
              <a:rPr lang="ru-RU" sz="3200" dirty="0" err="1"/>
              <a:t>цитованого</a:t>
            </a:r>
            <a:r>
              <a:rPr lang="ru-RU" sz="3200" dirty="0"/>
              <a:t> наказу </a:t>
            </a:r>
            <a:r>
              <a:rPr lang="ru-RU" sz="3200" dirty="0" err="1"/>
              <a:t>був</a:t>
            </a:r>
            <a:endParaRPr lang="uk-UA" sz="3200" dirty="0"/>
          </a:p>
        </p:txBody>
      </p:sp>
      <p:sp>
        <p:nvSpPr>
          <p:cNvPr id="3" name="Місце для вмісту 2">
            <a:extLst>
              <a:ext uri="{FF2B5EF4-FFF2-40B4-BE49-F238E27FC236}">
                <a16:creationId xmlns:a16="http://schemas.microsoft.com/office/drawing/2014/main" id="{5A14220D-F71E-5F3F-A0CE-0822BF2AB0AE}"/>
              </a:ext>
            </a:extLst>
          </p:cNvPr>
          <p:cNvSpPr>
            <a:spLocks noGrp="1"/>
          </p:cNvSpPr>
          <p:nvPr>
            <p:ph sz="half" idx="1"/>
          </p:nvPr>
        </p:nvSpPr>
        <p:spPr/>
        <p:txBody>
          <a:bodyPr>
            <a:normAutofit fontScale="85000" lnSpcReduction="20000"/>
          </a:bodyPr>
          <a:lstStyle/>
          <a:p>
            <a:r>
              <a:rPr lang="uk-UA" i="1" dirty="0"/>
              <a:t>«НАКАЗ АРМІЯМ ПІВДЕННОГО ФРОНТУ,</a:t>
            </a:r>
          </a:p>
          <a:p>
            <a:r>
              <a:rPr lang="uk-UA" i="1" dirty="0"/>
              <a:t>копія – командарму Повстанської армії.</a:t>
            </a:r>
          </a:p>
          <a:p>
            <a:r>
              <a:rPr lang="uk-UA" i="1" dirty="0"/>
              <a:t>У зв’язку із закінченням бойових дій проти Врангеля, унаслідок його розгрому, Революційна військова Рада Південного фронту вважає завдання, поставлене перед партизанською Повстанською армією, виконаним і пропонує Реввійськраді Повстанської армії негайно розпочати роботу з перетворення партизанських повстанських частин у нормальні військові з’єднання Червоної Армії…</a:t>
            </a:r>
          </a:p>
          <a:p>
            <a:r>
              <a:rPr lang="uk-UA" i="1" dirty="0"/>
              <a:t>[…]</a:t>
            </a:r>
          </a:p>
          <a:p>
            <a:r>
              <a:rPr lang="uk-UA" i="1" dirty="0"/>
              <a:t>У разі негативної відповіді… червоні полки фронту… говоритимуть з [повстанцями] іншою мовою...»</a:t>
            </a:r>
          </a:p>
        </p:txBody>
      </p:sp>
      <p:graphicFrame>
        <p:nvGraphicFramePr>
          <p:cNvPr id="5" name="Місце для вмісту 4">
            <a:extLst>
              <a:ext uri="{FF2B5EF4-FFF2-40B4-BE49-F238E27FC236}">
                <a16:creationId xmlns:a16="http://schemas.microsoft.com/office/drawing/2014/main" id="{47997D15-7D59-B298-D0B1-437B20FBECDC}"/>
              </a:ext>
            </a:extLst>
          </p:cNvPr>
          <p:cNvGraphicFramePr>
            <a:graphicFrameLocks noGrp="1"/>
          </p:cNvGraphicFramePr>
          <p:nvPr>
            <p:ph sz="half" idx="2"/>
            <p:extLst>
              <p:ext uri="{D42A27DB-BD31-4B8C-83A1-F6EECF244321}">
                <p14:modId xmlns:p14="http://schemas.microsoft.com/office/powerpoint/2010/main" val="371596868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9159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C2C5E-632A-5DA3-A780-B54AAF1E54E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115F6A-94EA-2A14-9B02-3E2A1CF07586}"/>
              </a:ext>
            </a:extLst>
          </p:cNvPr>
          <p:cNvSpPr>
            <a:spLocks noGrp="1"/>
          </p:cNvSpPr>
          <p:nvPr>
            <p:ph type="title"/>
          </p:nvPr>
        </p:nvSpPr>
        <p:spPr/>
        <p:txBody>
          <a:bodyPr/>
          <a:lstStyle/>
          <a:p>
            <a:r>
              <a:rPr lang="ru-RU" sz="3200" dirty="0"/>
              <a:t>Результатом </a:t>
            </a:r>
            <a:r>
              <a:rPr lang="ru-RU" sz="3200" dirty="0" err="1"/>
              <a:t>виконання</a:t>
            </a:r>
            <a:r>
              <a:rPr lang="ru-RU" sz="3200" dirty="0"/>
              <a:t> </a:t>
            </a:r>
            <a:r>
              <a:rPr lang="ru-RU" sz="3200" dirty="0" err="1"/>
              <a:t>завдання</a:t>
            </a:r>
            <a:r>
              <a:rPr lang="ru-RU" sz="3200" dirty="0"/>
              <a:t> </a:t>
            </a:r>
            <a:r>
              <a:rPr lang="ru-RU" sz="3200" dirty="0" err="1"/>
              <a:t>Повстанською</a:t>
            </a:r>
            <a:r>
              <a:rPr lang="ru-RU" sz="3200" dirty="0"/>
              <a:t> </a:t>
            </a:r>
            <a:r>
              <a:rPr lang="ru-RU" sz="3200" dirty="0" err="1"/>
              <a:t>армією</a:t>
            </a:r>
            <a:r>
              <a:rPr lang="ru-RU" sz="3200" dirty="0"/>
              <a:t> стало </a:t>
            </a:r>
            <a:r>
              <a:rPr lang="ru-RU" sz="3200" dirty="0" err="1"/>
              <a:t>захоплення</a:t>
            </a:r>
            <a:endParaRPr lang="uk-UA" sz="3200" dirty="0"/>
          </a:p>
        </p:txBody>
      </p:sp>
      <p:sp>
        <p:nvSpPr>
          <p:cNvPr id="3" name="Місце для вмісту 2">
            <a:extLst>
              <a:ext uri="{FF2B5EF4-FFF2-40B4-BE49-F238E27FC236}">
                <a16:creationId xmlns:a16="http://schemas.microsoft.com/office/drawing/2014/main" id="{32751D50-E3F2-3444-53E5-C35DB5B86E67}"/>
              </a:ext>
            </a:extLst>
          </p:cNvPr>
          <p:cNvSpPr>
            <a:spLocks noGrp="1"/>
          </p:cNvSpPr>
          <p:nvPr>
            <p:ph sz="half" idx="1"/>
          </p:nvPr>
        </p:nvSpPr>
        <p:spPr/>
        <p:txBody>
          <a:bodyPr>
            <a:normAutofit fontScale="85000" lnSpcReduction="20000"/>
          </a:bodyPr>
          <a:lstStyle/>
          <a:p>
            <a:r>
              <a:rPr lang="uk-UA" i="1" dirty="0"/>
              <a:t>«НАКАЗ АРМІЯМ ПІВДЕННОГО ФРОНТУ,</a:t>
            </a:r>
          </a:p>
          <a:p>
            <a:r>
              <a:rPr lang="uk-UA" i="1" dirty="0"/>
              <a:t>копія – командарму Повстанської армії.</a:t>
            </a:r>
          </a:p>
          <a:p>
            <a:r>
              <a:rPr lang="uk-UA" i="1" dirty="0"/>
              <a:t>У зв’язку із закінченням бойових дій проти Врангеля, унаслідок його розгрому, Революційна військова Рада Південного фронту вважає завдання, поставлене перед партизанською Повстанською армією, виконаним і пропонує Реввійськраді Повстанської армії негайно розпочати роботу з перетворення партизанських повстанських частин у нормальні військові з’єднання Червоної Армії…</a:t>
            </a:r>
          </a:p>
          <a:p>
            <a:r>
              <a:rPr lang="uk-UA" i="1" dirty="0"/>
              <a:t>[…]</a:t>
            </a:r>
          </a:p>
          <a:p>
            <a:r>
              <a:rPr lang="uk-UA" i="1" dirty="0"/>
              <a:t>У разі негативної відповіді… червоні полки фронту… говоритимуть з [повстанцями] іншою мовою...»</a:t>
            </a:r>
          </a:p>
        </p:txBody>
      </p:sp>
      <p:graphicFrame>
        <p:nvGraphicFramePr>
          <p:cNvPr id="7" name="Місце для вмісту 6">
            <a:extLst>
              <a:ext uri="{FF2B5EF4-FFF2-40B4-BE49-F238E27FC236}">
                <a16:creationId xmlns:a16="http://schemas.microsoft.com/office/drawing/2014/main" id="{DCFBE1D9-FAC9-6D06-1A6D-276E9D4C61AF}"/>
              </a:ext>
            </a:extLst>
          </p:cNvPr>
          <p:cNvGraphicFramePr>
            <a:graphicFrameLocks noGrp="1"/>
          </p:cNvGraphicFramePr>
          <p:nvPr>
            <p:ph sz="half" idx="2"/>
            <p:extLst>
              <p:ext uri="{D42A27DB-BD31-4B8C-83A1-F6EECF244321}">
                <p14:modId xmlns:p14="http://schemas.microsoft.com/office/powerpoint/2010/main" val="131151529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1011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D6A72-EC87-8A49-D941-05C3297734E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20839F-00BA-2270-BCFF-ECA42BBDAAF8}"/>
              </a:ext>
            </a:extLst>
          </p:cNvPr>
          <p:cNvSpPr>
            <a:spLocks noGrp="1"/>
          </p:cNvSpPr>
          <p:nvPr>
            <p:ph type="title"/>
          </p:nvPr>
        </p:nvSpPr>
        <p:spPr/>
        <p:txBody>
          <a:bodyPr/>
          <a:lstStyle/>
          <a:p>
            <a:r>
              <a:rPr lang="ru-RU" sz="2800" dirty="0" err="1"/>
              <a:t>Що</a:t>
            </a:r>
            <a:r>
              <a:rPr lang="ru-RU" sz="2800" dirty="0"/>
              <a:t> стало </a:t>
            </a:r>
            <a:r>
              <a:rPr lang="ru-RU" sz="2800" dirty="0" err="1"/>
              <a:t>наслідком</a:t>
            </a:r>
            <a:r>
              <a:rPr lang="ru-RU" sz="2800" dirty="0"/>
              <a:t> </a:t>
            </a:r>
            <a:r>
              <a:rPr lang="ru-RU" sz="2800" dirty="0" err="1"/>
              <a:t>виконання</a:t>
            </a:r>
            <a:r>
              <a:rPr lang="ru-RU" sz="2800" dirty="0"/>
              <a:t> наказу </a:t>
            </a:r>
            <a:r>
              <a:rPr lang="ru-RU" sz="2800" dirty="0" err="1"/>
              <a:t>Революційної</a:t>
            </a:r>
            <a:r>
              <a:rPr lang="ru-RU" sz="2800" dirty="0"/>
              <a:t> </a:t>
            </a:r>
            <a:r>
              <a:rPr lang="ru-RU" sz="2800" dirty="0" err="1"/>
              <a:t>військової</a:t>
            </a:r>
            <a:r>
              <a:rPr lang="ru-RU" sz="2800" dirty="0"/>
              <a:t> Ради </a:t>
            </a:r>
            <a:r>
              <a:rPr lang="ru-RU" sz="2800" dirty="0" err="1"/>
              <a:t>Південного</a:t>
            </a:r>
            <a:r>
              <a:rPr lang="ru-RU" sz="2800" dirty="0"/>
              <a:t> фронту?</a:t>
            </a:r>
            <a:endParaRPr lang="uk-UA" sz="2800" dirty="0"/>
          </a:p>
        </p:txBody>
      </p:sp>
      <p:sp>
        <p:nvSpPr>
          <p:cNvPr id="3" name="Місце для вмісту 2">
            <a:extLst>
              <a:ext uri="{FF2B5EF4-FFF2-40B4-BE49-F238E27FC236}">
                <a16:creationId xmlns:a16="http://schemas.microsoft.com/office/drawing/2014/main" id="{5573C52D-FDCA-EA2A-6FFD-7D59EEAB68BD}"/>
              </a:ext>
            </a:extLst>
          </p:cNvPr>
          <p:cNvSpPr>
            <a:spLocks noGrp="1"/>
          </p:cNvSpPr>
          <p:nvPr>
            <p:ph sz="half" idx="1"/>
          </p:nvPr>
        </p:nvSpPr>
        <p:spPr/>
        <p:txBody>
          <a:bodyPr>
            <a:normAutofit fontScale="85000" lnSpcReduction="20000"/>
          </a:bodyPr>
          <a:lstStyle/>
          <a:p>
            <a:r>
              <a:rPr lang="uk-UA" i="1" dirty="0"/>
              <a:t>«НАКАЗ АРМІЯМ ПІВДЕННОГО ФРОНТУ,</a:t>
            </a:r>
          </a:p>
          <a:p>
            <a:r>
              <a:rPr lang="uk-UA" i="1" dirty="0"/>
              <a:t>копія – командарму Повстанської армії.</a:t>
            </a:r>
          </a:p>
          <a:p>
            <a:r>
              <a:rPr lang="uk-UA" i="1" dirty="0"/>
              <a:t>У зв’язку із закінченням бойових дій проти Врангеля, унаслідок його розгрому, Революційна військова Рада Південного фронту вважає завдання, поставлене перед партизанською Повстанською армією, виконаним і пропонує Реввійськраді Повстанської армії негайно розпочати роботу з перетворення партизанських повстанських частин у нормальні військові з’єднання Червоної Армії…</a:t>
            </a:r>
          </a:p>
          <a:p>
            <a:r>
              <a:rPr lang="uk-UA" i="1" dirty="0"/>
              <a:t>[…]</a:t>
            </a:r>
          </a:p>
          <a:p>
            <a:r>
              <a:rPr lang="uk-UA" i="1" dirty="0"/>
              <a:t>У разі негативної відповіді… червоні полки фронту… говоритимуть з [повстанцями] іншою мовою...»</a:t>
            </a:r>
          </a:p>
        </p:txBody>
      </p:sp>
      <p:graphicFrame>
        <p:nvGraphicFramePr>
          <p:cNvPr id="6" name="Місце для вмісту 5">
            <a:extLst>
              <a:ext uri="{FF2B5EF4-FFF2-40B4-BE49-F238E27FC236}">
                <a16:creationId xmlns:a16="http://schemas.microsoft.com/office/drawing/2014/main" id="{94EAA8AD-7B9C-5BF7-D371-B131F267A8CA}"/>
              </a:ext>
            </a:extLst>
          </p:cNvPr>
          <p:cNvGraphicFramePr>
            <a:graphicFrameLocks noGrp="1"/>
          </p:cNvGraphicFramePr>
          <p:nvPr>
            <p:ph sz="half" idx="2"/>
            <p:extLst>
              <p:ext uri="{D42A27DB-BD31-4B8C-83A1-F6EECF244321}">
                <p14:modId xmlns:p14="http://schemas.microsoft.com/office/powerpoint/2010/main" val="3938681217"/>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43433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8CE7C8-26C7-F23F-E08A-3157D3D13886}"/>
              </a:ext>
            </a:extLst>
          </p:cNvPr>
          <p:cNvSpPr>
            <a:spLocks noGrp="1"/>
          </p:cNvSpPr>
          <p:nvPr>
            <p:ph type="title"/>
          </p:nvPr>
        </p:nvSpPr>
        <p:spPr/>
        <p:txBody>
          <a:bodyPr/>
          <a:lstStyle/>
          <a:p>
            <a:r>
              <a:rPr lang="uk-UA" sz="3200" dirty="0"/>
              <a:t>Установіть відповідність між прізвищем (1–4) діяча та подією (А – Д), до якої він причетний.</a:t>
            </a:r>
          </a:p>
        </p:txBody>
      </p:sp>
      <p:graphicFrame>
        <p:nvGraphicFramePr>
          <p:cNvPr id="5" name="Місце для вмісту 4">
            <a:extLst>
              <a:ext uri="{FF2B5EF4-FFF2-40B4-BE49-F238E27FC236}">
                <a16:creationId xmlns:a16="http://schemas.microsoft.com/office/drawing/2014/main" id="{15DCDD52-4873-E2F6-7296-E125614D4FC3}"/>
              </a:ext>
            </a:extLst>
          </p:cNvPr>
          <p:cNvGraphicFramePr>
            <a:graphicFrameLocks noGrp="1"/>
          </p:cNvGraphicFramePr>
          <p:nvPr>
            <p:ph sz="half" idx="1"/>
            <p:extLst>
              <p:ext uri="{D42A27DB-BD31-4B8C-83A1-F6EECF244321}">
                <p14:modId xmlns:p14="http://schemas.microsoft.com/office/powerpoint/2010/main" val="121063080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497C55A7-B421-121D-E40E-E426B2196ED3}"/>
              </a:ext>
            </a:extLst>
          </p:cNvPr>
          <p:cNvGraphicFramePr>
            <a:graphicFrameLocks noGrp="1"/>
          </p:cNvGraphicFramePr>
          <p:nvPr>
            <p:ph sz="half" idx="2"/>
            <p:extLst>
              <p:ext uri="{D42A27DB-BD31-4B8C-83A1-F6EECF244321}">
                <p14:modId xmlns:p14="http://schemas.microsoft.com/office/powerpoint/2010/main" val="184950617"/>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462872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449C1F-9939-F1F0-4160-72D0AEACAC5A}"/>
              </a:ext>
            </a:extLst>
          </p:cNvPr>
          <p:cNvSpPr>
            <a:spLocks noGrp="1"/>
          </p:cNvSpPr>
          <p:nvPr>
            <p:ph type="title"/>
          </p:nvPr>
        </p:nvSpPr>
        <p:spPr/>
        <p:txBody>
          <a:bodyPr/>
          <a:lstStyle/>
          <a:p>
            <a:r>
              <a:rPr lang="uk-UA" sz="3200" dirty="0" err="1"/>
              <a:t>Увідповідніть</a:t>
            </a:r>
            <a:r>
              <a:rPr lang="uk-UA" sz="3200" dirty="0"/>
              <a:t> подію періоду боротьби за відновлення державності України (1918–1921 рр.) з її наслідком.</a:t>
            </a:r>
          </a:p>
        </p:txBody>
      </p:sp>
      <p:graphicFrame>
        <p:nvGraphicFramePr>
          <p:cNvPr id="6" name="Місце для вмісту 5">
            <a:extLst>
              <a:ext uri="{FF2B5EF4-FFF2-40B4-BE49-F238E27FC236}">
                <a16:creationId xmlns:a16="http://schemas.microsoft.com/office/drawing/2014/main" id="{D947A46A-5785-9A70-701E-D1CEE2EC7001}"/>
              </a:ext>
            </a:extLst>
          </p:cNvPr>
          <p:cNvGraphicFramePr>
            <a:graphicFrameLocks noGrp="1"/>
          </p:cNvGraphicFramePr>
          <p:nvPr>
            <p:ph sz="half" idx="1"/>
            <p:extLst>
              <p:ext uri="{D42A27DB-BD31-4B8C-83A1-F6EECF244321}">
                <p14:modId xmlns:p14="http://schemas.microsoft.com/office/powerpoint/2010/main" val="4045872568"/>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ADFEE3BC-C564-5C97-00F9-53FA3C9B8575}"/>
              </a:ext>
            </a:extLst>
          </p:cNvPr>
          <p:cNvGraphicFramePr>
            <a:graphicFrameLocks noGrp="1"/>
          </p:cNvGraphicFramePr>
          <p:nvPr>
            <p:ph sz="half" idx="2"/>
            <p:extLst>
              <p:ext uri="{D42A27DB-BD31-4B8C-83A1-F6EECF244321}">
                <p14:modId xmlns:p14="http://schemas.microsoft.com/office/powerpoint/2010/main" val="2606535647"/>
              </p:ext>
            </p:extLst>
          </p:nvPr>
        </p:nvGraphicFramePr>
        <p:xfrm>
          <a:off x="6719429" y="2222286"/>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8" name="Пряма зі стрілкою 7">
            <a:extLst>
              <a:ext uri="{FF2B5EF4-FFF2-40B4-BE49-F238E27FC236}">
                <a16:creationId xmlns:a16="http://schemas.microsoft.com/office/drawing/2014/main" id="{2A490EDC-20C7-E5DB-7FDB-CA0D077E5724}"/>
              </a:ext>
            </a:extLst>
          </p:cNvPr>
          <p:cNvCxnSpPr>
            <a:cxnSpLocks/>
          </p:cNvCxnSpPr>
          <p:nvPr/>
        </p:nvCxnSpPr>
        <p:spPr>
          <a:xfrm>
            <a:off x="5769033" y="2626822"/>
            <a:ext cx="950396" cy="2244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Пряма зі стрілкою 10">
            <a:extLst>
              <a:ext uri="{FF2B5EF4-FFF2-40B4-BE49-F238E27FC236}">
                <a16:creationId xmlns:a16="http://schemas.microsoft.com/office/drawing/2014/main" id="{968AA2CC-597B-4563-8E8D-913A8207FEC1}"/>
              </a:ext>
            </a:extLst>
          </p:cNvPr>
          <p:cNvCxnSpPr/>
          <p:nvPr/>
        </p:nvCxnSpPr>
        <p:spPr>
          <a:xfrm flipV="1">
            <a:off x="5472572" y="3291840"/>
            <a:ext cx="1246857" cy="315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 зі стрілкою 12">
            <a:extLst>
              <a:ext uri="{FF2B5EF4-FFF2-40B4-BE49-F238E27FC236}">
                <a16:creationId xmlns:a16="http://schemas.microsoft.com/office/drawing/2014/main" id="{C529E294-9DE5-E8CB-1072-8396903CCF3A}"/>
              </a:ext>
            </a:extLst>
          </p:cNvPr>
          <p:cNvCxnSpPr/>
          <p:nvPr/>
        </p:nvCxnSpPr>
        <p:spPr>
          <a:xfrm>
            <a:off x="6004585" y="4405745"/>
            <a:ext cx="714844" cy="1097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Пряма зі стрілкою 14">
            <a:extLst>
              <a:ext uri="{FF2B5EF4-FFF2-40B4-BE49-F238E27FC236}">
                <a16:creationId xmlns:a16="http://schemas.microsoft.com/office/drawing/2014/main" id="{DC28DDA1-B94F-2D46-C345-58E1AA3D5128}"/>
              </a:ext>
            </a:extLst>
          </p:cNvPr>
          <p:cNvCxnSpPr/>
          <p:nvPr/>
        </p:nvCxnSpPr>
        <p:spPr>
          <a:xfrm flipV="1">
            <a:off x="5472572" y="2626822"/>
            <a:ext cx="1246857" cy="2648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050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E88600-C42E-9763-F31B-CF67DEE45F01}"/>
              </a:ext>
            </a:extLst>
          </p:cNvPr>
          <p:cNvSpPr>
            <a:spLocks noGrp="1"/>
          </p:cNvSpPr>
          <p:nvPr>
            <p:ph type="title"/>
          </p:nvPr>
        </p:nvSpPr>
        <p:spPr/>
        <p:txBody>
          <a:bodyPr/>
          <a:lstStyle/>
          <a:p>
            <a:r>
              <a:rPr lang="ru-RU" sz="3200" dirty="0" err="1"/>
              <a:t>Установіть</a:t>
            </a:r>
            <a:r>
              <a:rPr lang="ru-RU" sz="3200" dirty="0"/>
              <a:t> </a:t>
            </a:r>
            <a:r>
              <a:rPr lang="ru-RU" sz="3200" dirty="0" err="1"/>
              <a:t>хронологічну</a:t>
            </a:r>
            <a:r>
              <a:rPr lang="ru-RU" sz="3200" dirty="0"/>
              <a:t> </a:t>
            </a:r>
            <a:r>
              <a:rPr lang="ru-RU" sz="3200" dirty="0" err="1"/>
              <a:t>послідовність</a:t>
            </a:r>
            <a:r>
              <a:rPr lang="ru-RU" sz="3200" dirty="0"/>
              <a:t> </a:t>
            </a:r>
            <a:r>
              <a:rPr lang="ru-RU" sz="3200" dirty="0" err="1"/>
              <a:t>подій</a:t>
            </a:r>
            <a:r>
              <a:rPr lang="ru-RU" sz="3200" dirty="0"/>
              <a:t> </a:t>
            </a:r>
            <a:r>
              <a:rPr lang="ru-RU" sz="3200" dirty="0" err="1"/>
              <a:t>періоду</a:t>
            </a:r>
            <a:r>
              <a:rPr lang="ru-RU" sz="3200" dirty="0"/>
              <a:t> </a:t>
            </a:r>
            <a:r>
              <a:rPr lang="ru-RU" sz="3200" dirty="0" err="1"/>
              <a:t>боротьби</a:t>
            </a:r>
            <a:r>
              <a:rPr lang="ru-RU" sz="3200" dirty="0"/>
              <a:t> за </a:t>
            </a:r>
            <a:r>
              <a:rPr lang="ru-RU" sz="3200" dirty="0" err="1"/>
              <a:t>відновлення</a:t>
            </a:r>
            <a:r>
              <a:rPr lang="ru-RU" sz="3200" dirty="0"/>
              <a:t> </a:t>
            </a:r>
            <a:r>
              <a:rPr lang="ru-RU" sz="3200" dirty="0" err="1"/>
              <a:t>державної</a:t>
            </a:r>
            <a:r>
              <a:rPr lang="ru-RU" sz="3200" dirty="0"/>
              <a:t> </a:t>
            </a:r>
            <a:r>
              <a:rPr lang="ru-RU" sz="3200" dirty="0" err="1"/>
              <a:t>незалежності</a:t>
            </a:r>
            <a:r>
              <a:rPr lang="ru-RU" sz="3200" dirty="0"/>
              <a:t> </a:t>
            </a:r>
            <a:r>
              <a:rPr lang="ru-RU" sz="3200" dirty="0" err="1"/>
              <a:t>України</a:t>
            </a:r>
            <a:r>
              <a:rPr lang="ru-RU" sz="3200" dirty="0"/>
              <a:t> (1918–1921 </a:t>
            </a:r>
            <a:r>
              <a:rPr lang="ru-RU" sz="3200" dirty="0" err="1"/>
              <a:t>рр</a:t>
            </a:r>
            <a:r>
              <a:rPr lang="ru-RU" sz="3200" dirty="0"/>
              <a:t>.).</a:t>
            </a:r>
            <a:endParaRPr lang="uk-UA" sz="3200" dirty="0"/>
          </a:p>
        </p:txBody>
      </p:sp>
      <p:sp>
        <p:nvSpPr>
          <p:cNvPr id="3" name="Місце для вмісту 2">
            <a:extLst>
              <a:ext uri="{FF2B5EF4-FFF2-40B4-BE49-F238E27FC236}">
                <a16:creationId xmlns:a16="http://schemas.microsoft.com/office/drawing/2014/main" id="{D3AD7F2C-EBEB-CD3A-36D1-9D33CC56E69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DF3205A0-10E0-3D74-66B3-8D9E62AA90A6}"/>
              </a:ext>
            </a:extLst>
          </p:cNvPr>
          <p:cNvGraphicFramePr>
            <a:graphicFrameLocks noGrp="1"/>
          </p:cNvGraphicFramePr>
          <p:nvPr>
            <p:ph sz="half" idx="2"/>
            <p:extLst>
              <p:ext uri="{D42A27DB-BD31-4B8C-83A1-F6EECF244321}">
                <p14:modId xmlns:p14="http://schemas.microsoft.com/office/powerpoint/2010/main" val="2417174933"/>
              </p:ext>
            </p:extLst>
          </p:nvPr>
        </p:nvGraphicFramePr>
        <p:xfrm>
          <a:off x="6187415" y="2028305"/>
          <a:ext cx="5194583" cy="38327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94755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B8A457-A677-AAEF-0D1A-C84DCF8C964A}"/>
              </a:ext>
            </a:extLst>
          </p:cNvPr>
          <p:cNvSpPr>
            <a:spLocks noGrp="1"/>
          </p:cNvSpPr>
          <p:nvPr>
            <p:ph type="title"/>
          </p:nvPr>
        </p:nvSpPr>
        <p:spPr/>
        <p:txBody>
          <a:bodyPr/>
          <a:lstStyle/>
          <a:p>
            <a:r>
              <a:rPr lang="ru-RU" dirty="0" err="1"/>
              <a:t>Другий</a:t>
            </a:r>
            <a:r>
              <a:rPr lang="ru-RU" dirty="0"/>
              <a:t> "Зимовий </a:t>
            </a:r>
            <a:r>
              <a:rPr lang="ru-RU" dirty="0" err="1"/>
              <a:t>похід</a:t>
            </a:r>
            <a:r>
              <a:rPr lang="ru-RU" dirty="0"/>
              <a:t>" </a:t>
            </a:r>
            <a:r>
              <a:rPr lang="ru-RU" dirty="0" err="1"/>
              <a:t>військ</a:t>
            </a:r>
            <a:r>
              <a:rPr lang="ru-RU" dirty="0"/>
              <a:t> </a:t>
            </a:r>
            <a:r>
              <a:rPr lang="ru-RU" dirty="0" err="1"/>
              <a:t>Армії</a:t>
            </a:r>
            <a:r>
              <a:rPr lang="ru-RU" dirty="0"/>
              <a:t> УНР </a:t>
            </a:r>
            <a:r>
              <a:rPr lang="ru-RU" dirty="0" err="1"/>
              <a:t>здійснено</a:t>
            </a:r>
            <a:r>
              <a:rPr lang="ru-RU" dirty="0"/>
              <a:t> з метою</a:t>
            </a:r>
            <a:endParaRPr lang="uk-UA" dirty="0"/>
          </a:p>
        </p:txBody>
      </p:sp>
      <p:sp>
        <p:nvSpPr>
          <p:cNvPr id="3" name="Місце для вмісту 2">
            <a:extLst>
              <a:ext uri="{FF2B5EF4-FFF2-40B4-BE49-F238E27FC236}">
                <a16:creationId xmlns:a16="http://schemas.microsoft.com/office/drawing/2014/main" id="{5F27654B-47C9-60BA-402D-F61B6CADCD5F}"/>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E38DEF01-BA82-98B2-2625-BE83BA268D06}"/>
              </a:ext>
            </a:extLst>
          </p:cNvPr>
          <p:cNvGraphicFramePr>
            <a:graphicFrameLocks noGrp="1"/>
          </p:cNvGraphicFramePr>
          <p:nvPr>
            <p:ph sz="half" idx="2"/>
            <p:extLst>
              <p:ext uri="{D42A27DB-BD31-4B8C-83A1-F6EECF244321}">
                <p14:modId xmlns:p14="http://schemas.microsoft.com/office/powerpoint/2010/main" val="384700111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5028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4D4B06-6CA6-5CFC-3357-9FB17E21A650}"/>
              </a:ext>
            </a:extLst>
          </p:cNvPr>
          <p:cNvSpPr>
            <a:spLocks noGrp="1"/>
          </p:cNvSpPr>
          <p:nvPr>
            <p:ph type="title"/>
          </p:nvPr>
        </p:nvSpPr>
        <p:spPr/>
        <p:txBody>
          <a:bodyPr/>
          <a:lstStyle/>
          <a:p>
            <a:r>
              <a:rPr lang="ru-RU" dirty="0" err="1"/>
              <a:t>Збройна</a:t>
            </a:r>
            <a:r>
              <a:rPr lang="ru-RU" dirty="0"/>
              <a:t> </a:t>
            </a:r>
            <a:r>
              <a:rPr lang="ru-RU" dirty="0" err="1"/>
              <a:t>боротьба</a:t>
            </a:r>
            <a:r>
              <a:rPr lang="ru-RU" dirty="0"/>
              <a:t> </a:t>
            </a:r>
            <a:r>
              <a:rPr lang="ru-RU" dirty="0" err="1"/>
              <a:t>військ</a:t>
            </a:r>
            <a:r>
              <a:rPr lang="ru-RU" dirty="0"/>
              <a:t> УНР за </a:t>
            </a:r>
            <a:r>
              <a:rPr lang="ru-RU" dirty="0" err="1"/>
              <a:t>незалежність</a:t>
            </a:r>
            <a:r>
              <a:rPr lang="ru-RU" dirty="0"/>
              <a:t> </a:t>
            </a:r>
            <a:r>
              <a:rPr lang="ru-RU" dirty="0" err="1"/>
              <a:t>України</a:t>
            </a:r>
            <a:r>
              <a:rPr lang="ru-RU" dirty="0"/>
              <a:t> </a:t>
            </a:r>
            <a:r>
              <a:rPr lang="ru-RU" dirty="0" err="1"/>
              <a:t>завершилася</a:t>
            </a:r>
            <a:endParaRPr lang="uk-UA" dirty="0"/>
          </a:p>
        </p:txBody>
      </p:sp>
      <p:sp>
        <p:nvSpPr>
          <p:cNvPr id="3" name="Місце для вмісту 2">
            <a:extLst>
              <a:ext uri="{FF2B5EF4-FFF2-40B4-BE49-F238E27FC236}">
                <a16:creationId xmlns:a16="http://schemas.microsoft.com/office/drawing/2014/main" id="{B03236AB-6A24-CBA8-E717-0E7B10E7B671}"/>
              </a:ext>
            </a:extLst>
          </p:cNvPr>
          <p:cNvSpPr>
            <a:spLocks noGrp="1"/>
          </p:cNvSpPr>
          <p:nvPr>
            <p:ph sz="half" idx="1"/>
          </p:nvPr>
        </p:nvSpPr>
        <p:spPr/>
        <p:txBody>
          <a:bodyPr/>
          <a:lstStyle/>
          <a:p>
            <a:endParaRPr lang="uk-UA"/>
          </a:p>
        </p:txBody>
      </p:sp>
      <p:graphicFrame>
        <p:nvGraphicFramePr>
          <p:cNvPr id="7" name="Місце для вмісту 6">
            <a:extLst>
              <a:ext uri="{FF2B5EF4-FFF2-40B4-BE49-F238E27FC236}">
                <a16:creationId xmlns:a16="http://schemas.microsoft.com/office/drawing/2014/main" id="{ED32240B-2B6B-A20F-383A-BBADC562070B}"/>
              </a:ext>
            </a:extLst>
          </p:cNvPr>
          <p:cNvGraphicFramePr>
            <a:graphicFrameLocks noGrp="1"/>
          </p:cNvGraphicFramePr>
          <p:nvPr>
            <p:ph sz="half" idx="2"/>
            <p:extLst>
              <p:ext uri="{D42A27DB-BD31-4B8C-83A1-F6EECF244321}">
                <p14:modId xmlns:p14="http://schemas.microsoft.com/office/powerpoint/2010/main" val="68317747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3939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392A86-E093-A8B9-36E3-2A2897AC72D5}"/>
              </a:ext>
            </a:extLst>
          </p:cNvPr>
          <p:cNvSpPr>
            <a:spLocks noGrp="1"/>
          </p:cNvSpPr>
          <p:nvPr>
            <p:ph type="title"/>
          </p:nvPr>
        </p:nvSpPr>
        <p:spPr/>
        <p:txBody>
          <a:bodyPr/>
          <a:lstStyle/>
          <a:p>
            <a:r>
              <a:rPr lang="ru-RU" dirty="0"/>
              <a:t>В </a:t>
            </a:r>
            <a:r>
              <a:rPr lang="ru-RU" dirty="0" err="1"/>
              <a:t>уривку</a:t>
            </a:r>
            <a:r>
              <a:rPr lang="ru-RU" dirty="0"/>
              <a:t> з </a:t>
            </a:r>
            <a:r>
              <a:rPr lang="ru-RU" dirty="0" err="1"/>
              <a:t>історичного</a:t>
            </a:r>
            <a:r>
              <a:rPr lang="ru-RU" dirty="0"/>
              <a:t> </a:t>
            </a:r>
            <a:r>
              <a:rPr lang="ru-RU" dirty="0" err="1"/>
              <a:t>джерела</a:t>
            </a:r>
            <a:r>
              <a:rPr lang="ru-RU" dirty="0"/>
              <a:t> </a:t>
            </a:r>
            <a:r>
              <a:rPr lang="ru-RU" dirty="0" err="1"/>
              <a:t>ідеться</a:t>
            </a:r>
            <a:r>
              <a:rPr lang="ru-RU" dirty="0"/>
              <a:t> про </a:t>
            </a:r>
            <a:r>
              <a:rPr lang="ru-RU" dirty="0" err="1"/>
              <a:t>підготовку</a:t>
            </a:r>
            <a:r>
              <a:rPr lang="ru-RU" dirty="0"/>
              <a:t> до </a:t>
            </a:r>
            <a:endParaRPr lang="uk-UA" dirty="0"/>
          </a:p>
        </p:txBody>
      </p:sp>
      <p:sp>
        <p:nvSpPr>
          <p:cNvPr id="3" name="Місце для вмісту 2">
            <a:extLst>
              <a:ext uri="{FF2B5EF4-FFF2-40B4-BE49-F238E27FC236}">
                <a16:creationId xmlns:a16="http://schemas.microsoft.com/office/drawing/2014/main" id="{F9BAE9DE-69DD-79A6-608F-0497F3CC96D4}"/>
              </a:ext>
            </a:extLst>
          </p:cNvPr>
          <p:cNvSpPr>
            <a:spLocks noGrp="1"/>
          </p:cNvSpPr>
          <p:nvPr>
            <p:ph sz="half" idx="1"/>
          </p:nvPr>
        </p:nvSpPr>
        <p:spPr/>
        <p:txBody>
          <a:bodyPr/>
          <a:lstStyle/>
          <a:p>
            <a:r>
              <a:rPr lang="uk-UA" i="1" dirty="0"/>
              <a:t>«Після прийняття рішення про необхідність підняття загального повстання в Україні польовий повстанський штаб приступив до підготовчих заходів щодо його організації. Вирішено було пустити два відділи: південний – на Поділля, північний – на Волинь. Водночас мусить бути проведений комбінований виступ у Першій повстанській групі під керуванням командира І групи генерал-хорунжого Гулого…»</a:t>
            </a:r>
          </a:p>
        </p:txBody>
      </p:sp>
      <p:graphicFrame>
        <p:nvGraphicFramePr>
          <p:cNvPr id="5" name="Місце для вмісту 4">
            <a:extLst>
              <a:ext uri="{FF2B5EF4-FFF2-40B4-BE49-F238E27FC236}">
                <a16:creationId xmlns:a16="http://schemas.microsoft.com/office/drawing/2014/main" id="{E5ADA857-294E-25D3-4EE8-25084CAD2579}"/>
              </a:ext>
            </a:extLst>
          </p:cNvPr>
          <p:cNvGraphicFramePr>
            <a:graphicFrameLocks noGrp="1"/>
          </p:cNvGraphicFramePr>
          <p:nvPr>
            <p:ph sz="half" idx="2"/>
            <p:extLst>
              <p:ext uri="{D42A27DB-BD31-4B8C-83A1-F6EECF244321}">
                <p14:modId xmlns:p14="http://schemas.microsoft.com/office/powerpoint/2010/main" val="53209242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27111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ADDE7B-C353-CF8F-D96B-D2FE8BB1D6D2}"/>
              </a:ext>
            </a:extLst>
          </p:cNvPr>
          <p:cNvSpPr>
            <a:spLocks noGrp="1"/>
          </p:cNvSpPr>
          <p:nvPr>
            <p:ph type="title"/>
          </p:nvPr>
        </p:nvSpPr>
        <p:spPr>
          <a:xfrm>
            <a:off x="810000" y="630068"/>
            <a:ext cx="10571998" cy="970450"/>
          </a:xfrm>
        </p:spPr>
        <p:txBody>
          <a:bodyPr/>
          <a:lstStyle/>
          <a:p>
            <a:r>
              <a:rPr lang="uk-UA" sz="3200" dirty="0"/>
              <a:t>Рейд військових з’єднань Армії УНР тилами радянських і білогвардійських військ у 1919–1920 рр. увійшов в історію під назвою</a:t>
            </a:r>
          </a:p>
        </p:txBody>
      </p:sp>
      <p:sp>
        <p:nvSpPr>
          <p:cNvPr id="3" name="Місце для вмісту 2">
            <a:extLst>
              <a:ext uri="{FF2B5EF4-FFF2-40B4-BE49-F238E27FC236}">
                <a16:creationId xmlns:a16="http://schemas.microsoft.com/office/drawing/2014/main" id="{B0C453C4-6542-6D63-C95A-B7C37037EA2D}"/>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DEE62165-B381-8339-E50C-837A339006CD}"/>
              </a:ext>
            </a:extLst>
          </p:cNvPr>
          <p:cNvGraphicFramePr>
            <a:graphicFrameLocks noGrp="1"/>
          </p:cNvGraphicFramePr>
          <p:nvPr>
            <p:ph sz="half" idx="2"/>
            <p:extLst>
              <p:ext uri="{D42A27DB-BD31-4B8C-83A1-F6EECF244321}">
                <p14:modId xmlns:p14="http://schemas.microsoft.com/office/powerpoint/2010/main" val="321712281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16644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C04F91-5603-1B33-1802-1381DEF7C98D}"/>
              </a:ext>
            </a:extLst>
          </p:cNvPr>
          <p:cNvSpPr>
            <a:spLocks noGrp="1"/>
          </p:cNvSpPr>
          <p:nvPr>
            <p:ph type="title"/>
          </p:nvPr>
        </p:nvSpPr>
        <p:spPr/>
        <p:txBody>
          <a:bodyPr/>
          <a:lstStyle/>
          <a:p>
            <a:r>
              <a:rPr lang="ru-RU" dirty="0" err="1"/>
              <a:t>Події</a:t>
            </a:r>
            <a:r>
              <a:rPr lang="ru-RU" dirty="0"/>
              <a:t>, </a:t>
            </a:r>
            <a:r>
              <a:rPr lang="ru-RU" dirty="0" err="1"/>
              <a:t>перебіг</a:t>
            </a:r>
            <a:r>
              <a:rPr lang="ru-RU" dirty="0"/>
              <a:t> </a:t>
            </a:r>
            <a:r>
              <a:rPr lang="ru-RU" dirty="0" err="1"/>
              <a:t>яких</a:t>
            </a:r>
            <a:r>
              <a:rPr lang="ru-RU" dirty="0"/>
              <a:t> </a:t>
            </a:r>
            <a:r>
              <a:rPr lang="ru-RU" dirty="0" err="1"/>
              <a:t>позначено</a:t>
            </a:r>
            <a:r>
              <a:rPr lang="ru-RU" dirty="0"/>
              <a:t> на </a:t>
            </a:r>
            <a:r>
              <a:rPr lang="ru-RU" dirty="0" err="1"/>
              <a:t>картосхемі</a:t>
            </a:r>
            <a:r>
              <a:rPr lang="ru-RU" dirty="0"/>
              <a:t>, </a:t>
            </a:r>
            <a:r>
              <a:rPr lang="ru-RU" dirty="0" err="1"/>
              <a:t>відбувалися</a:t>
            </a:r>
            <a:r>
              <a:rPr lang="ru-RU" dirty="0"/>
              <a:t> </a:t>
            </a:r>
            <a:r>
              <a:rPr lang="ru-RU" dirty="0" err="1"/>
              <a:t>впродовж</a:t>
            </a:r>
            <a:endParaRPr lang="uk-UA" dirty="0"/>
          </a:p>
        </p:txBody>
      </p:sp>
      <p:graphicFrame>
        <p:nvGraphicFramePr>
          <p:cNvPr id="5" name="Місце для вмісту 4">
            <a:extLst>
              <a:ext uri="{FF2B5EF4-FFF2-40B4-BE49-F238E27FC236}">
                <a16:creationId xmlns:a16="http://schemas.microsoft.com/office/drawing/2014/main" id="{35BB09C7-A389-C7DB-632B-F76074EE51B7}"/>
              </a:ext>
            </a:extLst>
          </p:cNvPr>
          <p:cNvGraphicFramePr>
            <a:graphicFrameLocks noGrp="1"/>
          </p:cNvGraphicFramePr>
          <p:nvPr>
            <p:ph sz="half" idx="2"/>
            <p:extLst>
              <p:ext uri="{D42A27DB-BD31-4B8C-83A1-F6EECF244321}">
                <p14:modId xmlns:p14="http://schemas.microsoft.com/office/powerpoint/2010/main" val="191056839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23EA6BAC-019A-F877-6F9B-0EE1FE6B63C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819150" y="2515611"/>
            <a:ext cx="5184775" cy="3052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767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429591-CD84-69E3-379A-51AD7741351F}"/>
              </a:ext>
            </a:extLst>
          </p:cNvPr>
          <p:cNvSpPr>
            <a:spLocks noGrp="1"/>
          </p:cNvSpPr>
          <p:nvPr>
            <p:ph type="title"/>
          </p:nvPr>
        </p:nvSpPr>
        <p:spPr/>
        <p:txBody>
          <a:bodyPr/>
          <a:lstStyle/>
          <a:p>
            <a:r>
              <a:rPr lang="uk-UA" dirty="0"/>
              <a:t>Неукраїнські політичні сили</a:t>
            </a:r>
            <a:br>
              <a:rPr lang="uk-UA" dirty="0"/>
            </a:br>
            <a:endParaRPr lang="uk-UA" dirty="0"/>
          </a:p>
        </p:txBody>
      </p:sp>
      <p:sp>
        <p:nvSpPr>
          <p:cNvPr id="5" name="Місце для тексту 4">
            <a:extLst>
              <a:ext uri="{FF2B5EF4-FFF2-40B4-BE49-F238E27FC236}">
                <a16:creationId xmlns:a16="http://schemas.microsoft.com/office/drawing/2014/main" id="{D8007EF9-3038-E5C4-F3DC-FE93B52A1BED}"/>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2377560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007EBB-470E-9D8D-AAA6-DEEE26FFE9B1}"/>
              </a:ext>
            </a:extLst>
          </p:cNvPr>
          <p:cNvSpPr>
            <a:spLocks noGrp="1"/>
          </p:cNvSpPr>
          <p:nvPr>
            <p:ph type="title"/>
          </p:nvPr>
        </p:nvSpPr>
        <p:spPr/>
        <p:txBody>
          <a:bodyPr/>
          <a:lstStyle/>
          <a:p>
            <a:r>
              <a:rPr lang="ru-RU" sz="3200" dirty="0" err="1"/>
              <a:t>Установіть</a:t>
            </a:r>
            <a:r>
              <a:rPr lang="ru-RU" sz="3200" dirty="0"/>
              <a:t> </a:t>
            </a:r>
            <a:r>
              <a:rPr lang="ru-RU" sz="3200" dirty="0" err="1"/>
              <a:t>послідовність</a:t>
            </a:r>
            <a:r>
              <a:rPr lang="ru-RU" sz="3200" dirty="0"/>
              <a:t> </a:t>
            </a:r>
            <a:r>
              <a:rPr lang="ru-RU" sz="3200" dirty="0" err="1"/>
              <a:t>подій</a:t>
            </a:r>
            <a:r>
              <a:rPr lang="ru-RU" sz="3200" dirty="0"/>
              <a:t>, </a:t>
            </a:r>
            <a:r>
              <a:rPr lang="ru-RU" sz="3200" dirty="0" err="1"/>
              <a:t>описаних</a:t>
            </a:r>
            <a:r>
              <a:rPr lang="ru-RU" sz="3200" dirty="0"/>
              <a:t> в </a:t>
            </a:r>
            <a:r>
              <a:rPr lang="ru-RU" sz="3200" dirty="0" err="1"/>
              <a:t>уривках</a:t>
            </a:r>
            <a:r>
              <a:rPr lang="ru-RU" sz="3200" dirty="0"/>
              <a:t> з </a:t>
            </a:r>
            <a:r>
              <a:rPr lang="ru-RU" sz="3200" dirty="0" err="1"/>
              <a:t>історичних</a:t>
            </a:r>
            <a:r>
              <a:rPr lang="ru-RU" sz="3200" dirty="0"/>
              <a:t> </a:t>
            </a:r>
            <a:r>
              <a:rPr lang="ru-RU" sz="3200" dirty="0" err="1"/>
              <a:t>джерел</a:t>
            </a:r>
            <a:r>
              <a:rPr lang="ru-RU" sz="3200" dirty="0"/>
              <a:t> </a:t>
            </a:r>
            <a:r>
              <a:rPr lang="ru-RU" sz="3200" dirty="0" err="1"/>
              <a:t>періоду</a:t>
            </a:r>
            <a:r>
              <a:rPr lang="ru-RU" sz="3200" dirty="0"/>
              <a:t> </a:t>
            </a:r>
            <a:r>
              <a:rPr lang="ru-RU" sz="3200" dirty="0" err="1"/>
              <a:t>боротьби</a:t>
            </a:r>
            <a:r>
              <a:rPr lang="ru-RU" sz="3200" dirty="0"/>
              <a:t> за </a:t>
            </a:r>
            <a:r>
              <a:rPr lang="ru-RU" sz="3200" dirty="0" err="1"/>
              <a:t>відновлення</a:t>
            </a:r>
            <a:r>
              <a:rPr lang="ru-RU" sz="3200" dirty="0"/>
              <a:t> </a:t>
            </a:r>
            <a:r>
              <a:rPr lang="ru-RU" sz="3200" dirty="0" err="1"/>
              <a:t>державності</a:t>
            </a:r>
            <a:r>
              <a:rPr lang="ru-RU" sz="3200" dirty="0"/>
              <a:t> </a:t>
            </a:r>
            <a:r>
              <a:rPr lang="ru-RU" sz="3200" dirty="0" err="1"/>
              <a:t>України</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BE2E5491-94AB-71A7-5A97-CCC2704636EA}"/>
              </a:ext>
            </a:extLst>
          </p:cNvPr>
          <p:cNvGraphicFramePr>
            <a:graphicFrameLocks noGrp="1"/>
          </p:cNvGraphicFramePr>
          <p:nvPr>
            <p:ph sz="half" idx="1"/>
            <p:extLst>
              <p:ext uri="{D42A27DB-BD31-4B8C-83A1-F6EECF244321}">
                <p14:modId xmlns:p14="http://schemas.microsoft.com/office/powerpoint/2010/main" val="1268313862"/>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1B3E5ED0-972D-38CC-26A8-EDB024100AEE}"/>
              </a:ext>
            </a:extLst>
          </p:cNvPr>
          <p:cNvGraphicFramePr>
            <a:graphicFrameLocks noGrp="1"/>
          </p:cNvGraphicFramePr>
          <p:nvPr>
            <p:ph sz="half" idx="2"/>
            <p:extLst>
              <p:ext uri="{D42A27DB-BD31-4B8C-83A1-F6EECF244321}">
                <p14:modId xmlns:p14="http://schemas.microsoft.com/office/powerpoint/2010/main" val="15745275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48460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604CA7-678B-3CC5-4060-48025D0A6A1A}"/>
              </a:ext>
            </a:extLst>
          </p:cNvPr>
          <p:cNvSpPr>
            <a:spLocks noGrp="1"/>
          </p:cNvSpPr>
          <p:nvPr>
            <p:ph type="title"/>
          </p:nvPr>
        </p:nvSpPr>
        <p:spPr/>
        <p:txBody>
          <a:bodyPr/>
          <a:lstStyle/>
          <a:p>
            <a:r>
              <a:rPr lang="ru-RU" sz="3200" dirty="0" err="1"/>
              <a:t>Укажіть</a:t>
            </a:r>
            <a:r>
              <a:rPr lang="ru-RU" sz="3200" dirty="0"/>
              <a:t> результат </a:t>
            </a:r>
            <a:r>
              <a:rPr lang="ru-RU" sz="3200" dirty="0" err="1"/>
              <a:t>наступу</a:t>
            </a:r>
            <a:r>
              <a:rPr lang="ru-RU" sz="3200" dirty="0"/>
              <a:t> </a:t>
            </a:r>
            <a:r>
              <a:rPr lang="ru-RU" sz="3200" dirty="0" err="1"/>
              <a:t>Червоної</a:t>
            </a:r>
            <a:r>
              <a:rPr lang="ru-RU" sz="3200" dirty="0"/>
              <a:t> </a:t>
            </a:r>
            <a:r>
              <a:rPr lang="ru-RU" sz="3200" dirty="0" err="1"/>
              <a:t>армії</a:t>
            </a:r>
            <a:r>
              <a:rPr lang="ru-RU" sz="3200" dirty="0"/>
              <a:t>, напрямки </a:t>
            </a:r>
            <a:r>
              <a:rPr lang="ru-RU" sz="3200" dirty="0" err="1"/>
              <a:t>якого</a:t>
            </a:r>
            <a:r>
              <a:rPr lang="ru-RU" sz="3200" dirty="0"/>
              <a:t> </a:t>
            </a:r>
            <a:r>
              <a:rPr lang="ru-RU" sz="3200" dirty="0" err="1"/>
              <a:t>відображено</a:t>
            </a:r>
            <a:r>
              <a:rPr lang="ru-RU" sz="3200" dirty="0"/>
              <a:t> на </a:t>
            </a:r>
            <a:r>
              <a:rPr lang="ru-RU" sz="3200" dirty="0" err="1"/>
              <a:t>картосхемі</a:t>
            </a:r>
            <a:endParaRPr lang="uk-UA" sz="3200" dirty="0"/>
          </a:p>
        </p:txBody>
      </p:sp>
      <p:graphicFrame>
        <p:nvGraphicFramePr>
          <p:cNvPr id="5" name="Місце для вмісту 4">
            <a:extLst>
              <a:ext uri="{FF2B5EF4-FFF2-40B4-BE49-F238E27FC236}">
                <a16:creationId xmlns:a16="http://schemas.microsoft.com/office/drawing/2014/main" id="{5F174F7D-A862-94D1-EBFE-9B2EA54BDB69}"/>
              </a:ext>
            </a:extLst>
          </p:cNvPr>
          <p:cNvGraphicFramePr>
            <a:graphicFrameLocks noGrp="1"/>
          </p:cNvGraphicFramePr>
          <p:nvPr>
            <p:ph sz="half" idx="2"/>
            <p:extLst>
              <p:ext uri="{D42A27DB-BD31-4B8C-83A1-F6EECF244321}">
                <p14:modId xmlns:p14="http://schemas.microsoft.com/office/powerpoint/2010/main" val="191279861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1BB067AE-4C35-2EA9-9C9A-FDF535EC471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047281" y="2222500"/>
            <a:ext cx="4728512"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89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FB7FC4-150B-2761-487C-89DB1F25B256}"/>
              </a:ext>
            </a:extLst>
          </p:cNvPr>
          <p:cNvSpPr>
            <a:spLocks noGrp="1"/>
          </p:cNvSpPr>
          <p:nvPr>
            <p:ph type="title"/>
          </p:nvPr>
        </p:nvSpPr>
        <p:spPr/>
        <p:txBody>
          <a:bodyPr/>
          <a:lstStyle/>
          <a:p>
            <a:r>
              <a:rPr lang="ru-RU" dirty="0" err="1"/>
              <a:t>Цитований</a:t>
            </a:r>
            <a:r>
              <a:rPr lang="ru-RU" dirty="0"/>
              <a:t> наказ </a:t>
            </a:r>
            <a:r>
              <a:rPr lang="ru-RU" dirty="0" err="1"/>
              <a:t>отримали</a:t>
            </a:r>
            <a:r>
              <a:rPr lang="ru-RU" dirty="0"/>
              <a:t> </a:t>
            </a:r>
            <a:r>
              <a:rPr lang="ru-RU" dirty="0" err="1"/>
              <a:t>підрозділи</a:t>
            </a:r>
            <a:r>
              <a:rPr lang="ru-RU" dirty="0"/>
              <a:t> </a:t>
            </a:r>
            <a:r>
              <a:rPr lang="ru-RU" dirty="0" err="1"/>
              <a:t>армії</a:t>
            </a:r>
            <a:endParaRPr lang="uk-UA" dirty="0"/>
          </a:p>
        </p:txBody>
      </p:sp>
      <p:sp>
        <p:nvSpPr>
          <p:cNvPr id="3" name="Місце для вмісту 2">
            <a:extLst>
              <a:ext uri="{FF2B5EF4-FFF2-40B4-BE49-F238E27FC236}">
                <a16:creationId xmlns:a16="http://schemas.microsoft.com/office/drawing/2014/main" id="{20E576BA-9187-643E-74E5-3E829F1F35DF}"/>
              </a:ext>
            </a:extLst>
          </p:cNvPr>
          <p:cNvSpPr>
            <a:spLocks noGrp="1"/>
          </p:cNvSpPr>
          <p:nvPr>
            <p:ph sz="half" idx="1"/>
          </p:nvPr>
        </p:nvSpPr>
        <p:spPr/>
        <p:txBody>
          <a:bodyPr>
            <a:normAutofit fontScale="85000" lnSpcReduction="10000"/>
          </a:bodyPr>
          <a:lstStyle/>
          <a:p>
            <a:r>
              <a:rPr lang="uk-UA" i="1" dirty="0"/>
              <a:t>«НАКАЗ</a:t>
            </a:r>
          </a:p>
          <a:p>
            <a:r>
              <a:rPr lang="uk-UA" i="1" dirty="0"/>
              <a:t>ДЛЯ ВСІХ ПІХОТНИХ І КАВАЛЕРІЙСЬКИХ ЧАСТИН І З’ЄДНАНЬ</a:t>
            </a:r>
          </a:p>
          <a:p>
            <a:r>
              <a:rPr lang="uk-UA" i="1" dirty="0"/>
              <a:t>[…]</a:t>
            </a:r>
          </a:p>
          <a:p>
            <a:r>
              <a:rPr lang="uk-UA" i="1" dirty="0"/>
              <a:t>До древнього </a:t>
            </a:r>
            <a:r>
              <a:rPr lang="uk-UA" i="1" dirty="0" err="1"/>
              <a:t>града</a:t>
            </a:r>
            <a:r>
              <a:rPr lang="uk-UA" i="1" dirty="0"/>
              <a:t>, “матері міст руських”, наближаються полки в нестримному прагненні повернути російському народу втрачену ним єдність... Прагнення відторгнути від Росії малоросійську гілку російського народу не залишено й понині. Колишні ставленики німців – Петлюра та його соратники, які поклали початок розчленуванню Росії, продовжують і тепер здійснювати свою злу справу створення самостійної “Української Держави” й боротьби проти відродження Єдиної Росії...»</a:t>
            </a:r>
          </a:p>
        </p:txBody>
      </p:sp>
      <p:graphicFrame>
        <p:nvGraphicFramePr>
          <p:cNvPr id="5" name="Місце для вмісту 4">
            <a:extLst>
              <a:ext uri="{FF2B5EF4-FFF2-40B4-BE49-F238E27FC236}">
                <a16:creationId xmlns:a16="http://schemas.microsoft.com/office/drawing/2014/main" id="{067E6C5B-FD2B-1545-A761-0C01067014AF}"/>
              </a:ext>
            </a:extLst>
          </p:cNvPr>
          <p:cNvGraphicFramePr>
            <a:graphicFrameLocks noGrp="1"/>
          </p:cNvGraphicFramePr>
          <p:nvPr>
            <p:ph sz="half" idx="2"/>
            <p:extLst>
              <p:ext uri="{D42A27DB-BD31-4B8C-83A1-F6EECF244321}">
                <p14:modId xmlns:p14="http://schemas.microsoft.com/office/powerpoint/2010/main" val="99259701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76591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5CCE-F709-B1C0-B721-0B3902B45B1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E115C8-87BC-D5CD-7F98-61EBDA30CACC}"/>
              </a:ext>
            </a:extLst>
          </p:cNvPr>
          <p:cNvSpPr>
            <a:spLocks noGrp="1"/>
          </p:cNvSpPr>
          <p:nvPr>
            <p:ph type="title"/>
          </p:nvPr>
        </p:nvSpPr>
        <p:spPr/>
        <p:txBody>
          <a:bodyPr/>
          <a:lstStyle/>
          <a:p>
            <a:r>
              <a:rPr lang="ru-RU" dirty="0"/>
              <a:t>У </a:t>
            </a:r>
            <a:r>
              <a:rPr lang="ru-RU" dirty="0" err="1"/>
              <a:t>якому</a:t>
            </a:r>
            <a:r>
              <a:rPr lang="ru-RU" dirty="0"/>
              <a:t> </a:t>
            </a:r>
            <a:r>
              <a:rPr lang="ru-RU" dirty="0" err="1"/>
              <a:t>році</a:t>
            </a:r>
            <a:r>
              <a:rPr lang="ru-RU" dirty="0"/>
              <a:t> </a:t>
            </a:r>
            <a:r>
              <a:rPr lang="ru-RU" dirty="0" err="1"/>
              <a:t>відбувалися</a:t>
            </a:r>
            <a:r>
              <a:rPr lang="ru-RU" dirty="0"/>
              <a:t> </a:t>
            </a:r>
            <a:r>
              <a:rPr lang="ru-RU" dirty="0" err="1"/>
              <a:t>події</a:t>
            </a:r>
            <a:r>
              <a:rPr lang="ru-RU" dirty="0"/>
              <a:t>, </a:t>
            </a:r>
            <a:r>
              <a:rPr lang="ru-RU" dirty="0" err="1"/>
              <a:t>відображені</a:t>
            </a:r>
            <a:r>
              <a:rPr lang="ru-RU" dirty="0"/>
              <a:t> в </a:t>
            </a:r>
            <a:r>
              <a:rPr lang="ru-RU" dirty="0" err="1"/>
              <a:t>цитованому</a:t>
            </a:r>
            <a:r>
              <a:rPr lang="ru-RU" dirty="0"/>
              <a:t> </a:t>
            </a:r>
            <a:r>
              <a:rPr lang="ru-RU" dirty="0" err="1"/>
              <a:t>наказі</a:t>
            </a:r>
            <a:r>
              <a:rPr lang="ru-RU" dirty="0"/>
              <a:t>?</a:t>
            </a:r>
            <a:endParaRPr lang="uk-UA" dirty="0"/>
          </a:p>
        </p:txBody>
      </p:sp>
      <p:sp>
        <p:nvSpPr>
          <p:cNvPr id="3" name="Місце для вмісту 2">
            <a:extLst>
              <a:ext uri="{FF2B5EF4-FFF2-40B4-BE49-F238E27FC236}">
                <a16:creationId xmlns:a16="http://schemas.microsoft.com/office/drawing/2014/main" id="{5DDD3DD0-5BE2-4FDE-A4E8-2AF5AE31793C}"/>
              </a:ext>
            </a:extLst>
          </p:cNvPr>
          <p:cNvSpPr>
            <a:spLocks noGrp="1"/>
          </p:cNvSpPr>
          <p:nvPr>
            <p:ph sz="half" idx="1"/>
          </p:nvPr>
        </p:nvSpPr>
        <p:spPr/>
        <p:txBody>
          <a:bodyPr>
            <a:normAutofit fontScale="85000" lnSpcReduction="10000"/>
          </a:bodyPr>
          <a:lstStyle/>
          <a:p>
            <a:r>
              <a:rPr lang="uk-UA" i="1" dirty="0"/>
              <a:t>«НАКАЗ</a:t>
            </a:r>
          </a:p>
          <a:p>
            <a:r>
              <a:rPr lang="uk-UA" i="1" dirty="0"/>
              <a:t>ДЛЯ ВСІХ ПІХОТНИХ І КАВАЛЕРІЙСЬКИХ ЧАСТИН І З’ЄДНАНЬ</a:t>
            </a:r>
          </a:p>
          <a:p>
            <a:r>
              <a:rPr lang="uk-UA" i="1" dirty="0"/>
              <a:t>[…]</a:t>
            </a:r>
          </a:p>
          <a:p>
            <a:r>
              <a:rPr lang="uk-UA" i="1" dirty="0"/>
              <a:t>До древнього </a:t>
            </a:r>
            <a:r>
              <a:rPr lang="uk-UA" i="1" dirty="0" err="1"/>
              <a:t>града</a:t>
            </a:r>
            <a:r>
              <a:rPr lang="uk-UA" i="1" dirty="0"/>
              <a:t>, “матері міст руських”, наближаються полки в нестримному прагненні повернути російському народу втрачену ним єдність... Прагнення відторгнути від Росії малоросійську гілку російського народу не залишено й понині. Колишні ставленики німців – Петлюра та його соратники, які поклали початок розчленуванню Росії, продовжують і тепер здійснювати свою злу справу створення самостійної “Української Держави” й боротьби проти відродження Єдиної Росії...»</a:t>
            </a:r>
          </a:p>
        </p:txBody>
      </p:sp>
      <p:graphicFrame>
        <p:nvGraphicFramePr>
          <p:cNvPr id="7" name="Місце для вмісту 6">
            <a:extLst>
              <a:ext uri="{FF2B5EF4-FFF2-40B4-BE49-F238E27FC236}">
                <a16:creationId xmlns:a16="http://schemas.microsoft.com/office/drawing/2014/main" id="{2871C0CE-5545-6C9B-269A-5DFC2A788C2B}"/>
              </a:ext>
            </a:extLst>
          </p:cNvPr>
          <p:cNvGraphicFramePr>
            <a:graphicFrameLocks noGrp="1"/>
          </p:cNvGraphicFramePr>
          <p:nvPr>
            <p:ph sz="half" idx="2"/>
            <p:extLst>
              <p:ext uri="{D42A27DB-BD31-4B8C-83A1-F6EECF244321}">
                <p14:modId xmlns:p14="http://schemas.microsoft.com/office/powerpoint/2010/main" val="395924047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3301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3CAA-8CA9-33D0-353F-427C9E06D03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901435-D0F3-39D9-41E3-ADC4D8AB8D7E}"/>
              </a:ext>
            </a:extLst>
          </p:cNvPr>
          <p:cNvSpPr>
            <a:spLocks noGrp="1"/>
          </p:cNvSpPr>
          <p:nvPr>
            <p:ph type="title"/>
          </p:nvPr>
        </p:nvSpPr>
        <p:spPr/>
        <p:txBody>
          <a:bodyPr/>
          <a:lstStyle/>
          <a:p>
            <a:r>
              <a:rPr lang="ru-RU" dirty="0" err="1"/>
              <a:t>Цитований</a:t>
            </a:r>
            <a:r>
              <a:rPr lang="ru-RU" dirty="0"/>
              <a:t> наказ став </a:t>
            </a:r>
            <a:r>
              <a:rPr lang="ru-RU" dirty="0" err="1"/>
              <a:t>передумовою</a:t>
            </a:r>
            <a:endParaRPr lang="uk-UA" dirty="0"/>
          </a:p>
        </p:txBody>
      </p:sp>
      <p:sp>
        <p:nvSpPr>
          <p:cNvPr id="3" name="Місце для вмісту 2">
            <a:extLst>
              <a:ext uri="{FF2B5EF4-FFF2-40B4-BE49-F238E27FC236}">
                <a16:creationId xmlns:a16="http://schemas.microsoft.com/office/drawing/2014/main" id="{0C7611FA-5AE0-EE32-0164-0358F7FC2303}"/>
              </a:ext>
            </a:extLst>
          </p:cNvPr>
          <p:cNvSpPr>
            <a:spLocks noGrp="1"/>
          </p:cNvSpPr>
          <p:nvPr>
            <p:ph sz="half" idx="1"/>
          </p:nvPr>
        </p:nvSpPr>
        <p:spPr/>
        <p:txBody>
          <a:bodyPr>
            <a:normAutofit fontScale="85000" lnSpcReduction="10000"/>
          </a:bodyPr>
          <a:lstStyle/>
          <a:p>
            <a:r>
              <a:rPr lang="uk-UA" i="1" dirty="0"/>
              <a:t>«НАКАЗ</a:t>
            </a:r>
          </a:p>
          <a:p>
            <a:r>
              <a:rPr lang="uk-UA" i="1" dirty="0"/>
              <a:t>ДЛЯ ВСІХ ПІХОТНИХ І КАВАЛЕРІЙСЬКИХ ЧАСТИН І З’ЄДНАНЬ</a:t>
            </a:r>
          </a:p>
          <a:p>
            <a:r>
              <a:rPr lang="uk-UA" i="1" dirty="0"/>
              <a:t>[…]</a:t>
            </a:r>
          </a:p>
          <a:p>
            <a:r>
              <a:rPr lang="uk-UA" i="1" dirty="0"/>
              <a:t>До древнього </a:t>
            </a:r>
            <a:r>
              <a:rPr lang="uk-UA" i="1" dirty="0" err="1"/>
              <a:t>града</a:t>
            </a:r>
            <a:r>
              <a:rPr lang="uk-UA" i="1" dirty="0"/>
              <a:t>, “матері міст руських”, наближаються полки в нестримному прагненні повернути російському народу втрачену ним єдність... Прагнення відторгнути від Росії малоросійську гілку російського народу не залишено й понині. Колишні ставленики німців – Петлюра та його соратники, які поклали початок розчленуванню Росії, продовжують і тепер здійснювати свою злу справу створення самостійної “Української Держави” й боротьби проти відродження Єдиної Росії...»</a:t>
            </a:r>
          </a:p>
        </p:txBody>
      </p:sp>
      <p:graphicFrame>
        <p:nvGraphicFramePr>
          <p:cNvPr id="6" name="Місце для вмісту 5">
            <a:extLst>
              <a:ext uri="{FF2B5EF4-FFF2-40B4-BE49-F238E27FC236}">
                <a16:creationId xmlns:a16="http://schemas.microsoft.com/office/drawing/2014/main" id="{8753493E-49C1-A305-D23E-173080638E59}"/>
              </a:ext>
            </a:extLst>
          </p:cNvPr>
          <p:cNvGraphicFramePr>
            <a:graphicFrameLocks noGrp="1"/>
          </p:cNvGraphicFramePr>
          <p:nvPr>
            <p:ph sz="half" idx="2"/>
            <p:extLst>
              <p:ext uri="{D42A27DB-BD31-4B8C-83A1-F6EECF244321}">
                <p14:modId xmlns:p14="http://schemas.microsoft.com/office/powerpoint/2010/main" val="2122289573"/>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98410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AAA75E-2DDD-CC51-B90B-C4D972FC0E87}"/>
              </a:ext>
            </a:extLst>
          </p:cNvPr>
          <p:cNvSpPr>
            <a:spLocks noGrp="1"/>
          </p:cNvSpPr>
          <p:nvPr>
            <p:ph type="title"/>
          </p:nvPr>
        </p:nvSpPr>
        <p:spPr/>
        <p:txBody>
          <a:bodyPr/>
          <a:lstStyle/>
          <a:p>
            <a:r>
              <a:rPr lang="ru-RU" sz="3200" dirty="0" err="1"/>
              <a:t>Що</a:t>
            </a:r>
            <a:r>
              <a:rPr lang="ru-RU" sz="3200" dirty="0"/>
              <a:t> </a:t>
            </a:r>
            <a:r>
              <a:rPr lang="ru-RU" sz="3200" dirty="0" err="1"/>
              <a:t>було</a:t>
            </a:r>
            <a:r>
              <a:rPr lang="ru-RU" sz="3200" dirty="0"/>
              <a:t> </a:t>
            </a:r>
            <a:r>
              <a:rPr lang="ru-RU" sz="3200" dirty="0" err="1"/>
              <a:t>спільним</a:t>
            </a:r>
            <a:r>
              <a:rPr lang="ru-RU" sz="3200" dirty="0"/>
              <a:t> для </a:t>
            </a:r>
            <a:r>
              <a:rPr lang="ru-RU" sz="3200" dirty="0" err="1"/>
              <a:t>політики</a:t>
            </a:r>
            <a:r>
              <a:rPr lang="ru-RU" sz="3200" dirty="0"/>
              <a:t> </a:t>
            </a:r>
            <a:r>
              <a:rPr lang="ru-RU" sz="3200" dirty="0" err="1"/>
              <a:t>гетьмана</a:t>
            </a:r>
            <a:r>
              <a:rPr lang="ru-RU" sz="3200" dirty="0"/>
              <a:t> П. </a:t>
            </a:r>
            <a:r>
              <a:rPr lang="ru-RU" sz="3200" dirty="0" err="1"/>
              <a:t>Скоропадського</a:t>
            </a:r>
            <a:r>
              <a:rPr lang="ru-RU" sz="3200" dirty="0"/>
              <a:t> і генерала А. </a:t>
            </a:r>
            <a:r>
              <a:rPr lang="ru-RU" sz="3200" dirty="0" err="1"/>
              <a:t>Денікіна</a:t>
            </a:r>
            <a:r>
              <a:rPr lang="ru-RU" sz="3200" dirty="0"/>
              <a:t> на </a:t>
            </a:r>
            <a:r>
              <a:rPr lang="ru-RU" sz="3200" dirty="0" err="1"/>
              <a:t>території</a:t>
            </a:r>
            <a:r>
              <a:rPr lang="ru-RU" sz="3200" dirty="0"/>
              <a:t> </a:t>
            </a:r>
            <a:r>
              <a:rPr lang="ru-RU" sz="3200" dirty="0" err="1"/>
              <a:t>України</a:t>
            </a:r>
            <a:r>
              <a:rPr lang="ru-RU" sz="3200" dirty="0"/>
              <a:t>?</a:t>
            </a:r>
            <a:endParaRPr lang="uk-UA" sz="3200" dirty="0"/>
          </a:p>
        </p:txBody>
      </p:sp>
      <p:pic>
        <p:nvPicPr>
          <p:cNvPr id="7" name="Місце для вмісту 6">
            <a:extLst>
              <a:ext uri="{FF2B5EF4-FFF2-40B4-BE49-F238E27FC236}">
                <a16:creationId xmlns:a16="http://schemas.microsoft.com/office/drawing/2014/main" id="{D3C22C09-712C-3791-7723-C12D30F590C6}"/>
              </a:ext>
            </a:extLst>
          </p:cNvPr>
          <p:cNvPicPr>
            <a:picLocks noGrp="1" noChangeAspect="1"/>
          </p:cNvPicPr>
          <p:nvPr>
            <p:ph sz="half" idx="1"/>
          </p:nvPr>
        </p:nvPicPr>
        <p:blipFill>
          <a:blip r:embed="rId2"/>
          <a:stretch>
            <a:fillRect/>
          </a:stretch>
        </p:blipFill>
        <p:spPr>
          <a:xfrm>
            <a:off x="2320773" y="2641404"/>
            <a:ext cx="2181529" cy="2800741"/>
          </a:xfrm>
        </p:spPr>
      </p:pic>
      <p:graphicFrame>
        <p:nvGraphicFramePr>
          <p:cNvPr id="5" name="Місце для вмісту 4">
            <a:extLst>
              <a:ext uri="{FF2B5EF4-FFF2-40B4-BE49-F238E27FC236}">
                <a16:creationId xmlns:a16="http://schemas.microsoft.com/office/drawing/2014/main" id="{C82BD37D-1173-07EE-2AC8-56522AA50B41}"/>
              </a:ext>
            </a:extLst>
          </p:cNvPr>
          <p:cNvGraphicFramePr>
            <a:graphicFrameLocks noGrp="1"/>
          </p:cNvGraphicFramePr>
          <p:nvPr>
            <p:ph sz="half" idx="2"/>
            <p:extLst>
              <p:ext uri="{D42A27DB-BD31-4B8C-83A1-F6EECF244321}">
                <p14:modId xmlns:p14="http://schemas.microsoft.com/office/powerpoint/2010/main" val="4080618406"/>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8746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9A8D3A-0123-96B1-E75F-D40C4A01F9CD}"/>
              </a:ext>
            </a:extLst>
          </p:cNvPr>
          <p:cNvSpPr>
            <a:spLocks noGrp="1"/>
          </p:cNvSpPr>
          <p:nvPr>
            <p:ph type="title"/>
          </p:nvPr>
        </p:nvSpPr>
        <p:spPr/>
        <p:txBody>
          <a:bodyPr/>
          <a:lstStyle/>
          <a:p>
            <a:r>
              <a:rPr lang="ru-RU" dirty="0" err="1"/>
              <a:t>Які</a:t>
            </a:r>
            <a:r>
              <a:rPr lang="ru-RU" dirty="0"/>
              <a:t> </a:t>
            </a:r>
            <a:r>
              <a:rPr lang="ru-RU" dirty="0" err="1"/>
              <a:t>судження</a:t>
            </a:r>
            <a:r>
              <a:rPr lang="ru-RU" dirty="0"/>
              <a:t> </a:t>
            </a:r>
            <a:r>
              <a:rPr lang="ru-RU" dirty="0" err="1"/>
              <a:t>щодо</a:t>
            </a:r>
            <a:r>
              <a:rPr lang="ru-RU" dirty="0"/>
              <a:t> </a:t>
            </a:r>
            <a:r>
              <a:rPr lang="ru-RU" dirty="0" err="1"/>
              <a:t>нього</a:t>
            </a:r>
            <a:r>
              <a:rPr lang="ru-RU" dirty="0"/>
              <a:t> є </a:t>
            </a:r>
            <a:r>
              <a:rPr lang="ru-RU" dirty="0" err="1"/>
              <a:t>правильними</a:t>
            </a:r>
            <a:r>
              <a:rPr lang="ru-RU" dirty="0"/>
              <a:t>?</a:t>
            </a:r>
            <a:endParaRPr lang="uk-UA" dirty="0"/>
          </a:p>
        </p:txBody>
      </p:sp>
      <p:graphicFrame>
        <p:nvGraphicFramePr>
          <p:cNvPr id="5" name="Місце для вмісту 4">
            <a:extLst>
              <a:ext uri="{FF2B5EF4-FFF2-40B4-BE49-F238E27FC236}">
                <a16:creationId xmlns:a16="http://schemas.microsoft.com/office/drawing/2014/main" id="{14E52301-80B2-5760-5580-7742EC8B296E}"/>
              </a:ext>
            </a:extLst>
          </p:cNvPr>
          <p:cNvGraphicFramePr>
            <a:graphicFrameLocks noGrp="1"/>
          </p:cNvGraphicFramePr>
          <p:nvPr>
            <p:ph sz="half" idx="2"/>
            <p:extLst>
              <p:ext uri="{D42A27DB-BD31-4B8C-83A1-F6EECF244321}">
                <p14:modId xmlns:p14="http://schemas.microsoft.com/office/powerpoint/2010/main" val="412073955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FB0F8C73-4DC2-831A-B810-F8DB2CD77C2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55589" y="2677638"/>
            <a:ext cx="5690380" cy="2459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3711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7FC10C-877E-EEF0-64ED-5DD572A64AEC}"/>
              </a:ext>
            </a:extLst>
          </p:cNvPr>
          <p:cNvSpPr>
            <a:spLocks noGrp="1"/>
          </p:cNvSpPr>
          <p:nvPr>
            <p:ph type="title"/>
          </p:nvPr>
        </p:nvSpPr>
        <p:spPr/>
        <p:txBody>
          <a:bodyPr/>
          <a:lstStyle/>
          <a:p>
            <a:r>
              <a:rPr lang="ru-RU" sz="3200" dirty="0"/>
              <a:t>Яка </a:t>
            </a:r>
            <a:r>
              <a:rPr lang="ru-RU" sz="3200" dirty="0" err="1"/>
              <a:t>подія</a:t>
            </a:r>
            <a:r>
              <a:rPr lang="ru-RU" sz="3200" dirty="0"/>
              <a:t> передувала такому наказу </a:t>
            </a:r>
            <a:r>
              <a:rPr lang="ru-RU" sz="3200" dirty="0" err="1"/>
              <a:t>командуючого</a:t>
            </a:r>
            <a:r>
              <a:rPr lang="ru-RU" sz="3200" dirty="0"/>
              <a:t> </a:t>
            </a:r>
            <a:r>
              <a:rPr lang="ru-RU" sz="3200" dirty="0" err="1"/>
              <a:t>Південним</a:t>
            </a:r>
            <a:r>
              <a:rPr lang="ru-RU" sz="3200" dirty="0"/>
              <a:t> фронтом М. Фрунзе:</a:t>
            </a:r>
            <a:endParaRPr lang="uk-UA" sz="3200" dirty="0"/>
          </a:p>
        </p:txBody>
      </p:sp>
      <p:sp>
        <p:nvSpPr>
          <p:cNvPr id="4" name="Місце для вмісту 3">
            <a:extLst>
              <a:ext uri="{FF2B5EF4-FFF2-40B4-BE49-F238E27FC236}">
                <a16:creationId xmlns:a16="http://schemas.microsoft.com/office/drawing/2014/main" id="{0AD23287-8105-4779-07A2-667C1782F56F}"/>
              </a:ext>
            </a:extLst>
          </p:cNvPr>
          <p:cNvSpPr>
            <a:spLocks noGrp="1"/>
          </p:cNvSpPr>
          <p:nvPr>
            <p:ph sz="half" idx="1"/>
          </p:nvPr>
        </p:nvSpPr>
        <p:spPr/>
        <p:txBody>
          <a:bodyPr/>
          <a:lstStyle/>
          <a:p>
            <a:r>
              <a:rPr lang="uk-UA" i="1" dirty="0"/>
              <a:t>«Наказую: </a:t>
            </a:r>
            <a:r>
              <a:rPr lang="uk-UA" i="1" dirty="0" err="1"/>
              <a:t>військам</a:t>
            </a:r>
            <a:r>
              <a:rPr lang="uk-UA" i="1" dirty="0"/>
              <a:t> фронту вважати Махна та всі </a:t>
            </a:r>
            <a:r>
              <a:rPr lang="uk-UA" i="1" dirty="0" err="1"/>
              <a:t>його</a:t>
            </a:r>
            <a:r>
              <a:rPr lang="uk-UA" i="1" dirty="0"/>
              <a:t> загони ворогами </a:t>
            </a:r>
            <a:r>
              <a:rPr lang="uk-UA" i="1" dirty="0" err="1"/>
              <a:t>Радянськоі</a:t>
            </a:r>
            <a:r>
              <a:rPr lang="uk-UA" i="1" dirty="0"/>
              <a:t>̈ республіки і </a:t>
            </a:r>
            <a:r>
              <a:rPr lang="uk-UA" i="1" dirty="0" err="1"/>
              <a:t>Революціі</a:t>
            </a:r>
            <a:r>
              <a:rPr lang="uk-UA" i="1" dirty="0"/>
              <a:t>̈... командирам червоних частин махновські загони роззброювати, а ті, що будуть чинити опір, — знищувати...»</a:t>
            </a:r>
          </a:p>
        </p:txBody>
      </p:sp>
      <p:graphicFrame>
        <p:nvGraphicFramePr>
          <p:cNvPr id="6" name="Місце для вмісту 5">
            <a:extLst>
              <a:ext uri="{FF2B5EF4-FFF2-40B4-BE49-F238E27FC236}">
                <a16:creationId xmlns:a16="http://schemas.microsoft.com/office/drawing/2014/main" id="{CD31FF30-E066-4E23-69FE-6EEB06811439}"/>
              </a:ext>
            </a:extLst>
          </p:cNvPr>
          <p:cNvGraphicFramePr>
            <a:graphicFrameLocks noGrp="1"/>
          </p:cNvGraphicFramePr>
          <p:nvPr>
            <p:ph sz="half" idx="2"/>
            <p:extLst>
              <p:ext uri="{D42A27DB-BD31-4B8C-83A1-F6EECF244321}">
                <p14:modId xmlns:p14="http://schemas.microsoft.com/office/powerpoint/2010/main" val="123981335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45075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BCB8EA-46F2-7BE8-A6F3-14256F93A9B2}"/>
              </a:ext>
            </a:extLst>
          </p:cNvPr>
          <p:cNvSpPr>
            <a:spLocks noGrp="1"/>
          </p:cNvSpPr>
          <p:nvPr>
            <p:ph type="title"/>
          </p:nvPr>
        </p:nvSpPr>
        <p:spPr/>
        <p:txBody>
          <a:bodyPr/>
          <a:lstStyle/>
          <a:p>
            <a:r>
              <a:rPr lang="ru-RU" dirty="0"/>
              <a:t>Основою </a:t>
            </a:r>
            <a:r>
              <a:rPr lang="ru-RU" dirty="0" err="1"/>
              <a:t>повстанської</a:t>
            </a:r>
            <a:r>
              <a:rPr lang="ru-RU" dirty="0"/>
              <a:t> </a:t>
            </a:r>
            <a:r>
              <a:rPr lang="ru-RU" dirty="0" err="1"/>
              <a:t>армії</a:t>
            </a:r>
            <a:r>
              <a:rPr lang="ru-RU" dirty="0"/>
              <a:t>, </a:t>
            </a:r>
            <a:r>
              <a:rPr lang="ru-RU" dirty="0" err="1"/>
              <a:t>очолюваної</a:t>
            </a:r>
            <a:r>
              <a:rPr lang="ru-RU" dirty="0"/>
              <a:t> </a:t>
            </a:r>
            <a:r>
              <a:rPr lang="ru-RU" dirty="0" err="1"/>
              <a:t>діячем</a:t>
            </a:r>
            <a:r>
              <a:rPr lang="ru-RU" dirty="0"/>
              <a:t>, </a:t>
            </a:r>
            <a:r>
              <a:rPr lang="ru-RU" dirty="0" err="1"/>
              <a:t>зображеним</a:t>
            </a:r>
            <a:r>
              <a:rPr lang="ru-RU" dirty="0"/>
              <a:t> на фото, були</a:t>
            </a:r>
            <a:endParaRPr lang="uk-UA" dirty="0"/>
          </a:p>
        </p:txBody>
      </p:sp>
      <p:graphicFrame>
        <p:nvGraphicFramePr>
          <p:cNvPr id="5" name="Місце для вмісту 4">
            <a:extLst>
              <a:ext uri="{FF2B5EF4-FFF2-40B4-BE49-F238E27FC236}">
                <a16:creationId xmlns:a16="http://schemas.microsoft.com/office/drawing/2014/main" id="{F4AD3C6E-9D48-9A7D-1A87-2A0C9A44F6A4}"/>
              </a:ext>
            </a:extLst>
          </p:cNvPr>
          <p:cNvGraphicFramePr>
            <a:graphicFrameLocks noGrp="1"/>
          </p:cNvGraphicFramePr>
          <p:nvPr>
            <p:ph sz="half" idx="2"/>
            <p:extLst>
              <p:ext uri="{D42A27DB-BD31-4B8C-83A1-F6EECF244321}">
                <p14:modId xmlns:p14="http://schemas.microsoft.com/office/powerpoint/2010/main" val="421471187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2E1AE7B1-FEE5-BF9F-9A20-18141D3E4C2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465513" y="2222287"/>
            <a:ext cx="4120365" cy="3638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9228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60121D-472E-6634-FE6F-87CF271C8B53}"/>
              </a:ext>
            </a:extLst>
          </p:cNvPr>
          <p:cNvSpPr>
            <a:spLocks noGrp="1"/>
          </p:cNvSpPr>
          <p:nvPr>
            <p:ph type="title"/>
          </p:nvPr>
        </p:nvSpPr>
        <p:spPr/>
        <p:txBody>
          <a:bodyPr/>
          <a:lstStyle/>
          <a:p>
            <a:r>
              <a:rPr lang="ru-RU" dirty="0" err="1"/>
              <a:t>Перебіг</a:t>
            </a:r>
            <a:r>
              <a:rPr lang="ru-RU" dirty="0"/>
              <a:t> </a:t>
            </a:r>
            <a:r>
              <a:rPr lang="ru-RU" dirty="0" err="1"/>
              <a:t>яких</a:t>
            </a:r>
            <a:r>
              <a:rPr lang="ru-RU" dirty="0"/>
              <a:t> </a:t>
            </a:r>
            <a:r>
              <a:rPr lang="ru-RU" dirty="0" err="1"/>
              <a:t>подій</a:t>
            </a:r>
            <a:r>
              <a:rPr lang="ru-RU" dirty="0"/>
              <a:t> </a:t>
            </a:r>
            <a:r>
              <a:rPr lang="ru-RU" dirty="0" err="1"/>
              <a:t>відображено</a:t>
            </a:r>
            <a:r>
              <a:rPr lang="ru-RU" dirty="0"/>
              <a:t> на </a:t>
            </a:r>
            <a:r>
              <a:rPr lang="ru-RU" dirty="0" err="1"/>
              <a:t>карті</a:t>
            </a:r>
            <a:r>
              <a:rPr lang="ru-RU" dirty="0"/>
              <a:t>?</a:t>
            </a:r>
            <a:endParaRPr lang="uk-UA" dirty="0"/>
          </a:p>
        </p:txBody>
      </p:sp>
      <p:graphicFrame>
        <p:nvGraphicFramePr>
          <p:cNvPr id="5" name="Місце для вмісту 4">
            <a:extLst>
              <a:ext uri="{FF2B5EF4-FFF2-40B4-BE49-F238E27FC236}">
                <a16:creationId xmlns:a16="http://schemas.microsoft.com/office/drawing/2014/main" id="{FE076FD2-54BE-0307-264D-6F8B8B33A736}"/>
              </a:ext>
            </a:extLst>
          </p:cNvPr>
          <p:cNvGraphicFramePr>
            <a:graphicFrameLocks noGrp="1"/>
          </p:cNvGraphicFramePr>
          <p:nvPr>
            <p:ph sz="half" idx="2"/>
            <p:extLst>
              <p:ext uri="{D42A27DB-BD31-4B8C-83A1-F6EECF244321}">
                <p14:modId xmlns:p14="http://schemas.microsoft.com/office/powerpoint/2010/main" val="1041614775"/>
              </p:ext>
            </p:extLst>
          </p:nvPr>
        </p:nvGraphicFramePr>
        <p:xfrm>
          <a:off x="6187415" y="1869390"/>
          <a:ext cx="5194583" cy="4344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68D21D55-8710-87FE-7C9F-356FE740252E}"/>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36959" y="2222500"/>
            <a:ext cx="3949157"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3190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7AE7-D078-2C5D-A898-C5E12019309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EC70BD-4C7C-4ED3-CB8A-25FF935C09DB}"/>
              </a:ext>
            </a:extLst>
          </p:cNvPr>
          <p:cNvSpPr>
            <a:spLocks noGrp="1"/>
          </p:cNvSpPr>
          <p:nvPr>
            <p:ph type="title"/>
          </p:nvPr>
        </p:nvSpPr>
        <p:spPr/>
        <p:txBody>
          <a:bodyPr/>
          <a:lstStyle/>
          <a:p>
            <a:r>
              <a:rPr lang="ru-RU" sz="3600" dirty="0" err="1"/>
              <a:t>Зазначені</a:t>
            </a:r>
            <a:r>
              <a:rPr lang="ru-RU" sz="3600" dirty="0"/>
              <a:t> в </a:t>
            </a:r>
            <a:r>
              <a:rPr lang="ru-RU" sz="3600" dirty="0" err="1"/>
              <a:t>уривку</a:t>
            </a:r>
            <a:r>
              <a:rPr lang="ru-RU" sz="3600" dirty="0"/>
              <a:t> документа </a:t>
            </a:r>
            <a:r>
              <a:rPr lang="ru-RU" sz="3600" dirty="0" err="1"/>
              <a:t>обставини</a:t>
            </a:r>
            <a:r>
              <a:rPr lang="ru-RU" sz="3600" dirty="0"/>
              <a:t> </a:t>
            </a:r>
            <a:r>
              <a:rPr lang="ru-RU" sz="3600" dirty="0" err="1"/>
              <a:t>спонукали</a:t>
            </a:r>
            <a:r>
              <a:rPr lang="ru-RU" sz="3600" dirty="0"/>
              <a:t> «Уряд» до</a:t>
            </a:r>
            <a:endParaRPr lang="uk-UA" sz="3600" dirty="0"/>
          </a:p>
        </p:txBody>
      </p:sp>
      <p:sp>
        <p:nvSpPr>
          <p:cNvPr id="3" name="Місце для вмісту 2">
            <a:extLst>
              <a:ext uri="{FF2B5EF4-FFF2-40B4-BE49-F238E27FC236}">
                <a16:creationId xmlns:a16="http://schemas.microsoft.com/office/drawing/2014/main" id="{A29A646C-DAAE-5B9E-BBD8-7C7094BA08F6}"/>
              </a:ext>
            </a:extLst>
          </p:cNvPr>
          <p:cNvSpPr>
            <a:spLocks noGrp="1"/>
          </p:cNvSpPr>
          <p:nvPr>
            <p:ph sz="half" idx="1"/>
          </p:nvPr>
        </p:nvSpPr>
        <p:spPr/>
        <p:txBody>
          <a:bodyPr>
            <a:normAutofit fontScale="92500" lnSpcReduction="10000"/>
          </a:bodyPr>
          <a:lstStyle/>
          <a:p>
            <a:r>
              <a:rPr lang="uk-UA" i="1" dirty="0"/>
              <a:t>«Перехід Галицької Армії на сторону Денікіна поставив нашу Армію в надзвичайно тяжке стратегічне й матеріальне положення, бо, одночасно з передачею ворогові значної кількості військового майна, для його наступу була відкрита головна комунікаційна лінія... У зв’язку з цим Уряд… заявляє, що він тимчасово переходить на інші способи боротьби за нашу державність... Уряд буде керувати справами України та захищати її перед іншими державами так, як цього вимагатимуть інтереси нашої республіки...»</a:t>
            </a:r>
          </a:p>
        </p:txBody>
      </p:sp>
      <p:graphicFrame>
        <p:nvGraphicFramePr>
          <p:cNvPr id="7" name="Місце для вмісту 6">
            <a:extLst>
              <a:ext uri="{FF2B5EF4-FFF2-40B4-BE49-F238E27FC236}">
                <a16:creationId xmlns:a16="http://schemas.microsoft.com/office/drawing/2014/main" id="{185E085F-AA55-9A11-77E8-829F5D2D53EC}"/>
              </a:ext>
            </a:extLst>
          </p:cNvPr>
          <p:cNvGraphicFramePr>
            <a:graphicFrameLocks noGrp="1"/>
          </p:cNvGraphicFramePr>
          <p:nvPr>
            <p:ph sz="half" idx="2"/>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2858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A313E8-A599-6208-D57E-544A680F575E}"/>
              </a:ext>
            </a:extLst>
          </p:cNvPr>
          <p:cNvSpPr>
            <a:spLocks noGrp="1"/>
          </p:cNvSpPr>
          <p:nvPr>
            <p:ph type="title"/>
          </p:nvPr>
        </p:nvSpPr>
        <p:spPr/>
        <p:txBody>
          <a:bodyPr/>
          <a:lstStyle/>
          <a:p>
            <a:r>
              <a:rPr lang="ru-RU" sz="2800" dirty="0"/>
              <a:t>У </a:t>
            </a:r>
            <a:r>
              <a:rPr lang="ru-RU" sz="2800" dirty="0" err="1"/>
              <a:t>результаті</a:t>
            </a:r>
            <a:r>
              <a:rPr lang="ru-RU" sz="2800" dirty="0"/>
              <a:t> «</a:t>
            </a:r>
            <a:r>
              <a:rPr lang="ru-RU" sz="2800" dirty="0" err="1"/>
              <a:t>надзвичайно</a:t>
            </a:r>
            <a:r>
              <a:rPr lang="ru-RU" sz="2800" dirty="0"/>
              <a:t> тяжкого </a:t>
            </a:r>
            <a:r>
              <a:rPr lang="ru-RU" sz="2800" dirty="0" err="1"/>
              <a:t>стратегічного</a:t>
            </a:r>
            <a:r>
              <a:rPr lang="ru-RU" sz="2800" dirty="0"/>
              <a:t> й </a:t>
            </a:r>
            <a:r>
              <a:rPr lang="ru-RU" sz="2800" dirty="0" err="1"/>
              <a:t>матеріального</a:t>
            </a:r>
            <a:r>
              <a:rPr lang="ru-RU" sz="2800" dirty="0"/>
              <a:t> </a:t>
            </a:r>
            <a:r>
              <a:rPr lang="ru-RU" sz="2800" dirty="0" err="1"/>
              <a:t>положення</a:t>
            </a:r>
            <a:r>
              <a:rPr lang="ru-RU" sz="2800" dirty="0"/>
              <a:t>» «</a:t>
            </a:r>
            <a:r>
              <a:rPr lang="ru-RU" sz="2800" dirty="0" err="1"/>
              <a:t>Армія</a:t>
            </a:r>
            <a:r>
              <a:rPr lang="ru-RU" sz="2800" dirty="0"/>
              <a:t>» </a:t>
            </a:r>
            <a:r>
              <a:rPr lang="ru-RU" sz="2800" dirty="0" err="1"/>
              <a:t>була</a:t>
            </a:r>
            <a:r>
              <a:rPr lang="ru-RU" sz="2800" dirty="0"/>
              <a:t> </a:t>
            </a:r>
            <a:r>
              <a:rPr lang="ru-RU" sz="2800" dirty="0" err="1"/>
              <a:t>змушена</a:t>
            </a:r>
            <a:r>
              <a:rPr lang="ru-RU" sz="2800" dirty="0"/>
              <a:t> </a:t>
            </a:r>
            <a:r>
              <a:rPr lang="ru-RU" sz="2800" dirty="0" err="1"/>
              <a:t>здійснити</a:t>
            </a:r>
            <a:endParaRPr lang="uk-UA" sz="2800" dirty="0"/>
          </a:p>
        </p:txBody>
      </p:sp>
      <p:sp>
        <p:nvSpPr>
          <p:cNvPr id="3" name="Місце для вмісту 2">
            <a:extLst>
              <a:ext uri="{FF2B5EF4-FFF2-40B4-BE49-F238E27FC236}">
                <a16:creationId xmlns:a16="http://schemas.microsoft.com/office/drawing/2014/main" id="{34290BD6-1631-C8EB-1CEC-6716E546C7DF}"/>
              </a:ext>
            </a:extLst>
          </p:cNvPr>
          <p:cNvSpPr>
            <a:spLocks noGrp="1"/>
          </p:cNvSpPr>
          <p:nvPr>
            <p:ph sz="half" idx="1"/>
          </p:nvPr>
        </p:nvSpPr>
        <p:spPr/>
        <p:txBody>
          <a:bodyPr>
            <a:normAutofit fontScale="92500" lnSpcReduction="10000"/>
          </a:bodyPr>
          <a:lstStyle/>
          <a:p>
            <a:r>
              <a:rPr lang="uk-UA" i="1" dirty="0"/>
              <a:t>«Перехід Галицької Армії на сторону Денікіна поставив нашу Армію в надзвичайно тяжке стратегічне й матеріальне положення, бо, одночасно з передачею ворогові значної кількості військового майна, для його наступу була відкрита головна комунікаційна лінія... У зв’язку з цим Уряд… заявляє, що він тимчасово переходить на інші способи боротьби за нашу державність... Уряд буде керувати справами України та захищати її перед іншими державами так, як цього вимагатимуть інтереси нашої республіки...»</a:t>
            </a:r>
          </a:p>
        </p:txBody>
      </p:sp>
      <p:graphicFrame>
        <p:nvGraphicFramePr>
          <p:cNvPr id="5" name="Місце для вмісту 4">
            <a:extLst>
              <a:ext uri="{FF2B5EF4-FFF2-40B4-BE49-F238E27FC236}">
                <a16:creationId xmlns:a16="http://schemas.microsoft.com/office/drawing/2014/main" id="{58A41F10-92DD-D575-7BAE-4413098BFDA7}"/>
              </a:ext>
            </a:extLst>
          </p:cNvPr>
          <p:cNvGraphicFramePr>
            <a:graphicFrameLocks noGrp="1"/>
          </p:cNvGraphicFramePr>
          <p:nvPr>
            <p:ph sz="half" idx="2"/>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6332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34BC96-7861-BE32-0803-3F0CCB84D0D5}"/>
              </a:ext>
            </a:extLst>
          </p:cNvPr>
          <p:cNvSpPr>
            <a:spLocks noGrp="1"/>
          </p:cNvSpPr>
          <p:nvPr>
            <p:ph type="title"/>
          </p:nvPr>
        </p:nvSpPr>
        <p:spPr/>
        <p:txBody>
          <a:bodyPr/>
          <a:lstStyle/>
          <a:p>
            <a:r>
              <a:rPr lang="ru-RU" dirty="0" err="1"/>
              <a:t>Якими</a:t>
            </a:r>
            <a:r>
              <a:rPr lang="ru-RU" dirty="0"/>
              <a:t> </a:t>
            </a:r>
            <a:r>
              <a:rPr lang="ru-RU" dirty="0" err="1"/>
              <a:t>подіями</a:t>
            </a:r>
            <a:r>
              <a:rPr lang="ru-RU" dirty="0"/>
              <a:t> </a:t>
            </a:r>
            <a:r>
              <a:rPr lang="ru-RU" dirty="0" err="1"/>
              <a:t>завершилася</a:t>
            </a:r>
            <a:r>
              <a:rPr lang="ru-RU" dirty="0"/>
              <a:t> </a:t>
            </a:r>
            <a:r>
              <a:rPr lang="ru-RU" dirty="0" err="1"/>
              <a:t>Громадянська</a:t>
            </a:r>
            <a:r>
              <a:rPr lang="ru-RU" dirty="0"/>
              <a:t> </a:t>
            </a:r>
            <a:r>
              <a:rPr lang="ru-RU" dirty="0" err="1"/>
              <a:t>війна</a:t>
            </a:r>
            <a:r>
              <a:rPr lang="ru-RU" dirty="0"/>
              <a:t> в </a:t>
            </a:r>
            <a:r>
              <a:rPr lang="ru-RU" dirty="0" err="1"/>
              <a:t>Україні</a:t>
            </a:r>
            <a:r>
              <a:rPr lang="ru-RU" dirty="0"/>
              <a:t>?</a:t>
            </a:r>
            <a:endParaRPr lang="uk-UA" dirty="0"/>
          </a:p>
        </p:txBody>
      </p:sp>
      <p:graphicFrame>
        <p:nvGraphicFramePr>
          <p:cNvPr id="6" name="Місце для вмісту 5">
            <a:extLst>
              <a:ext uri="{FF2B5EF4-FFF2-40B4-BE49-F238E27FC236}">
                <a16:creationId xmlns:a16="http://schemas.microsoft.com/office/drawing/2014/main" id="{69D79174-90C5-C6EA-5F68-3CD7A02D7F0C}"/>
              </a:ext>
            </a:extLst>
          </p:cNvPr>
          <p:cNvGraphicFramePr>
            <a:graphicFrameLocks noGrp="1"/>
          </p:cNvGraphicFramePr>
          <p:nvPr>
            <p:ph sz="half" idx="1"/>
            <p:extLst>
              <p:ext uri="{D42A27DB-BD31-4B8C-83A1-F6EECF244321}">
                <p14:modId xmlns:p14="http://schemas.microsoft.com/office/powerpoint/2010/main" val="3550709771"/>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C46BC633-1A87-C95F-9CB3-A32EE0783F0E}"/>
              </a:ext>
            </a:extLst>
          </p:cNvPr>
          <p:cNvGraphicFramePr>
            <a:graphicFrameLocks noGrp="1"/>
          </p:cNvGraphicFramePr>
          <p:nvPr>
            <p:ph sz="half" idx="2"/>
            <p:extLst>
              <p:ext uri="{D42A27DB-BD31-4B8C-83A1-F6EECF244321}">
                <p14:modId xmlns:p14="http://schemas.microsoft.com/office/powerpoint/2010/main" val="393781163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604733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CE5437-5D89-E13B-2770-619E915E8FEB}"/>
              </a:ext>
            </a:extLst>
          </p:cNvPr>
          <p:cNvSpPr>
            <a:spLocks noGrp="1"/>
          </p:cNvSpPr>
          <p:nvPr>
            <p:ph type="title"/>
          </p:nvPr>
        </p:nvSpPr>
        <p:spPr/>
        <p:txBody>
          <a:bodyPr/>
          <a:lstStyle/>
          <a:p>
            <a:r>
              <a:rPr lang="ru-RU" dirty="0" err="1"/>
              <a:t>Що</a:t>
            </a:r>
            <a:r>
              <a:rPr lang="ru-RU" dirty="0"/>
              <a:t> </a:t>
            </a:r>
            <a:r>
              <a:rPr lang="ru-RU" dirty="0" err="1"/>
              <a:t>сприяло</a:t>
            </a:r>
            <a:r>
              <a:rPr lang="ru-RU" dirty="0"/>
              <a:t> </a:t>
            </a:r>
            <a:r>
              <a:rPr lang="ru-RU" dirty="0" err="1"/>
              <a:t>поразці</a:t>
            </a:r>
            <a:r>
              <a:rPr lang="ru-RU" dirty="0"/>
              <a:t> </a:t>
            </a:r>
            <a:r>
              <a:rPr lang="ru-RU" dirty="0" err="1"/>
              <a:t>денікінського</a:t>
            </a:r>
            <a:r>
              <a:rPr lang="ru-RU" dirty="0"/>
              <a:t> режиму в </a:t>
            </a:r>
            <a:r>
              <a:rPr lang="ru-RU" dirty="0" err="1"/>
              <a:t>Україні</a:t>
            </a:r>
            <a:r>
              <a:rPr lang="ru-RU" dirty="0"/>
              <a:t> в 1919 р.?</a:t>
            </a:r>
            <a:endParaRPr lang="uk-UA" dirty="0"/>
          </a:p>
        </p:txBody>
      </p:sp>
      <p:graphicFrame>
        <p:nvGraphicFramePr>
          <p:cNvPr id="5" name="Місце для вмісту 4">
            <a:extLst>
              <a:ext uri="{FF2B5EF4-FFF2-40B4-BE49-F238E27FC236}">
                <a16:creationId xmlns:a16="http://schemas.microsoft.com/office/drawing/2014/main" id="{FE265792-A166-0078-2B08-F4F0B964AD68}"/>
              </a:ext>
            </a:extLst>
          </p:cNvPr>
          <p:cNvGraphicFramePr>
            <a:graphicFrameLocks noGrp="1"/>
          </p:cNvGraphicFramePr>
          <p:nvPr>
            <p:ph sz="half" idx="1"/>
            <p:extLst>
              <p:ext uri="{D42A27DB-BD31-4B8C-83A1-F6EECF244321}">
                <p14:modId xmlns:p14="http://schemas.microsoft.com/office/powerpoint/2010/main" val="1722604389"/>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E4124951-007F-EDE4-F5B9-E01DDADDEAE4}"/>
              </a:ext>
            </a:extLst>
          </p:cNvPr>
          <p:cNvGraphicFramePr>
            <a:graphicFrameLocks noGrp="1"/>
          </p:cNvGraphicFramePr>
          <p:nvPr>
            <p:ph sz="half" idx="2"/>
            <p:extLst>
              <p:ext uri="{D42A27DB-BD31-4B8C-83A1-F6EECF244321}">
                <p14:modId xmlns:p14="http://schemas.microsoft.com/office/powerpoint/2010/main" val="4172346481"/>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853919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F8881C-5210-91BA-D8CE-81E653668A3A}"/>
              </a:ext>
            </a:extLst>
          </p:cNvPr>
          <p:cNvSpPr>
            <a:spLocks noGrp="1"/>
          </p:cNvSpPr>
          <p:nvPr>
            <p:ph type="title"/>
          </p:nvPr>
        </p:nvSpPr>
        <p:spPr/>
        <p:txBody>
          <a:bodyPr/>
          <a:lstStyle/>
          <a:p>
            <a:r>
              <a:rPr lang="uk-UA" dirty="0"/>
              <a:t>На карті заштрихована територія</a:t>
            </a:r>
          </a:p>
        </p:txBody>
      </p:sp>
      <p:graphicFrame>
        <p:nvGraphicFramePr>
          <p:cNvPr id="5" name="Місце для вмісту 4">
            <a:extLst>
              <a:ext uri="{FF2B5EF4-FFF2-40B4-BE49-F238E27FC236}">
                <a16:creationId xmlns:a16="http://schemas.microsoft.com/office/drawing/2014/main" id="{3CABE059-A5E8-446C-4D0F-3A9B5C0052DA}"/>
              </a:ext>
            </a:extLst>
          </p:cNvPr>
          <p:cNvGraphicFramePr>
            <a:graphicFrameLocks noGrp="1"/>
          </p:cNvGraphicFramePr>
          <p:nvPr>
            <p:ph sz="half" idx="2"/>
            <p:extLst>
              <p:ext uri="{D42A27DB-BD31-4B8C-83A1-F6EECF244321}">
                <p14:modId xmlns:p14="http://schemas.microsoft.com/office/powerpoint/2010/main" val="89079605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418CDB71-84EF-3273-AB2A-AB96F6298AA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506537" y="2474912"/>
            <a:ext cx="3810000" cy="313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0792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B63268-56A7-302D-2D76-7203642DFB01}"/>
              </a:ext>
            </a:extLst>
          </p:cNvPr>
          <p:cNvSpPr>
            <a:spLocks noGrp="1"/>
          </p:cNvSpPr>
          <p:nvPr>
            <p:ph type="title"/>
          </p:nvPr>
        </p:nvSpPr>
        <p:spPr/>
        <p:txBody>
          <a:bodyPr/>
          <a:lstStyle/>
          <a:p>
            <a:r>
              <a:rPr lang="ru-RU" dirty="0" err="1"/>
              <a:t>Це</a:t>
            </a:r>
            <a:r>
              <a:rPr lang="ru-RU" dirty="0"/>
              <a:t> </a:t>
            </a:r>
            <a:r>
              <a:rPr lang="ru-RU" dirty="0" err="1"/>
              <a:t>складові</a:t>
            </a:r>
            <a:r>
              <a:rPr lang="ru-RU" dirty="0"/>
              <a:t> </a:t>
            </a:r>
            <a:r>
              <a:rPr lang="ru-RU" dirty="0" err="1"/>
              <a:t>політики</a:t>
            </a:r>
            <a:endParaRPr lang="uk-UA" dirty="0"/>
          </a:p>
        </p:txBody>
      </p:sp>
      <p:sp>
        <p:nvSpPr>
          <p:cNvPr id="3" name="Місце для вмісту 2">
            <a:extLst>
              <a:ext uri="{FF2B5EF4-FFF2-40B4-BE49-F238E27FC236}">
                <a16:creationId xmlns:a16="http://schemas.microsoft.com/office/drawing/2014/main" id="{0098E539-CDE1-ACEF-E65B-68829CF69C2D}"/>
              </a:ext>
            </a:extLst>
          </p:cNvPr>
          <p:cNvSpPr>
            <a:spLocks noGrp="1"/>
          </p:cNvSpPr>
          <p:nvPr>
            <p:ph sz="half" idx="1"/>
          </p:nvPr>
        </p:nvSpPr>
        <p:spPr/>
        <p:txBody>
          <a:bodyPr/>
          <a:lstStyle/>
          <a:p>
            <a:r>
              <a:rPr lang="ru-RU" dirty="0" err="1"/>
              <a:t>одержавлення</a:t>
            </a:r>
            <a:r>
              <a:rPr lang="ru-RU" dirty="0"/>
              <a:t> </a:t>
            </a:r>
            <a:r>
              <a:rPr lang="ru-RU" dirty="0" err="1"/>
              <a:t>власності</a:t>
            </a:r>
            <a:r>
              <a:rPr lang="ru-RU" dirty="0"/>
              <a:t>, </a:t>
            </a:r>
            <a:r>
              <a:rPr lang="ru-RU" dirty="0" err="1"/>
              <a:t>згортання</a:t>
            </a:r>
            <a:r>
              <a:rPr lang="ru-RU" dirty="0"/>
              <a:t> товарно-</a:t>
            </a:r>
            <a:r>
              <a:rPr lang="ru-RU" dirty="0" err="1"/>
              <a:t>грошових</a:t>
            </a:r>
            <a:r>
              <a:rPr lang="ru-RU" dirty="0"/>
              <a:t> </a:t>
            </a:r>
            <a:r>
              <a:rPr lang="ru-RU" dirty="0" err="1"/>
              <a:t>відносин</a:t>
            </a:r>
            <a:r>
              <a:rPr lang="ru-RU" dirty="0"/>
              <a:t>, </a:t>
            </a:r>
            <a:r>
              <a:rPr lang="ru-RU" dirty="0" err="1"/>
              <a:t>упровадження</a:t>
            </a:r>
            <a:r>
              <a:rPr lang="ru-RU" dirty="0"/>
              <a:t> </a:t>
            </a:r>
            <a:r>
              <a:rPr lang="ru-RU" dirty="0" err="1"/>
              <a:t>карткової</a:t>
            </a:r>
            <a:r>
              <a:rPr lang="ru-RU" dirty="0"/>
              <a:t> </a:t>
            </a:r>
            <a:r>
              <a:rPr lang="ru-RU" dirty="0" err="1"/>
              <a:t>системи</a:t>
            </a:r>
            <a:r>
              <a:rPr lang="ru-RU" dirty="0"/>
              <a:t> та </a:t>
            </a:r>
            <a:r>
              <a:rPr lang="ru-RU" dirty="0" err="1"/>
              <a:t>загальної</a:t>
            </a:r>
            <a:r>
              <a:rPr lang="ru-RU" dirty="0"/>
              <a:t> </a:t>
            </a:r>
            <a:r>
              <a:rPr lang="ru-RU" dirty="0" err="1"/>
              <a:t>трудової</a:t>
            </a:r>
            <a:r>
              <a:rPr lang="ru-RU" dirty="0"/>
              <a:t> </a:t>
            </a:r>
            <a:r>
              <a:rPr lang="ru-RU" dirty="0" err="1"/>
              <a:t>повинності</a:t>
            </a:r>
            <a:r>
              <a:rPr lang="ru-RU" dirty="0"/>
              <a:t> —</a:t>
            </a:r>
            <a:endParaRPr lang="uk-UA" dirty="0"/>
          </a:p>
        </p:txBody>
      </p:sp>
      <p:graphicFrame>
        <p:nvGraphicFramePr>
          <p:cNvPr id="5" name="Місце для вмісту 4">
            <a:extLst>
              <a:ext uri="{FF2B5EF4-FFF2-40B4-BE49-F238E27FC236}">
                <a16:creationId xmlns:a16="http://schemas.microsoft.com/office/drawing/2014/main" id="{D6C5B16A-9FEC-B726-0617-71B5F7FE2A80}"/>
              </a:ext>
            </a:extLst>
          </p:cNvPr>
          <p:cNvGraphicFramePr>
            <a:graphicFrameLocks noGrp="1"/>
          </p:cNvGraphicFramePr>
          <p:nvPr>
            <p:ph sz="half" idx="2"/>
            <p:extLst>
              <p:ext uri="{D42A27DB-BD31-4B8C-83A1-F6EECF244321}">
                <p14:modId xmlns:p14="http://schemas.microsoft.com/office/powerpoint/2010/main" val="364301880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62904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56D4B7-4026-686B-6A78-F4EDFFA6A7A2}"/>
              </a:ext>
            </a:extLst>
          </p:cNvPr>
          <p:cNvSpPr>
            <a:spLocks noGrp="1"/>
          </p:cNvSpPr>
          <p:nvPr>
            <p:ph type="title"/>
          </p:nvPr>
        </p:nvSpPr>
        <p:spPr/>
        <p:txBody>
          <a:bodyPr/>
          <a:lstStyle/>
          <a:p>
            <a:r>
              <a:rPr lang="ru-RU" sz="3200" dirty="0" err="1"/>
              <a:t>Укажіть</a:t>
            </a:r>
            <a:r>
              <a:rPr lang="ru-RU" sz="3200" dirty="0"/>
              <a:t> </a:t>
            </a:r>
            <a:r>
              <a:rPr lang="ru-RU" sz="3200" dirty="0" err="1"/>
              <a:t>умови</a:t>
            </a:r>
            <a:r>
              <a:rPr lang="ru-RU" sz="3200" dirty="0"/>
              <a:t> </a:t>
            </a:r>
            <a:r>
              <a:rPr lang="ru-RU" sz="3200" dirty="0" err="1"/>
              <a:t>Варшавської</a:t>
            </a:r>
            <a:r>
              <a:rPr lang="ru-RU" sz="3200" dirty="0"/>
              <a:t> угоди (1920 р.) </a:t>
            </a:r>
            <a:r>
              <a:rPr lang="ru-RU" sz="3200" dirty="0" err="1"/>
              <a:t>між</a:t>
            </a:r>
            <a:r>
              <a:rPr lang="ru-RU" sz="3200" dirty="0"/>
              <a:t> </a:t>
            </a:r>
            <a:r>
              <a:rPr lang="ru-RU" sz="3200" dirty="0" err="1"/>
              <a:t>представниками</a:t>
            </a:r>
            <a:r>
              <a:rPr lang="ru-RU" sz="3200" dirty="0"/>
              <a:t> </a:t>
            </a:r>
            <a:r>
              <a:rPr lang="ru-RU" sz="3200" dirty="0" err="1"/>
              <a:t>Директорії</a:t>
            </a:r>
            <a:r>
              <a:rPr lang="ru-RU" sz="3200" dirty="0"/>
              <a:t> УНР і уряду </a:t>
            </a:r>
            <a:r>
              <a:rPr lang="ru-RU" sz="3200" dirty="0" err="1"/>
              <a:t>Польщі</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09D32242-24A1-FE27-C94F-8F71AB2E5E52}"/>
              </a:ext>
            </a:extLst>
          </p:cNvPr>
          <p:cNvGraphicFramePr>
            <a:graphicFrameLocks noGrp="1"/>
          </p:cNvGraphicFramePr>
          <p:nvPr>
            <p:ph sz="half" idx="1"/>
            <p:extLst>
              <p:ext uri="{D42A27DB-BD31-4B8C-83A1-F6EECF244321}">
                <p14:modId xmlns:p14="http://schemas.microsoft.com/office/powerpoint/2010/main" val="4154275789"/>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D2F7CF72-48AD-0AC7-C874-2438B4C3E040}"/>
              </a:ext>
            </a:extLst>
          </p:cNvPr>
          <p:cNvGraphicFramePr>
            <a:graphicFrameLocks noGrp="1"/>
          </p:cNvGraphicFramePr>
          <p:nvPr>
            <p:ph sz="half" idx="2"/>
            <p:extLst>
              <p:ext uri="{D42A27DB-BD31-4B8C-83A1-F6EECF244321}">
                <p14:modId xmlns:p14="http://schemas.microsoft.com/office/powerpoint/2010/main" val="240024049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441420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11D695-275C-8FFF-C2ED-16B83CC46383}"/>
              </a:ext>
            </a:extLst>
          </p:cNvPr>
          <p:cNvSpPr>
            <a:spLocks noGrp="1"/>
          </p:cNvSpPr>
          <p:nvPr>
            <p:ph type="title"/>
          </p:nvPr>
        </p:nvSpPr>
        <p:spPr/>
        <p:txBody>
          <a:bodyPr/>
          <a:lstStyle/>
          <a:p>
            <a:r>
              <a:rPr lang="ru-RU" sz="3200" dirty="0" err="1"/>
              <a:t>Укажіть</a:t>
            </a:r>
            <a:r>
              <a:rPr lang="ru-RU" sz="3200" dirty="0"/>
              <a:t> </a:t>
            </a:r>
            <a:r>
              <a:rPr lang="ru-RU" sz="3200" dirty="0" err="1"/>
              <a:t>умови</a:t>
            </a:r>
            <a:r>
              <a:rPr lang="ru-RU" sz="3200" dirty="0"/>
              <a:t> </a:t>
            </a:r>
            <a:r>
              <a:rPr lang="ru-RU" sz="3200" dirty="0" err="1"/>
              <a:t>Варшавської</a:t>
            </a:r>
            <a:r>
              <a:rPr lang="ru-RU" sz="3200" dirty="0"/>
              <a:t> угоди (1920 р.) </a:t>
            </a:r>
            <a:r>
              <a:rPr lang="ru-RU" sz="3200" dirty="0" err="1"/>
              <a:t>між</a:t>
            </a:r>
            <a:r>
              <a:rPr lang="ru-RU" sz="3200" dirty="0"/>
              <a:t> </a:t>
            </a:r>
            <a:r>
              <a:rPr lang="ru-RU" sz="3200" dirty="0" err="1"/>
              <a:t>представниками</a:t>
            </a:r>
            <a:r>
              <a:rPr lang="ru-RU" sz="3200" dirty="0"/>
              <a:t> </a:t>
            </a:r>
            <a:r>
              <a:rPr lang="ru-RU" sz="3200" dirty="0" err="1"/>
              <a:t>Директорії</a:t>
            </a:r>
            <a:r>
              <a:rPr lang="ru-RU" sz="3200" dirty="0"/>
              <a:t> УНР і уряду </a:t>
            </a:r>
            <a:r>
              <a:rPr lang="ru-RU" sz="3200" dirty="0" err="1"/>
              <a:t>Польщі</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900CA811-FC07-8F22-719D-FAF4F178221B}"/>
              </a:ext>
            </a:extLst>
          </p:cNvPr>
          <p:cNvGraphicFramePr>
            <a:graphicFrameLocks noGrp="1"/>
          </p:cNvGraphicFramePr>
          <p:nvPr>
            <p:ph sz="half" idx="1"/>
            <p:extLst>
              <p:ext uri="{D42A27DB-BD31-4B8C-83A1-F6EECF244321}">
                <p14:modId xmlns:p14="http://schemas.microsoft.com/office/powerpoint/2010/main" val="229949142"/>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0AA0518A-4B23-1584-1CF6-55C75A3029B9}"/>
              </a:ext>
            </a:extLst>
          </p:cNvPr>
          <p:cNvGraphicFramePr>
            <a:graphicFrameLocks noGrp="1"/>
          </p:cNvGraphicFramePr>
          <p:nvPr>
            <p:ph sz="half" idx="2"/>
            <p:extLst>
              <p:ext uri="{D42A27DB-BD31-4B8C-83A1-F6EECF244321}">
                <p14:modId xmlns:p14="http://schemas.microsoft.com/office/powerpoint/2010/main" val="3708089296"/>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49449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7BC3CD-FF7A-21A5-380E-18976768058A}"/>
              </a:ext>
            </a:extLst>
          </p:cNvPr>
          <p:cNvSpPr>
            <a:spLocks noGrp="1"/>
          </p:cNvSpPr>
          <p:nvPr>
            <p:ph type="title"/>
          </p:nvPr>
        </p:nvSpPr>
        <p:spPr/>
        <p:txBody>
          <a:bodyPr/>
          <a:lstStyle/>
          <a:p>
            <a:r>
              <a:rPr lang="ru-RU" dirty="0" err="1"/>
              <a:t>із</a:t>
            </a:r>
            <a:r>
              <a:rPr lang="ru-RU" dirty="0"/>
              <a:t> такою </a:t>
            </a:r>
            <a:r>
              <a:rPr lang="ru-RU" dirty="0" err="1"/>
              <a:t>відозвою</a:t>
            </a:r>
            <a:r>
              <a:rPr lang="ru-RU" dirty="0"/>
              <a:t> до </a:t>
            </a:r>
            <a:r>
              <a:rPr lang="ru-RU" dirty="0" err="1"/>
              <a:t>місцевого</a:t>
            </a:r>
            <a:r>
              <a:rPr lang="ru-RU" dirty="0"/>
              <a:t> </a:t>
            </a:r>
            <a:r>
              <a:rPr lang="ru-RU" dirty="0" err="1"/>
              <a:t>населення</a:t>
            </a:r>
            <a:r>
              <a:rPr lang="ru-RU" dirty="0"/>
              <a:t> в 1920 р. </a:t>
            </a:r>
            <a:r>
              <a:rPr lang="ru-RU" dirty="0" err="1"/>
              <a:t>звернувся</a:t>
            </a:r>
            <a:endParaRPr lang="uk-UA" dirty="0"/>
          </a:p>
        </p:txBody>
      </p:sp>
      <p:sp>
        <p:nvSpPr>
          <p:cNvPr id="3" name="Місце для вмісту 2">
            <a:extLst>
              <a:ext uri="{FF2B5EF4-FFF2-40B4-BE49-F238E27FC236}">
                <a16:creationId xmlns:a16="http://schemas.microsoft.com/office/drawing/2014/main" id="{96C18B4F-DE2D-7870-A73E-557587859CDF}"/>
              </a:ext>
            </a:extLst>
          </p:cNvPr>
          <p:cNvSpPr>
            <a:spLocks noGrp="1"/>
          </p:cNvSpPr>
          <p:nvPr>
            <p:ph sz="half" idx="1"/>
          </p:nvPr>
        </p:nvSpPr>
        <p:spPr/>
        <p:txBody>
          <a:bodyPr/>
          <a:lstStyle/>
          <a:p>
            <a:r>
              <a:rPr lang="uk-UA" i="1" dirty="0"/>
              <a:t>«Наші Орли несуть мешканцям Волині, Поділля та Київщини порядок, свободу, благословенний мир, несуть народу можливість спокійної праці і гарантії того, що її ніхто не забере. З приводу наступу наших військ запевняємо, що він не є загарбницьким... Ми повинні встановити такі стратегічні кордони, які забезпечили б неможливість нової війни...»</a:t>
            </a:r>
          </a:p>
        </p:txBody>
      </p:sp>
      <p:graphicFrame>
        <p:nvGraphicFramePr>
          <p:cNvPr id="5" name="Місце для вмісту 4">
            <a:extLst>
              <a:ext uri="{FF2B5EF4-FFF2-40B4-BE49-F238E27FC236}">
                <a16:creationId xmlns:a16="http://schemas.microsoft.com/office/drawing/2014/main" id="{C2BD8DC0-D320-45E0-EAA2-14120BACD619}"/>
              </a:ext>
            </a:extLst>
          </p:cNvPr>
          <p:cNvGraphicFramePr>
            <a:graphicFrameLocks noGrp="1"/>
          </p:cNvGraphicFramePr>
          <p:nvPr>
            <p:ph sz="half" idx="2"/>
            <p:extLst>
              <p:ext uri="{D42A27DB-BD31-4B8C-83A1-F6EECF244321}">
                <p14:modId xmlns:p14="http://schemas.microsoft.com/office/powerpoint/2010/main" val="345245169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85107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D0B0C4-A8C5-5EA2-173C-C74BD8382FF4}"/>
              </a:ext>
            </a:extLst>
          </p:cNvPr>
          <p:cNvSpPr>
            <a:spLocks noGrp="1"/>
          </p:cNvSpPr>
          <p:nvPr>
            <p:ph type="title"/>
          </p:nvPr>
        </p:nvSpPr>
        <p:spPr/>
        <p:txBody>
          <a:bodyPr/>
          <a:lstStyle/>
          <a:p>
            <a:r>
              <a:rPr lang="ru-RU" dirty="0" err="1"/>
              <a:t>Що</a:t>
            </a:r>
            <a:r>
              <a:rPr lang="ru-RU" dirty="0"/>
              <a:t> стало </a:t>
            </a:r>
            <a:r>
              <a:rPr lang="ru-RU" dirty="0" err="1"/>
              <a:t>наслідком</a:t>
            </a:r>
            <a:r>
              <a:rPr lang="ru-RU" dirty="0"/>
              <a:t> </a:t>
            </a:r>
            <a:r>
              <a:rPr lang="ru-RU" dirty="0" err="1"/>
              <a:t>підписання</a:t>
            </a:r>
            <a:r>
              <a:rPr lang="ru-RU" dirty="0"/>
              <a:t> </a:t>
            </a:r>
            <a:r>
              <a:rPr lang="ru-RU" dirty="0" err="1"/>
              <a:t>Варшавської</a:t>
            </a:r>
            <a:r>
              <a:rPr lang="ru-RU" dirty="0"/>
              <a:t> угоди (</a:t>
            </a:r>
            <a:r>
              <a:rPr lang="ru-RU" dirty="0" err="1"/>
              <a:t>квітень</a:t>
            </a:r>
            <a:r>
              <a:rPr lang="ru-RU" dirty="0"/>
              <a:t> 1920 р.)?</a:t>
            </a:r>
            <a:endParaRPr lang="uk-UA" dirty="0"/>
          </a:p>
        </p:txBody>
      </p:sp>
      <p:sp>
        <p:nvSpPr>
          <p:cNvPr id="3" name="Місце для вмісту 2">
            <a:extLst>
              <a:ext uri="{FF2B5EF4-FFF2-40B4-BE49-F238E27FC236}">
                <a16:creationId xmlns:a16="http://schemas.microsoft.com/office/drawing/2014/main" id="{EC05DC02-A50D-C06A-5598-5CE5BC5B596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52BD5A30-51F8-2E5C-C34F-1FF74E84AA0D}"/>
              </a:ext>
            </a:extLst>
          </p:cNvPr>
          <p:cNvGraphicFramePr>
            <a:graphicFrameLocks noGrp="1"/>
          </p:cNvGraphicFramePr>
          <p:nvPr>
            <p:ph sz="half" idx="2"/>
            <p:extLst>
              <p:ext uri="{D42A27DB-BD31-4B8C-83A1-F6EECF244321}">
                <p14:modId xmlns:p14="http://schemas.microsoft.com/office/powerpoint/2010/main" val="986192324"/>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5952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CDD421-1BC7-37EE-056E-72536F528AF0}"/>
              </a:ext>
            </a:extLst>
          </p:cNvPr>
          <p:cNvSpPr>
            <a:spLocks noGrp="1"/>
          </p:cNvSpPr>
          <p:nvPr>
            <p:ph type="title"/>
          </p:nvPr>
        </p:nvSpPr>
        <p:spPr/>
        <p:txBody>
          <a:bodyPr/>
          <a:lstStyle/>
          <a:p>
            <a:r>
              <a:rPr lang="ru-RU" dirty="0"/>
              <a:t>У </a:t>
            </a:r>
            <a:r>
              <a:rPr lang="ru-RU" dirty="0" err="1"/>
              <a:t>якому</a:t>
            </a:r>
            <a:r>
              <a:rPr lang="ru-RU" dirty="0"/>
              <a:t> </a:t>
            </a:r>
            <a:r>
              <a:rPr lang="ru-RU" dirty="0" err="1"/>
              <a:t>році</a:t>
            </a:r>
            <a:r>
              <a:rPr lang="ru-RU" dirty="0"/>
              <a:t> </a:t>
            </a:r>
            <a:r>
              <a:rPr lang="ru-RU" dirty="0" err="1"/>
              <a:t>було</a:t>
            </a:r>
            <a:r>
              <a:rPr lang="ru-RU" dirty="0"/>
              <a:t> </a:t>
            </a:r>
            <a:r>
              <a:rPr lang="ru-RU" dirty="0" err="1"/>
              <a:t>укладено</a:t>
            </a:r>
            <a:r>
              <a:rPr lang="ru-RU" dirty="0"/>
              <a:t> </a:t>
            </a:r>
            <a:r>
              <a:rPr lang="ru-RU" dirty="0" err="1"/>
              <a:t>договір</a:t>
            </a:r>
            <a:r>
              <a:rPr lang="ru-RU" dirty="0"/>
              <a:t>?</a:t>
            </a:r>
            <a:endParaRPr lang="uk-UA" dirty="0"/>
          </a:p>
        </p:txBody>
      </p:sp>
      <p:sp>
        <p:nvSpPr>
          <p:cNvPr id="3" name="Місце для вмісту 2">
            <a:extLst>
              <a:ext uri="{FF2B5EF4-FFF2-40B4-BE49-F238E27FC236}">
                <a16:creationId xmlns:a16="http://schemas.microsoft.com/office/drawing/2014/main" id="{7942F6A2-11A1-A757-1D6F-D51179815FCE}"/>
              </a:ext>
            </a:extLst>
          </p:cNvPr>
          <p:cNvSpPr>
            <a:spLocks noGrp="1"/>
          </p:cNvSpPr>
          <p:nvPr>
            <p:ph sz="half" idx="1"/>
          </p:nvPr>
        </p:nvSpPr>
        <p:spPr/>
        <p:txBody>
          <a:bodyPr/>
          <a:lstStyle/>
          <a:p>
            <a:r>
              <a:rPr lang="uk-UA" i="1" dirty="0"/>
              <a:t>«Обидві договірні сторони згідно з принципом самовизначення народів визнають незалежність України і Білорусії, а також погоджуються і постановляють, що східний кордон Польщі, тобто кордон між Росією, Білорусією і Україною з одного боку, і Польщею – з іншого, становить лінія: по річці Західна Двіна від кордону Росії з Латвією… далі вздовж річки Збруч до впадання її в річку Дністер».</a:t>
            </a:r>
          </a:p>
        </p:txBody>
      </p:sp>
      <p:graphicFrame>
        <p:nvGraphicFramePr>
          <p:cNvPr id="5" name="Місце для вмісту 4">
            <a:extLst>
              <a:ext uri="{FF2B5EF4-FFF2-40B4-BE49-F238E27FC236}">
                <a16:creationId xmlns:a16="http://schemas.microsoft.com/office/drawing/2014/main" id="{A2A02E8D-B4D4-1758-6355-56EE34AFFB69}"/>
              </a:ext>
            </a:extLst>
          </p:cNvPr>
          <p:cNvGraphicFramePr>
            <a:graphicFrameLocks noGrp="1"/>
          </p:cNvGraphicFramePr>
          <p:nvPr>
            <p:ph sz="half" idx="2"/>
            <p:extLst>
              <p:ext uri="{D42A27DB-BD31-4B8C-83A1-F6EECF244321}">
                <p14:modId xmlns:p14="http://schemas.microsoft.com/office/powerpoint/2010/main" val="328442681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11567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E9B91-8F65-523F-B120-49AA63F622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52ED3A-47D8-A816-E482-089F3D857CA6}"/>
              </a:ext>
            </a:extLst>
          </p:cNvPr>
          <p:cNvSpPr>
            <a:spLocks noGrp="1"/>
          </p:cNvSpPr>
          <p:nvPr>
            <p:ph type="title"/>
          </p:nvPr>
        </p:nvSpPr>
        <p:spPr/>
        <p:txBody>
          <a:bodyPr/>
          <a:lstStyle/>
          <a:p>
            <a:r>
              <a:rPr lang="ru-RU" b="0" i="0" dirty="0">
                <a:solidFill>
                  <a:srgbClr val="FFFFFF"/>
                </a:solidFill>
                <a:effectLst/>
                <a:latin typeface="Century Gothic" panose="020B0502020202020204" pitchFamily="34" charset="0"/>
              </a:rPr>
              <a:t>У </a:t>
            </a:r>
            <a:r>
              <a:rPr lang="ru-RU" b="0" i="0" dirty="0" err="1">
                <a:solidFill>
                  <a:srgbClr val="FFFFFF"/>
                </a:solidFill>
                <a:effectLst/>
                <a:latin typeface="Century Gothic" panose="020B0502020202020204" pitchFamily="34" charset="0"/>
              </a:rPr>
              <a:t>якому</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місті</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було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підписано</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договір</a:t>
            </a:r>
            <a:r>
              <a:rPr lang="ru-RU" b="0" i="0" dirty="0">
                <a:solidFill>
                  <a:srgbClr val="FFFFFF"/>
                </a:solidFill>
                <a:effectLst/>
                <a:latin typeface="Century Gothic" panose="020B0502020202020204" pitchFamily="34" charset="0"/>
              </a:rPr>
              <a:t>?</a:t>
            </a:r>
            <a:endParaRPr lang="uk-UA" dirty="0"/>
          </a:p>
        </p:txBody>
      </p:sp>
      <p:sp>
        <p:nvSpPr>
          <p:cNvPr id="3" name="Місце для вмісту 2">
            <a:extLst>
              <a:ext uri="{FF2B5EF4-FFF2-40B4-BE49-F238E27FC236}">
                <a16:creationId xmlns:a16="http://schemas.microsoft.com/office/drawing/2014/main" id="{37EB3001-4C51-3575-877E-FD6C6A10EDD2}"/>
              </a:ext>
            </a:extLst>
          </p:cNvPr>
          <p:cNvSpPr>
            <a:spLocks noGrp="1"/>
          </p:cNvSpPr>
          <p:nvPr>
            <p:ph sz="half" idx="1"/>
          </p:nvPr>
        </p:nvSpPr>
        <p:spPr/>
        <p:txBody>
          <a:bodyPr/>
          <a:lstStyle/>
          <a:p>
            <a:r>
              <a:rPr lang="uk-UA" i="1" dirty="0"/>
              <a:t>«Обидві договірні сторони згідно з принципом самовизначення народів визнають незалежність України і Білорусії, а також погоджуються і постановляють, що східний кордон Польщі, тобто кордон між Росією, Білорусією і Україною з одного боку, і Польщею – з іншого, становить лінія: по річці Західна Двіна від кордону Росії з Латвією… далі вздовж річки Збруч до впадання її в річку Дністер».</a:t>
            </a:r>
          </a:p>
        </p:txBody>
      </p:sp>
      <p:graphicFrame>
        <p:nvGraphicFramePr>
          <p:cNvPr id="7" name="Місце для вмісту 6">
            <a:extLst>
              <a:ext uri="{FF2B5EF4-FFF2-40B4-BE49-F238E27FC236}">
                <a16:creationId xmlns:a16="http://schemas.microsoft.com/office/drawing/2014/main" id="{8493CC90-BF7E-A2D7-7BE2-43D3C9D59F95}"/>
              </a:ext>
            </a:extLst>
          </p:cNvPr>
          <p:cNvGraphicFramePr>
            <a:graphicFrameLocks noGrp="1"/>
          </p:cNvGraphicFramePr>
          <p:nvPr>
            <p:ph sz="half" idx="2"/>
            <p:extLst>
              <p:ext uri="{D42A27DB-BD31-4B8C-83A1-F6EECF244321}">
                <p14:modId xmlns:p14="http://schemas.microsoft.com/office/powerpoint/2010/main" val="52922092"/>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95796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52F7-898F-63C6-F762-198AE015BE6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51D1EB-35F7-1AEF-D229-927C839C8234}"/>
              </a:ext>
            </a:extLst>
          </p:cNvPr>
          <p:cNvSpPr>
            <a:spLocks noGrp="1"/>
          </p:cNvSpPr>
          <p:nvPr>
            <p:ph type="title"/>
          </p:nvPr>
        </p:nvSpPr>
        <p:spPr/>
        <p:txBody>
          <a:bodyPr/>
          <a:lstStyle/>
          <a:p>
            <a:r>
              <a:rPr lang="ru-RU" b="0" i="0" dirty="0" err="1">
                <a:solidFill>
                  <a:srgbClr val="FFFFFF"/>
                </a:solidFill>
                <a:effectLst/>
                <a:latin typeface="Century Gothic" panose="020B0502020202020204" pitchFamily="34" charset="0"/>
              </a:rPr>
              <a:t>Укладання</a:t>
            </a:r>
            <a:r>
              <a:rPr lang="ru-RU" b="0" i="0" dirty="0">
                <a:solidFill>
                  <a:srgbClr val="FFFFFF"/>
                </a:solidFill>
                <a:effectLst/>
                <a:latin typeface="Century Gothic" panose="020B0502020202020204" pitchFamily="34" charset="0"/>
              </a:rPr>
              <a:t> договору стало результатом</a:t>
            </a:r>
            <a:endParaRPr lang="uk-UA" dirty="0"/>
          </a:p>
        </p:txBody>
      </p:sp>
      <p:sp>
        <p:nvSpPr>
          <p:cNvPr id="3" name="Місце для вмісту 2">
            <a:extLst>
              <a:ext uri="{FF2B5EF4-FFF2-40B4-BE49-F238E27FC236}">
                <a16:creationId xmlns:a16="http://schemas.microsoft.com/office/drawing/2014/main" id="{A854ECC3-2411-718D-356B-F6FC0723D482}"/>
              </a:ext>
            </a:extLst>
          </p:cNvPr>
          <p:cNvSpPr>
            <a:spLocks noGrp="1"/>
          </p:cNvSpPr>
          <p:nvPr>
            <p:ph sz="half" idx="1"/>
          </p:nvPr>
        </p:nvSpPr>
        <p:spPr/>
        <p:txBody>
          <a:bodyPr/>
          <a:lstStyle/>
          <a:p>
            <a:r>
              <a:rPr lang="uk-UA" i="1" dirty="0"/>
              <a:t>«Обидві договірні сторони згідно з принципом самовизначення народів визнають незалежність України і Білорусії, а також погоджуються і постановляють, що східний кордон Польщі, тобто кордон між Росією, Білорусією і Україною з одного боку, і Польщею – з іншого, становить лінія: по річці Західна Двіна від кордону Росії з Латвією… далі вздовж річки Збруч до впадання її в річку Дністер».</a:t>
            </a:r>
          </a:p>
        </p:txBody>
      </p:sp>
      <p:graphicFrame>
        <p:nvGraphicFramePr>
          <p:cNvPr id="6" name="Місце для вмісту 5">
            <a:extLst>
              <a:ext uri="{FF2B5EF4-FFF2-40B4-BE49-F238E27FC236}">
                <a16:creationId xmlns:a16="http://schemas.microsoft.com/office/drawing/2014/main" id="{96E4F449-1E70-F285-F738-73C46C282138}"/>
              </a:ext>
            </a:extLst>
          </p:cNvPr>
          <p:cNvGraphicFramePr>
            <a:graphicFrameLocks noGrp="1"/>
          </p:cNvGraphicFramePr>
          <p:nvPr>
            <p:ph sz="half" idx="2"/>
            <p:extLst>
              <p:ext uri="{D42A27DB-BD31-4B8C-83A1-F6EECF244321}">
                <p14:modId xmlns:p14="http://schemas.microsoft.com/office/powerpoint/2010/main" val="909024618"/>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4021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C8F85-9C93-D470-22C7-560DD3E0BFD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57A563-8BD6-CFEE-EE42-D8C51D1209E2}"/>
              </a:ext>
            </a:extLst>
          </p:cNvPr>
          <p:cNvSpPr>
            <a:spLocks noGrp="1"/>
          </p:cNvSpPr>
          <p:nvPr>
            <p:ph type="title"/>
          </p:nvPr>
        </p:nvSpPr>
        <p:spPr/>
        <p:txBody>
          <a:bodyPr/>
          <a:lstStyle/>
          <a:p>
            <a:r>
              <a:rPr lang="ru-RU" b="0" i="0" dirty="0" err="1">
                <a:solidFill>
                  <a:srgbClr val="FFFFFF"/>
                </a:solidFill>
                <a:effectLst/>
                <a:latin typeface="Century Gothic" panose="020B0502020202020204" pitchFamily="34" charset="0"/>
              </a:rPr>
              <a:t>Договір</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фактично</a:t>
            </a:r>
            <a:r>
              <a:rPr lang="ru-RU" b="0" i="0" dirty="0">
                <a:solidFill>
                  <a:srgbClr val="FFFFFF"/>
                </a:solidFill>
                <a:effectLst/>
                <a:latin typeface="Century Gothic" panose="020B0502020202020204" pitchFamily="34" charset="0"/>
              </a:rPr>
              <a:t> означав </a:t>
            </a:r>
            <a:r>
              <a:rPr lang="ru-RU" b="0" i="0" dirty="0" err="1">
                <a:solidFill>
                  <a:srgbClr val="FFFFFF"/>
                </a:solidFill>
                <a:effectLst/>
                <a:latin typeface="Century Gothic" panose="020B0502020202020204" pitchFamily="34" charset="0"/>
              </a:rPr>
              <a:t>міжнародне</a:t>
            </a:r>
            <a:r>
              <a:rPr lang="ru-RU" b="0" i="0" dirty="0">
                <a:solidFill>
                  <a:srgbClr val="FFFFFF"/>
                </a:solidFill>
                <a:effectLst/>
                <a:latin typeface="Century Gothic" panose="020B0502020202020204" pitchFamily="34" charset="0"/>
              </a:rPr>
              <a:t> </a:t>
            </a:r>
            <a:r>
              <a:rPr lang="ru-RU" b="0" i="0" dirty="0" err="1">
                <a:solidFill>
                  <a:srgbClr val="FFFFFF"/>
                </a:solidFill>
                <a:effectLst/>
                <a:latin typeface="Century Gothic" panose="020B0502020202020204" pitchFamily="34" charset="0"/>
              </a:rPr>
              <a:t>визнання</a:t>
            </a:r>
            <a:endParaRPr lang="uk-UA" dirty="0"/>
          </a:p>
        </p:txBody>
      </p:sp>
      <p:sp>
        <p:nvSpPr>
          <p:cNvPr id="3" name="Місце для вмісту 2">
            <a:extLst>
              <a:ext uri="{FF2B5EF4-FFF2-40B4-BE49-F238E27FC236}">
                <a16:creationId xmlns:a16="http://schemas.microsoft.com/office/drawing/2014/main" id="{956CF2E8-6293-4D20-4D1A-DD346CFC9BBE}"/>
              </a:ext>
            </a:extLst>
          </p:cNvPr>
          <p:cNvSpPr>
            <a:spLocks noGrp="1"/>
          </p:cNvSpPr>
          <p:nvPr>
            <p:ph sz="half" idx="1"/>
          </p:nvPr>
        </p:nvSpPr>
        <p:spPr/>
        <p:txBody>
          <a:bodyPr/>
          <a:lstStyle/>
          <a:p>
            <a:r>
              <a:rPr lang="uk-UA" i="1" dirty="0"/>
              <a:t>«Обидві договірні сторони згідно з принципом самовизначення народів визнають незалежність України і Білорусії, а також погоджуються і постановляють, що східний кордон Польщі, тобто кордон між Росією, Білорусією і Україною з одного боку, і Польщею – з іншого, становить лінія: по річці Західна Двіна від кордону Росії з Латвією… далі вздовж річки Збруч до впадання її в річку Дністер».</a:t>
            </a:r>
          </a:p>
        </p:txBody>
      </p:sp>
      <p:graphicFrame>
        <p:nvGraphicFramePr>
          <p:cNvPr id="7" name="Місце для вмісту 6">
            <a:extLst>
              <a:ext uri="{FF2B5EF4-FFF2-40B4-BE49-F238E27FC236}">
                <a16:creationId xmlns:a16="http://schemas.microsoft.com/office/drawing/2014/main" id="{E6CBE58F-98F9-0A1F-10BE-8E402FDC2508}"/>
              </a:ext>
            </a:extLst>
          </p:cNvPr>
          <p:cNvGraphicFramePr>
            <a:graphicFrameLocks noGrp="1"/>
          </p:cNvGraphicFramePr>
          <p:nvPr>
            <p:ph sz="half" idx="2"/>
            <p:extLst>
              <p:ext uri="{D42A27DB-BD31-4B8C-83A1-F6EECF244321}">
                <p14:modId xmlns:p14="http://schemas.microsoft.com/office/powerpoint/2010/main" val="106754749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94392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94ED7F-F826-BAD2-BBF6-56C9225790A2}"/>
              </a:ext>
            </a:extLst>
          </p:cNvPr>
          <p:cNvSpPr>
            <a:spLocks noGrp="1"/>
          </p:cNvSpPr>
          <p:nvPr>
            <p:ph type="title"/>
          </p:nvPr>
        </p:nvSpPr>
        <p:spPr/>
        <p:txBody>
          <a:bodyPr/>
          <a:lstStyle/>
          <a:p>
            <a:r>
              <a:rPr lang="ru-RU" sz="3200" dirty="0" err="1"/>
              <a:t>Укажіть</a:t>
            </a:r>
            <a:r>
              <a:rPr lang="ru-RU" sz="3200" dirty="0"/>
              <a:t> </a:t>
            </a:r>
            <a:r>
              <a:rPr lang="ru-RU" sz="3200" dirty="0" err="1"/>
              <a:t>складові</a:t>
            </a:r>
            <a:r>
              <a:rPr lang="ru-RU" sz="3200" dirty="0"/>
              <a:t> </a:t>
            </a:r>
            <a:r>
              <a:rPr lang="ru-RU" sz="3200" dirty="0" err="1"/>
              <a:t>політики</a:t>
            </a:r>
            <a:r>
              <a:rPr lang="ru-RU" sz="3200" dirty="0"/>
              <a:t> «</a:t>
            </a:r>
            <a:r>
              <a:rPr lang="ru-RU" sz="3200" dirty="0" err="1"/>
              <a:t>воєнного</a:t>
            </a:r>
            <a:r>
              <a:rPr lang="ru-RU" sz="3200" dirty="0"/>
              <a:t> </a:t>
            </a:r>
            <a:r>
              <a:rPr lang="ru-RU" sz="3200" dirty="0" err="1"/>
              <a:t>комунізму</a:t>
            </a:r>
            <a:r>
              <a:rPr lang="ru-RU" sz="3200" dirty="0"/>
              <a:t>», </a:t>
            </a:r>
            <a:r>
              <a:rPr lang="ru-RU" sz="3200" dirty="0" err="1"/>
              <a:t>здійснюваної</a:t>
            </a:r>
            <a:r>
              <a:rPr lang="ru-RU" sz="3200" dirty="0"/>
              <a:t> в </a:t>
            </a:r>
            <a:r>
              <a:rPr lang="ru-RU" sz="3200" dirty="0" err="1"/>
              <a:t>Україні</a:t>
            </a:r>
            <a:r>
              <a:rPr lang="ru-RU" sz="3200" dirty="0"/>
              <a:t> в 1919—1921 </a:t>
            </a:r>
            <a:r>
              <a:rPr lang="ru-RU" sz="3200" dirty="0" err="1"/>
              <a:t>рр</a:t>
            </a:r>
            <a:r>
              <a:rPr lang="ru-RU" sz="3200" dirty="0"/>
              <a:t>.</a:t>
            </a:r>
            <a:endParaRPr lang="uk-UA" sz="3200" dirty="0"/>
          </a:p>
        </p:txBody>
      </p:sp>
      <p:graphicFrame>
        <p:nvGraphicFramePr>
          <p:cNvPr id="5" name="Місце для вмісту 4">
            <a:extLst>
              <a:ext uri="{FF2B5EF4-FFF2-40B4-BE49-F238E27FC236}">
                <a16:creationId xmlns:a16="http://schemas.microsoft.com/office/drawing/2014/main" id="{DCCD563D-AD95-0993-4FB2-2D55256B4A83}"/>
              </a:ext>
            </a:extLst>
          </p:cNvPr>
          <p:cNvGraphicFramePr>
            <a:graphicFrameLocks noGrp="1"/>
          </p:cNvGraphicFramePr>
          <p:nvPr>
            <p:ph sz="half" idx="1"/>
            <p:extLst>
              <p:ext uri="{D42A27DB-BD31-4B8C-83A1-F6EECF244321}">
                <p14:modId xmlns:p14="http://schemas.microsoft.com/office/powerpoint/2010/main" val="105069140"/>
              </p:ext>
            </p:extLst>
          </p:nvPr>
        </p:nvGraphicFramePr>
        <p:xfrm>
          <a:off x="818712" y="2222287"/>
          <a:ext cx="5185873" cy="3638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F972D4FE-EF73-16AD-A0DA-DEABDD6053A8}"/>
              </a:ext>
            </a:extLst>
          </p:cNvPr>
          <p:cNvGraphicFramePr>
            <a:graphicFrameLocks noGrp="1"/>
          </p:cNvGraphicFramePr>
          <p:nvPr>
            <p:ph sz="half" idx="2"/>
            <p:extLst>
              <p:ext uri="{D42A27DB-BD31-4B8C-83A1-F6EECF244321}">
                <p14:modId xmlns:p14="http://schemas.microsoft.com/office/powerpoint/2010/main" val="3139568762"/>
              </p:ext>
            </p:extLst>
          </p:nvPr>
        </p:nvGraphicFramePr>
        <p:xfrm>
          <a:off x="6187415" y="2222286"/>
          <a:ext cx="5194583" cy="41885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AlternateContent xmlns:mc="http://schemas.openxmlformats.org/markup-compatibility/2006" xmlns:p14="http://schemas.microsoft.com/office/powerpoint/2010/main">
        <mc:Choice Requires="p14">
          <p:contentPart p14:bwMode="auto" r:id="rId12">
            <p14:nvContentPartPr>
              <p14:cNvPr id="8" name="Рукописні дані 7">
                <a:extLst>
                  <a:ext uri="{FF2B5EF4-FFF2-40B4-BE49-F238E27FC236}">
                    <a16:creationId xmlns:a16="http://schemas.microsoft.com/office/drawing/2014/main" id="{01517D39-0BB8-DBF3-DB41-9560069A7349}"/>
                  </a:ext>
                </a:extLst>
              </p14:cNvPr>
              <p14:cNvContentPartPr/>
              <p14:nvPr/>
            </p14:nvContentPartPr>
            <p14:xfrm>
              <a:off x="275269" y="2231836"/>
              <a:ext cx="362880" cy="1062000"/>
            </p14:xfrm>
          </p:contentPart>
        </mc:Choice>
        <mc:Fallback xmlns="">
          <p:pic>
            <p:nvPicPr>
              <p:cNvPr id="8" name="Рукописні дані 7">
                <a:extLst>
                  <a:ext uri="{FF2B5EF4-FFF2-40B4-BE49-F238E27FC236}">
                    <a16:creationId xmlns:a16="http://schemas.microsoft.com/office/drawing/2014/main" id="{01517D39-0BB8-DBF3-DB41-9560069A7349}"/>
                  </a:ext>
                </a:extLst>
              </p:cNvPr>
              <p:cNvPicPr/>
              <p:nvPr/>
            </p:nvPicPr>
            <p:blipFill>
              <a:blip r:embed="rId13"/>
              <a:stretch>
                <a:fillRect/>
              </a:stretch>
            </p:blipFill>
            <p:spPr>
              <a:xfrm>
                <a:off x="239269" y="2195836"/>
                <a:ext cx="434520" cy="1133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Рукописні дані 8">
                <a:extLst>
                  <a:ext uri="{FF2B5EF4-FFF2-40B4-BE49-F238E27FC236}">
                    <a16:creationId xmlns:a16="http://schemas.microsoft.com/office/drawing/2014/main" id="{33B48E8A-6EA9-93E0-0D90-4F0284F25BA6}"/>
                  </a:ext>
                </a:extLst>
              </p14:cNvPr>
              <p14:cNvContentPartPr/>
              <p14:nvPr/>
            </p14:nvContentPartPr>
            <p14:xfrm>
              <a:off x="434749" y="4751476"/>
              <a:ext cx="362880" cy="1072440"/>
            </p14:xfrm>
          </p:contentPart>
        </mc:Choice>
        <mc:Fallback xmlns="">
          <p:pic>
            <p:nvPicPr>
              <p:cNvPr id="9" name="Рукописні дані 8">
                <a:extLst>
                  <a:ext uri="{FF2B5EF4-FFF2-40B4-BE49-F238E27FC236}">
                    <a16:creationId xmlns:a16="http://schemas.microsoft.com/office/drawing/2014/main" id="{33B48E8A-6EA9-93E0-0D90-4F0284F25BA6}"/>
                  </a:ext>
                </a:extLst>
              </p:cNvPr>
              <p:cNvPicPr/>
              <p:nvPr/>
            </p:nvPicPr>
            <p:blipFill>
              <a:blip r:embed="rId15"/>
              <a:stretch>
                <a:fillRect/>
              </a:stretch>
            </p:blipFill>
            <p:spPr>
              <a:xfrm>
                <a:off x="399109" y="4715836"/>
                <a:ext cx="434520" cy="1144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Рукописні дані 9">
                <a:extLst>
                  <a:ext uri="{FF2B5EF4-FFF2-40B4-BE49-F238E27FC236}">
                    <a16:creationId xmlns:a16="http://schemas.microsoft.com/office/drawing/2014/main" id="{19170400-3C50-EE7A-F57B-3458E816D872}"/>
                  </a:ext>
                </a:extLst>
              </p14:cNvPr>
              <p14:cNvContentPartPr/>
              <p14:nvPr/>
            </p14:nvContentPartPr>
            <p14:xfrm>
              <a:off x="11455789" y="3173956"/>
              <a:ext cx="497520" cy="976680"/>
            </p14:xfrm>
          </p:contentPart>
        </mc:Choice>
        <mc:Fallback xmlns="">
          <p:pic>
            <p:nvPicPr>
              <p:cNvPr id="10" name="Рукописні дані 9">
                <a:extLst>
                  <a:ext uri="{FF2B5EF4-FFF2-40B4-BE49-F238E27FC236}">
                    <a16:creationId xmlns:a16="http://schemas.microsoft.com/office/drawing/2014/main" id="{19170400-3C50-EE7A-F57B-3458E816D872}"/>
                  </a:ext>
                </a:extLst>
              </p:cNvPr>
              <p:cNvPicPr/>
              <p:nvPr/>
            </p:nvPicPr>
            <p:blipFill>
              <a:blip r:embed="rId17"/>
              <a:stretch>
                <a:fillRect/>
              </a:stretch>
            </p:blipFill>
            <p:spPr>
              <a:xfrm>
                <a:off x="11419789" y="3138316"/>
                <a:ext cx="569160" cy="1048320"/>
              </a:xfrm>
              <a:prstGeom prst="rect">
                <a:avLst/>
              </a:prstGeom>
            </p:spPr>
          </p:pic>
        </mc:Fallback>
      </mc:AlternateContent>
    </p:spTree>
    <p:extLst>
      <p:ext uri="{BB962C8B-B14F-4D97-AF65-F5344CB8AC3E}">
        <p14:creationId xmlns:p14="http://schemas.microsoft.com/office/powerpoint/2010/main" val="14016366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C5FA05-4F1F-EA36-ABF1-4EDBCB8CA706}"/>
              </a:ext>
            </a:extLst>
          </p:cNvPr>
          <p:cNvSpPr>
            <a:spLocks noGrp="1"/>
          </p:cNvSpPr>
          <p:nvPr>
            <p:ph type="title"/>
          </p:nvPr>
        </p:nvSpPr>
        <p:spPr/>
        <p:txBody>
          <a:bodyPr/>
          <a:lstStyle/>
          <a:p>
            <a:r>
              <a:rPr lang="ru-RU" sz="3200" dirty="0" err="1"/>
              <a:t>Масова</a:t>
            </a:r>
            <a:r>
              <a:rPr lang="ru-RU" sz="3200" dirty="0"/>
              <a:t> </a:t>
            </a:r>
            <a:r>
              <a:rPr lang="ru-RU" sz="3200" dirty="0" err="1"/>
              <a:t>націоналізація</a:t>
            </a:r>
            <a:r>
              <a:rPr lang="ru-RU" sz="3200" dirty="0"/>
              <a:t> </a:t>
            </a:r>
            <a:r>
              <a:rPr lang="ru-RU" sz="3200" dirty="0" err="1"/>
              <a:t>підприємств</a:t>
            </a:r>
            <a:r>
              <a:rPr lang="ru-RU" sz="3200" dirty="0"/>
              <a:t> </a:t>
            </a:r>
            <a:r>
              <a:rPr lang="ru-RU" sz="3200" dirty="0" err="1"/>
              <a:t>була</a:t>
            </a:r>
            <a:r>
              <a:rPr lang="ru-RU" sz="3200" dirty="0"/>
              <a:t> характерна для </a:t>
            </a:r>
            <a:r>
              <a:rPr lang="ru-RU" sz="3200" dirty="0" err="1"/>
              <a:t>політики</a:t>
            </a:r>
            <a:r>
              <a:rPr lang="ru-RU" sz="3200" dirty="0"/>
              <a:t> </a:t>
            </a:r>
            <a:r>
              <a:rPr lang="ru-RU" sz="3200" dirty="0" err="1"/>
              <a:t>радянської</a:t>
            </a:r>
            <a:r>
              <a:rPr lang="ru-RU" sz="3200" dirty="0"/>
              <a:t> </a:t>
            </a:r>
            <a:r>
              <a:rPr lang="ru-RU" sz="3200" dirty="0" err="1"/>
              <a:t>влади</a:t>
            </a:r>
            <a:r>
              <a:rPr lang="ru-RU" sz="3200" dirty="0"/>
              <a:t> в </a:t>
            </a:r>
            <a:r>
              <a:rPr lang="ru-RU" sz="3200" dirty="0" err="1"/>
              <a:t>Україні</a:t>
            </a:r>
            <a:r>
              <a:rPr lang="ru-RU" sz="3200" dirty="0"/>
              <a:t> в </a:t>
            </a:r>
            <a:r>
              <a:rPr lang="ru-RU" sz="3200" dirty="0" err="1"/>
              <a:t>період</a:t>
            </a:r>
            <a:endParaRPr lang="uk-UA" sz="3200" dirty="0"/>
          </a:p>
        </p:txBody>
      </p:sp>
      <p:sp>
        <p:nvSpPr>
          <p:cNvPr id="3" name="Місце для вмісту 2">
            <a:extLst>
              <a:ext uri="{FF2B5EF4-FFF2-40B4-BE49-F238E27FC236}">
                <a16:creationId xmlns:a16="http://schemas.microsoft.com/office/drawing/2014/main" id="{B087B2F6-722C-2EBE-7026-8059F4AC4D70}"/>
              </a:ext>
            </a:extLst>
          </p:cNvPr>
          <p:cNvSpPr>
            <a:spLocks noGrp="1"/>
          </p:cNvSpPr>
          <p:nvPr>
            <p:ph sz="half" idx="1"/>
          </p:nvPr>
        </p:nvSpPr>
        <p:spPr/>
        <p:txBody>
          <a:bodyPr/>
          <a:lstStyle/>
          <a:p>
            <a:endParaRPr lang="uk-UA" dirty="0"/>
          </a:p>
        </p:txBody>
      </p:sp>
      <p:graphicFrame>
        <p:nvGraphicFramePr>
          <p:cNvPr id="5" name="Місце для вмісту 4">
            <a:extLst>
              <a:ext uri="{FF2B5EF4-FFF2-40B4-BE49-F238E27FC236}">
                <a16:creationId xmlns:a16="http://schemas.microsoft.com/office/drawing/2014/main" id="{1E8CA4D7-B89D-AAF0-A390-25E7C782E09A}"/>
              </a:ext>
            </a:extLst>
          </p:cNvPr>
          <p:cNvGraphicFramePr>
            <a:graphicFrameLocks noGrp="1"/>
          </p:cNvGraphicFramePr>
          <p:nvPr>
            <p:ph sz="half" idx="2"/>
            <p:extLst>
              <p:ext uri="{D42A27DB-BD31-4B8C-83A1-F6EECF244321}">
                <p14:modId xmlns:p14="http://schemas.microsoft.com/office/powerpoint/2010/main" val="2435797809"/>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96857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8E7385-7D42-F111-870C-0994BF0B3CBB}"/>
              </a:ext>
            </a:extLst>
          </p:cNvPr>
          <p:cNvSpPr>
            <a:spLocks noGrp="1"/>
          </p:cNvSpPr>
          <p:nvPr>
            <p:ph type="title"/>
          </p:nvPr>
        </p:nvSpPr>
        <p:spPr/>
        <p:txBody>
          <a:bodyPr/>
          <a:lstStyle/>
          <a:p>
            <a:r>
              <a:rPr lang="ru-RU" dirty="0" err="1"/>
              <a:t>Установіть</a:t>
            </a:r>
            <a:r>
              <a:rPr lang="ru-RU" dirty="0"/>
              <a:t> </a:t>
            </a:r>
            <a:r>
              <a:rPr lang="ru-RU" dirty="0" err="1"/>
              <a:t>послідовність</a:t>
            </a:r>
            <a:r>
              <a:rPr lang="ru-RU" dirty="0"/>
              <a:t> </a:t>
            </a:r>
            <a:r>
              <a:rPr lang="ru-RU" dirty="0" err="1"/>
              <a:t>утворення</a:t>
            </a:r>
            <a:r>
              <a:rPr lang="ru-RU" dirty="0"/>
              <a:t> </a:t>
            </a:r>
            <a:r>
              <a:rPr lang="ru-RU" dirty="0" err="1"/>
              <a:t>органів</a:t>
            </a:r>
            <a:r>
              <a:rPr lang="ru-RU" dirty="0"/>
              <a:t> </a:t>
            </a:r>
            <a:r>
              <a:rPr lang="ru-RU" dirty="0" err="1"/>
              <a:t>державної</a:t>
            </a:r>
            <a:r>
              <a:rPr lang="ru-RU" dirty="0"/>
              <a:t> </a:t>
            </a:r>
            <a:r>
              <a:rPr lang="ru-RU" dirty="0" err="1"/>
              <a:t>влади</a:t>
            </a:r>
            <a:r>
              <a:rPr lang="ru-RU" dirty="0"/>
              <a:t>.</a:t>
            </a:r>
            <a:endParaRPr lang="uk-UA" dirty="0"/>
          </a:p>
        </p:txBody>
      </p:sp>
      <p:sp>
        <p:nvSpPr>
          <p:cNvPr id="3" name="Місце для вмісту 2">
            <a:extLst>
              <a:ext uri="{FF2B5EF4-FFF2-40B4-BE49-F238E27FC236}">
                <a16:creationId xmlns:a16="http://schemas.microsoft.com/office/drawing/2014/main" id="{1A198671-1529-F50B-671F-3E29CA978DFA}"/>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340C86AB-1AF9-377A-20E6-B94ECFA226D2}"/>
              </a:ext>
            </a:extLst>
          </p:cNvPr>
          <p:cNvGraphicFramePr>
            <a:graphicFrameLocks noGrp="1"/>
          </p:cNvGraphicFramePr>
          <p:nvPr>
            <p:ph sz="half" idx="2"/>
            <p:extLst>
              <p:ext uri="{D42A27DB-BD31-4B8C-83A1-F6EECF244321}">
                <p14:modId xmlns:p14="http://schemas.microsoft.com/office/powerpoint/2010/main" val="2723139865"/>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97923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439AD8-C92D-1F94-45A1-183429077A85}"/>
              </a:ext>
            </a:extLst>
          </p:cNvPr>
          <p:cNvSpPr>
            <a:spLocks noGrp="1"/>
          </p:cNvSpPr>
          <p:nvPr>
            <p:ph type="title"/>
          </p:nvPr>
        </p:nvSpPr>
        <p:spPr>
          <a:xfrm>
            <a:off x="415636" y="447188"/>
            <a:ext cx="10966362" cy="970450"/>
          </a:xfrm>
        </p:spPr>
        <p:txBody>
          <a:bodyPr/>
          <a:lstStyle/>
          <a:p>
            <a:r>
              <a:rPr lang="ru-RU" sz="3200" dirty="0"/>
              <a:t>В </a:t>
            </a:r>
            <a:r>
              <a:rPr lang="ru-RU" sz="3200" dirty="0" err="1"/>
              <a:t>уривку</a:t>
            </a:r>
            <a:r>
              <a:rPr lang="ru-RU" sz="3200" dirty="0"/>
              <a:t> з </a:t>
            </a:r>
            <a:r>
              <a:rPr lang="ru-RU" sz="3200" dirty="0" err="1"/>
              <a:t>історичного</a:t>
            </a:r>
            <a:r>
              <a:rPr lang="ru-RU" sz="3200" dirty="0"/>
              <a:t> </a:t>
            </a:r>
            <a:r>
              <a:rPr lang="ru-RU" sz="3200" dirty="0" err="1"/>
              <a:t>джерела</a:t>
            </a:r>
            <a:r>
              <a:rPr lang="ru-RU" sz="3200" dirty="0"/>
              <a:t> </a:t>
            </a:r>
            <a:r>
              <a:rPr lang="ru-RU" sz="3200" dirty="0" err="1"/>
              <a:t>схарактеризовано</a:t>
            </a:r>
            <a:r>
              <a:rPr lang="ru-RU" sz="3200" dirty="0"/>
              <a:t> </a:t>
            </a:r>
            <a:r>
              <a:rPr lang="ru-RU" sz="3200" dirty="0" err="1"/>
              <a:t>наслідки</a:t>
            </a:r>
            <a:r>
              <a:rPr lang="ru-RU" sz="3200" dirty="0"/>
              <a:t> </a:t>
            </a:r>
            <a:r>
              <a:rPr lang="ru-RU" sz="3200" dirty="0" err="1"/>
              <a:t>впровадження</a:t>
            </a:r>
            <a:r>
              <a:rPr lang="ru-RU" sz="3200" dirty="0"/>
              <a:t> </a:t>
            </a:r>
            <a:r>
              <a:rPr lang="ru-RU" sz="3200" dirty="0" err="1"/>
              <a:t>заходів</a:t>
            </a:r>
            <a:endParaRPr lang="uk-UA" sz="3200" dirty="0"/>
          </a:p>
        </p:txBody>
      </p:sp>
      <p:sp>
        <p:nvSpPr>
          <p:cNvPr id="3" name="Місце для вмісту 2">
            <a:extLst>
              <a:ext uri="{FF2B5EF4-FFF2-40B4-BE49-F238E27FC236}">
                <a16:creationId xmlns:a16="http://schemas.microsoft.com/office/drawing/2014/main" id="{E92D9528-B058-BE49-6DBE-B83772B56820}"/>
              </a:ext>
            </a:extLst>
          </p:cNvPr>
          <p:cNvSpPr>
            <a:spLocks noGrp="1"/>
          </p:cNvSpPr>
          <p:nvPr>
            <p:ph sz="half" idx="1"/>
          </p:nvPr>
        </p:nvSpPr>
        <p:spPr/>
        <p:txBody>
          <a:bodyPr/>
          <a:lstStyle/>
          <a:p>
            <a:r>
              <a:rPr lang="uk-UA" i="1" dirty="0"/>
              <a:t>«В одній лише Україні побоїща, розстріли та епідемії, пов'язані з війною.., забрали близько 1,5 млн життів. Нестача харчів та палива, безробіття змусили сотні тисяч людей виїхати з міста в село... Було очевидно, що остаточно виснажене суспільство не готове до корінних соціальних перетворень, що їх планували більшовики...»</a:t>
            </a:r>
          </a:p>
        </p:txBody>
      </p:sp>
      <p:graphicFrame>
        <p:nvGraphicFramePr>
          <p:cNvPr id="5" name="Місце для вмісту 4">
            <a:extLst>
              <a:ext uri="{FF2B5EF4-FFF2-40B4-BE49-F238E27FC236}">
                <a16:creationId xmlns:a16="http://schemas.microsoft.com/office/drawing/2014/main" id="{43D9224D-883C-350C-C159-BA92370079F2}"/>
              </a:ext>
            </a:extLst>
          </p:cNvPr>
          <p:cNvGraphicFramePr>
            <a:graphicFrameLocks noGrp="1"/>
          </p:cNvGraphicFramePr>
          <p:nvPr>
            <p:ph sz="half" idx="2"/>
            <p:extLst>
              <p:ext uri="{D42A27DB-BD31-4B8C-83A1-F6EECF244321}">
                <p14:modId xmlns:p14="http://schemas.microsoft.com/office/powerpoint/2010/main" val="2837947360"/>
              </p:ext>
            </p:extLst>
          </p:nvPr>
        </p:nvGraphicFramePr>
        <p:xfrm>
          <a:off x="6187415" y="2222287"/>
          <a:ext cx="5194583" cy="36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62939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Цитований текст">
  <a:themeElements>
    <a:clrScheme name="Цитований текст">
      <a:dk1>
        <a:sysClr val="windowText" lastClr="000000"/>
      </a:dk1>
      <a:lt1>
        <a:sysClr val="window" lastClr="FFFFFF"/>
      </a:lt1>
      <a:dk2>
        <a:srgbClr val="212121"/>
      </a:dk2>
      <a:lt2>
        <a:srgbClr val="636363"/>
      </a:lt2>
      <a:accent1>
        <a:srgbClr val="F03B5E"/>
      </a:accent1>
      <a:accent2>
        <a:srgbClr val="DC6FEC"/>
      </a:accent2>
      <a:accent3>
        <a:srgbClr val="60B1F2"/>
      </a:accent3>
      <a:accent4>
        <a:srgbClr val="6AD5BB"/>
      </a:accent4>
      <a:accent5>
        <a:srgbClr val="E8AB4E"/>
      </a:accent5>
      <a:accent6>
        <a:srgbClr val="F56447"/>
      </a:accent6>
      <a:hlink>
        <a:srgbClr val="8F8F8F"/>
      </a:hlink>
      <a:folHlink>
        <a:srgbClr val="A5A5A5"/>
      </a:folHlink>
    </a:clrScheme>
    <a:fontScheme name="Цитований текст">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Цитований текст">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ACECE1E4-636E-48DB-87ED-4A76DC93378F}"/>
    </a:ext>
  </a:extLst>
</a:theme>
</file>

<file path=ppt/theme/theme2.xml><?xml version="1.0" encoding="utf-8"?>
<a:theme xmlns:a="http://schemas.openxmlformats.org/drawingml/2006/main" name="1_Основна подія">
  <a:themeElements>
    <a:clrScheme name="Основна подія">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Основна подія">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Основна подія">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3.xml><?xml version="1.0" encoding="utf-8"?>
<a:theme xmlns:a="http://schemas.openxmlformats.org/drawingml/2006/main" name="Основна подія">
  <a:themeElements>
    <a:clrScheme name="Основна подія">
      <a:dk1>
        <a:sysClr val="windowText" lastClr="000000"/>
      </a:dk1>
      <a:lt1>
        <a:sysClr val="window" lastClr="FFFFFF"/>
      </a:lt1>
      <a:dk2>
        <a:srgbClr val="424242"/>
      </a:dk2>
      <a:lt2>
        <a:srgbClr val="C8C8C8"/>
      </a:lt2>
      <a:accent1>
        <a:srgbClr val="346492"/>
      </a:accent1>
      <a:accent2>
        <a:srgbClr val="6DA5D4"/>
      </a:accent2>
      <a:accent3>
        <a:srgbClr val="538C79"/>
      </a:accent3>
      <a:accent4>
        <a:srgbClr val="93B75D"/>
      </a:accent4>
      <a:accent5>
        <a:srgbClr val="DEB050"/>
      </a:accent5>
      <a:accent6>
        <a:srgbClr val="BB5354"/>
      </a:accent6>
      <a:hlink>
        <a:srgbClr val="3289DD"/>
      </a:hlink>
      <a:folHlink>
        <a:srgbClr val="859EB6"/>
      </a:folHlink>
    </a:clrScheme>
    <a:fontScheme name="Основна подія">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Основна подія">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E3530EC-BA5B-407C-9B36-00820F39551C}"/>
    </a:ext>
  </a:extLst>
</a:theme>
</file>

<file path=ppt/theme/theme4.xml><?xml version="1.0" encoding="utf-8"?>
<a:theme xmlns:a="http://schemas.openxmlformats.org/drawingml/2006/main" name="Сланець">
  <a:themeElements>
    <a:clrScheme name="Сланець">
      <a:dk1>
        <a:sysClr val="windowText" lastClr="000000"/>
      </a:dk1>
      <a:lt1>
        <a:sysClr val="window" lastClr="FFFFFF"/>
      </a:lt1>
      <a:dk2>
        <a:srgbClr val="212123"/>
      </a:dk2>
      <a:lt2>
        <a:srgbClr val="DADADA"/>
      </a:lt2>
      <a:accent1>
        <a:srgbClr val="3EC26C"/>
      </a:accent1>
      <a:accent2>
        <a:srgbClr val="B3D463"/>
      </a:accent2>
      <a:accent3>
        <a:srgbClr val="3BBC9D"/>
      </a:accent3>
      <a:accent4>
        <a:srgbClr val="97AF75"/>
      </a:accent4>
      <a:accent5>
        <a:srgbClr val="6BA841"/>
      </a:accent5>
      <a:accent6>
        <a:srgbClr val="79AE90"/>
      </a:accent6>
      <a:hlink>
        <a:srgbClr val="85E4A6"/>
      </a:hlink>
      <a:folHlink>
        <a:srgbClr val="BDF3D0"/>
      </a:folHlink>
    </a:clrScheme>
    <a:fontScheme name="Сланець">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ланець">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docProps/app.xml><?xml version="1.0" encoding="utf-8"?>
<Properties xmlns="http://schemas.openxmlformats.org/officeDocument/2006/extended-properties" xmlns:vt="http://schemas.openxmlformats.org/officeDocument/2006/docPropsVTypes">
  <Template>Цитований текст</Template>
  <TotalTime>541</TotalTime>
  <Words>4982</Words>
  <Application>Microsoft Office PowerPoint</Application>
  <PresentationFormat>Широкий екран</PresentationFormat>
  <Paragraphs>489</Paragraphs>
  <Slides>83</Slides>
  <Notes>0</Notes>
  <HiddenSlides>0</HiddenSlides>
  <MMClips>0</MMClips>
  <ScaleCrop>false</ScaleCrop>
  <HeadingPairs>
    <vt:vector size="6" baseType="variant">
      <vt:variant>
        <vt:lpstr>Використані шрифти</vt:lpstr>
      </vt:variant>
      <vt:variant>
        <vt:i4>5</vt:i4>
      </vt:variant>
      <vt:variant>
        <vt:lpstr>Тема</vt:lpstr>
      </vt:variant>
      <vt:variant>
        <vt:i4>4</vt:i4>
      </vt:variant>
      <vt:variant>
        <vt:lpstr>Заголовки слайдів</vt:lpstr>
      </vt:variant>
      <vt:variant>
        <vt:i4>83</vt:i4>
      </vt:variant>
    </vt:vector>
  </HeadingPairs>
  <TitlesOfParts>
    <vt:vector size="92" baseType="lpstr">
      <vt:lpstr>Arial</vt:lpstr>
      <vt:lpstr>Calisto MT</vt:lpstr>
      <vt:lpstr>Century Gothic</vt:lpstr>
      <vt:lpstr>Impact</vt:lpstr>
      <vt:lpstr>Wingdings 2</vt:lpstr>
      <vt:lpstr>Цитований текст</vt:lpstr>
      <vt:lpstr>1_Основна подія</vt:lpstr>
      <vt:lpstr>Основна подія</vt:lpstr>
      <vt:lpstr>Сланець</vt:lpstr>
      <vt:lpstr>Українська революція. Директорія УНР</vt:lpstr>
      <vt:lpstr>Короткий зміст попередньої лекції</vt:lpstr>
      <vt:lpstr>Початок Української революції</vt:lpstr>
      <vt:lpstr>Презентація PowerPoint</vt:lpstr>
      <vt:lpstr>Універсали Української Центральної Ради</vt:lpstr>
      <vt:lpstr>Події кінця 1917 — початку 1918 рр.</vt:lpstr>
      <vt:lpstr>Причини поразки</vt:lpstr>
      <vt:lpstr>Гетьманат — Українська держава її. Скоропадського. 2.Я квітня — 14 грудня 1918 р.</vt:lpstr>
      <vt:lpstr>Зміст політики П. Скоропадського</vt:lpstr>
      <vt:lpstr>Причини поразки Гетьманщини</vt:lpstr>
      <vt:lpstr>Політичні кроки Директорії</vt:lpstr>
      <vt:lpstr>Установіть відповідність між цитованими документами та часом їхнього оприлюднення</vt:lpstr>
      <vt:lpstr>Коли оприлюднено відозву, уривок з якої наведено:</vt:lpstr>
      <vt:lpstr>Директорія здобула владу за підтримки</vt:lpstr>
      <vt:lpstr>Яка інституція в січні 1919 р. легітимізувала владу Директорії УНР?</vt:lpstr>
      <vt:lpstr>Зазначені заходи здійснювалися Директорією з метою</vt:lpstr>
      <vt:lpstr>Це періоди:</vt:lpstr>
      <vt:lpstr>Установіть послідовність подій суспільно-політичного життя 1917—1919 рр.</vt:lpstr>
      <vt:lpstr>Установіть відповідність між подіями 1918–1920-х років та їхніми наслідками.</vt:lpstr>
      <vt:lpstr>Установіть послідовність подій боротьби за збереження державної незалежності України (1918—1921 рр.).</vt:lpstr>
      <vt:lpstr>Установіть послідовність ухвалення державно-правових актів України.</vt:lpstr>
      <vt:lpstr>Який уряд звертався до президента США В. Вільсона з такою відозвою:</vt:lpstr>
      <vt:lpstr>На фото зображено</vt:lpstr>
      <vt:lpstr>На фото зображено українського громадського, державного діяча –</vt:lpstr>
      <vt:lpstr>Події, описані в уривку документа, увійшли в історію під назвою</vt:lpstr>
      <vt:lpstr>Що спричинило виголошення Ф. Швецем такої промови:</vt:lpstr>
      <vt:lpstr>Урочисте проголошення Директорією</vt:lpstr>
      <vt:lpstr>Українські землі, окреслені на картосхемі жирною лінією, увійшли до складу УНР в результаті</vt:lpstr>
      <vt:lpstr>Під таким гаслом улітку 1919 р. здійснювала наступ</vt:lpstr>
      <vt:lpstr>Презентація PowerPoint</vt:lpstr>
      <vt:lpstr>22 січня 1919 р. на Софійському майдані в Києві урочисто проголошено</vt:lpstr>
      <vt:lpstr>Установіть відповідність між подіями та їхніми результатами й наслідками</vt:lpstr>
      <vt:lpstr>Карта-карикатура, зображена на фото, ілюструє події</vt:lpstr>
      <vt:lpstr>У якому році укладено цитовану угоду?</vt:lpstr>
      <vt:lpstr>Яку подію можна оцінити як порушення умов, викладених у четвертому пункті угоди?</vt:lpstr>
      <vt:lpstr>Установіть відповідність між датою та подією.</vt:lpstr>
      <vt:lpstr>У ході «Чортківської офензиви» Українська Галицька армія примусила відступити</vt:lpstr>
      <vt:lpstr>Установіть відповідність між назвою інституції та прийнятим нею рішенням.</vt:lpstr>
      <vt:lpstr>Установіть відповідність між подією періоду боротьби за збереження державної незалежності України (1918-1921 рр.) та її наслідком</vt:lpstr>
      <vt:lpstr>У цитованому документі відображено ситуацію боротьби за збереження державності України в</vt:lpstr>
      <vt:lpstr>До кого з діячів, зображених на фото, зверталося командування Галицької армії?</vt:lpstr>
      <vt:lpstr>Укажіть портрет історичного діяча, який у 1920 р. був ініціатором воєнно-політичного союзу Української Народної Республіки з Польською Республікою.</vt:lpstr>
      <vt:lpstr>Установіть послідовність основних подій махновського руху.</vt:lpstr>
      <vt:lpstr>«Командармом Повстанської армії» на момент оприлюднення цитованого наказу був</vt:lpstr>
      <vt:lpstr>Результатом виконання завдання Повстанською армією стало захоплення</vt:lpstr>
      <vt:lpstr>Що стало наслідком виконання наказу Революційної військової Ради Південного фронту?</vt:lpstr>
      <vt:lpstr>Установіть відповідність між прізвищем (1–4) діяча та подією (А – Д), до якої він причетний.</vt:lpstr>
      <vt:lpstr>Увідповідніть подію періоду боротьби за відновлення державності України (1918–1921 рр.) з її наслідком.</vt:lpstr>
      <vt:lpstr>Установіть хронологічну послідовність подій періоду боротьби за відновлення державної незалежності України (1918–1921 рр.).</vt:lpstr>
      <vt:lpstr>Другий "Зимовий похід" військ Армії УНР здійснено з метою</vt:lpstr>
      <vt:lpstr>Збройна боротьба військ УНР за незалежність України завершилася</vt:lpstr>
      <vt:lpstr>В уривку з історичного джерела ідеться про підготовку до </vt:lpstr>
      <vt:lpstr>Рейд військових з’єднань Армії УНР тилами радянських і білогвардійських військ у 1919–1920 рр. увійшов в історію під назвою</vt:lpstr>
      <vt:lpstr>Події, перебіг яких позначено на картосхемі, відбувалися впродовж</vt:lpstr>
      <vt:lpstr>Неукраїнські політичні сили </vt:lpstr>
      <vt:lpstr>Установіть послідовність подій, описаних в уривках з історичних джерел періоду боротьби за відновлення державності України.</vt:lpstr>
      <vt:lpstr>Укажіть результат наступу Червоної армії, напрямки якого відображено на картосхемі</vt:lpstr>
      <vt:lpstr>Цитований наказ отримали підрозділи армії</vt:lpstr>
      <vt:lpstr>У якому році відбувалися події, відображені в цитованому наказі?</vt:lpstr>
      <vt:lpstr>Цитований наказ став передумовою</vt:lpstr>
      <vt:lpstr>Що було спільним для політики гетьмана П. Скоропадського і генерала А. Денікіна на території України?</vt:lpstr>
      <vt:lpstr>Які судження щодо нього є правильними?</vt:lpstr>
      <vt:lpstr>Яка подія передувала такому наказу командуючого Південним фронтом М. Фрунзе:</vt:lpstr>
      <vt:lpstr>Основою повстанської армії, очолюваної діячем, зображеним на фото, були</vt:lpstr>
      <vt:lpstr>Перебіг яких подій відображено на карті?</vt:lpstr>
      <vt:lpstr>Зазначені в уривку документа обставини спонукали «Уряд» до</vt:lpstr>
      <vt:lpstr>У результаті «надзвичайно тяжкого стратегічного й матеріального положення» «Армія» була змушена здійснити</vt:lpstr>
      <vt:lpstr>Якими подіями завершилася Громадянська війна в Україні?</vt:lpstr>
      <vt:lpstr>Що сприяло поразці денікінського режиму в Україні в 1919 р.?</vt:lpstr>
      <vt:lpstr>На карті заштрихована територія</vt:lpstr>
      <vt:lpstr>Це складові політики</vt:lpstr>
      <vt:lpstr>Укажіть умови Варшавської угоди (1920 р.) між представниками Директорії УНР і уряду Польщі.</vt:lpstr>
      <vt:lpstr>Укажіть умови Варшавської угоди (1920 р.) між представниками Директорії УНР і уряду Польщі.</vt:lpstr>
      <vt:lpstr>із такою відозвою до місцевого населення в 1920 р. звернувся</vt:lpstr>
      <vt:lpstr>Що стало наслідком підписання Варшавської угоди (квітень 1920 р.)?</vt:lpstr>
      <vt:lpstr>У якому році було укладено договір?</vt:lpstr>
      <vt:lpstr>У якому місті було підписано договір?</vt:lpstr>
      <vt:lpstr>Укладання договору стало результатом</vt:lpstr>
      <vt:lpstr>Договір фактично означав міжнародне визнання</vt:lpstr>
      <vt:lpstr>Укажіть складові політики «воєнного комунізму», здійснюваної в Україні в 1919—1921 рр.</vt:lpstr>
      <vt:lpstr>Масова націоналізація підприємств була характерна для політики радянської влади в Україні в період</vt:lpstr>
      <vt:lpstr>Установіть послідовність утворення органів державної влади.</vt:lpstr>
      <vt:lpstr>В уривку з історичного джерела схарактеризовано наслідки впровадження заходів</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9</cp:revision>
  <dcterms:created xsi:type="dcterms:W3CDTF">2025-01-21T11:01:14Z</dcterms:created>
  <dcterms:modified xsi:type="dcterms:W3CDTF">2025-01-24T15:21:47Z</dcterms:modified>
</cp:coreProperties>
</file>