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317" r:id="rId3"/>
    <p:sldId id="339" r:id="rId4"/>
    <p:sldId id="342" r:id="rId5"/>
    <p:sldId id="327" r:id="rId6"/>
    <p:sldId id="328" r:id="rId7"/>
    <p:sldId id="280" r:id="rId8"/>
    <p:sldId id="319" r:id="rId9"/>
    <p:sldId id="338" r:id="rId10"/>
    <p:sldId id="311" r:id="rId11"/>
    <p:sldId id="312" r:id="rId12"/>
    <p:sldId id="306" r:id="rId13"/>
    <p:sldId id="257" r:id="rId14"/>
    <p:sldId id="314" r:id="rId15"/>
    <p:sldId id="315" r:id="rId16"/>
    <p:sldId id="316" r:id="rId17"/>
    <p:sldId id="303" r:id="rId18"/>
    <p:sldId id="258" r:id="rId19"/>
    <p:sldId id="286" r:id="rId20"/>
    <p:sldId id="320" r:id="rId21"/>
    <p:sldId id="308" r:id="rId22"/>
    <p:sldId id="336" r:id="rId23"/>
    <p:sldId id="270" r:id="rId24"/>
    <p:sldId id="273" r:id="rId25"/>
    <p:sldId id="274" r:id="rId26"/>
    <p:sldId id="283" r:id="rId27"/>
    <p:sldId id="297" r:id="rId28"/>
    <p:sldId id="290" r:id="rId29"/>
    <p:sldId id="288" r:id="rId30"/>
    <p:sldId id="304" r:id="rId31"/>
    <p:sldId id="307" r:id="rId32"/>
    <p:sldId id="281" r:id="rId33"/>
    <p:sldId id="318" r:id="rId34"/>
    <p:sldId id="301" r:id="rId35"/>
    <p:sldId id="282" r:id="rId36"/>
    <p:sldId id="291" r:id="rId37"/>
    <p:sldId id="271" r:id="rId38"/>
    <p:sldId id="299" r:id="rId39"/>
    <p:sldId id="261" r:id="rId40"/>
    <p:sldId id="302" r:id="rId41"/>
    <p:sldId id="329" r:id="rId42"/>
    <p:sldId id="332" r:id="rId43"/>
    <p:sldId id="337" r:id="rId44"/>
    <p:sldId id="330" r:id="rId45"/>
    <p:sldId id="265" r:id="rId46"/>
    <p:sldId id="326" r:id="rId47"/>
    <p:sldId id="267" r:id="rId48"/>
    <p:sldId id="289" r:id="rId49"/>
    <p:sldId id="333" r:id="rId50"/>
    <p:sldId id="335" r:id="rId51"/>
    <p:sldId id="340" r:id="rId52"/>
    <p:sldId id="300" r:id="rId53"/>
    <p:sldId id="323" r:id="rId54"/>
    <p:sldId id="259" r:id="rId55"/>
    <p:sldId id="334" r:id="rId56"/>
    <p:sldId id="260" r:id="rId57"/>
    <p:sldId id="313" r:id="rId58"/>
    <p:sldId id="331" r:id="rId59"/>
    <p:sldId id="262" r:id="rId60"/>
    <p:sldId id="276" r:id="rId61"/>
    <p:sldId id="284" r:id="rId62"/>
    <p:sldId id="277" r:id="rId63"/>
    <p:sldId id="264" r:id="rId64"/>
    <p:sldId id="341" r:id="rId65"/>
    <p:sldId id="266" r:id="rId66"/>
    <p:sldId id="275" r:id="rId67"/>
    <p:sldId id="292" r:id="rId68"/>
    <p:sldId id="293" r:id="rId69"/>
    <p:sldId id="279" r:id="rId70"/>
    <p:sldId id="305" r:id="rId71"/>
    <p:sldId id="278" r:id="rId72"/>
    <p:sldId id="310" r:id="rId73"/>
    <p:sldId id="324" r:id="rId74"/>
    <p:sldId id="268" r:id="rId75"/>
    <p:sldId id="296" r:id="rId76"/>
    <p:sldId id="269" r:id="rId77"/>
    <p:sldId id="294" r:id="rId78"/>
    <p:sldId id="298" r:id="rId79"/>
    <p:sldId id="325" r:id="rId80"/>
    <p:sldId id="272" r:id="rId81"/>
    <p:sldId id="287" r:id="rId82"/>
    <p:sldId id="285" r:id="rId83"/>
    <p:sldId id="309" r:id="rId84"/>
    <p:sldId id="322" r:id="rId85"/>
    <p:sldId id="295" r:id="rId86"/>
    <p:sldId id="263" r:id="rId87"/>
    <p:sldId id="321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2E3AFF50-B77D-4777-A7CA-489FA970E1BF}">
          <p14:sldIdLst>
            <p14:sldId id="256"/>
          </p14:sldIdLst>
        </p14:section>
        <p14:section name="Особистості" id="{AEA48C1E-E23A-473B-9475-B5FB1FD3665C}">
          <p14:sldIdLst>
            <p14:sldId id="317"/>
            <p14:sldId id="339"/>
            <p14:sldId id="342"/>
            <p14:sldId id="327"/>
            <p14:sldId id="328"/>
            <p14:sldId id="280"/>
            <p14:sldId id="319"/>
            <p14:sldId id="338"/>
            <p14:sldId id="311"/>
            <p14:sldId id="312"/>
            <p14:sldId id="306"/>
            <p14:sldId id="257"/>
            <p14:sldId id="314"/>
            <p14:sldId id="315"/>
            <p14:sldId id="316"/>
            <p14:sldId id="303"/>
            <p14:sldId id="258"/>
            <p14:sldId id="286"/>
            <p14:sldId id="320"/>
            <p14:sldId id="308"/>
            <p14:sldId id="336"/>
            <p14:sldId id="270"/>
            <p14:sldId id="273"/>
            <p14:sldId id="274"/>
            <p14:sldId id="283"/>
            <p14:sldId id="297"/>
            <p14:sldId id="290"/>
            <p14:sldId id="288"/>
            <p14:sldId id="304"/>
            <p14:sldId id="307"/>
            <p14:sldId id="281"/>
            <p14:sldId id="318"/>
            <p14:sldId id="301"/>
            <p14:sldId id="282"/>
            <p14:sldId id="291"/>
            <p14:sldId id="271"/>
            <p14:sldId id="299"/>
            <p14:sldId id="261"/>
            <p14:sldId id="302"/>
            <p14:sldId id="329"/>
            <p14:sldId id="332"/>
            <p14:sldId id="337"/>
            <p14:sldId id="330"/>
            <p14:sldId id="265"/>
            <p14:sldId id="326"/>
            <p14:sldId id="267"/>
            <p14:sldId id="289"/>
            <p14:sldId id="333"/>
          </p14:sldIdLst>
        </p14:section>
        <p14:section name="Суспільство" id="{B4EB836F-25C2-4F87-BBF4-7EDB9BC9A48E}">
          <p14:sldIdLst>
            <p14:sldId id="335"/>
            <p14:sldId id="340"/>
            <p14:sldId id="300"/>
            <p14:sldId id="323"/>
            <p14:sldId id="259"/>
            <p14:sldId id="334"/>
            <p14:sldId id="260"/>
            <p14:sldId id="313"/>
            <p14:sldId id="331"/>
            <p14:sldId id="262"/>
            <p14:sldId id="276"/>
            <p14:sldId id="284"/>
            <p14:sldId id="277"/>
            <p14:sldId id="264"/>
            <p14:sldId id="341"/>
            <p14:sldId id="266"/>
            <p14:sldId id="275"/>
            <p14:sldId id="292"/>
            <p14:sldId id="293"/>
            <p14:sldId id="279"/>
            <p14:sldId id="305"/>
            <p14:sldId id="278"/>
            <p14:sldId id="310"/>
            <p14:sldId id="324"/>
            <p14:sldId id="268"/>
            <p14:sldId id="296"/>
            <p14:sldId id="269"/>
            <p14:sldId id="294"/>
            <p14:sldId id="298"/>
            <p14:sldId id="325"/>
            <p14:sldId id="272"/>
            <p14:sldId id="287"/>
            <p14:sldId id="285"/>
            <p14:sldId id="309"/>
            <p14:sldId id="322"/>
            <p14:sldId id="295"/>
          </p14:sldIdLst>
        </p14:section>
        <p14:section name="Війни" id="{F2D7FDCE-37A5-4EFD-A1DC-CADADAA7D461}">
          <p14:sldIdLst>
            <p14:sldId id="263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E1FA9E-3A09-4358-80D8-38DC35DBB5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22C214-32AA-4FFC-8BC0-CD4F2E9E3B5F}">
      <dgm:prSet/>
      <dgm:spPr/>
      <dgm:t>
        <a:bodyPr/>
        <a:lstStyle/>
        <a:p>
          <a:r>
            <a:rPr lang="uk-UA" b="0" i="0" baseline="0"/>
            <a:t>з Кримським ханством.</a:t>
          </a:r>
          <a:endParaRPr lang="uk-UA"/>
        </a:p>
      </dgm:t>
    </dgm:pt>
    <dgm:pt modelId="{5E4B5785-0375-4177-8932-D07E1F500658}" type="parTrans" cxnId="{AC0D3BC5-49C3-44BD-A99F-7DBE317F32B5}">
      <dgm:prSet/>
      <dgm:spPr/>
      <dgm:t>
        <a:bodyPr/>
        <a:lstStyle/>
        <a:p>
          <a:endParaRPr lang="uk-UA"/>
        </a:p>
      </dgm:t>
    </dgm:pt>
    <dgm:pt modelId="{EA5CF3B5-ACC6-4A71-945F-07549AB92D30}" type="sibTrans" cxnId="{AC0D3BC5-49C3-44BD-A99F-7DBE317F32B5}">
      <dgm:prSet/>
      <dgm:spPr/>
      <dgm:t>
        <a:bodyPr/>
        <a:lstStyle/>
        <a:p>
          <a:endParaRPr lang="uk-UA"/>
        </a:p>
      </dgm:t>
    </dgm:pt>
    <dgm:pt modelId="{8EA565C8-C198-4FE8-819C-0A273F661DFA}">
      <dgm:prSet/>
      <dgm:spPr/>
      <dgm:t>
        <a:bodyPr/>
        <a:lstStyle/>
        <a:p>
          <a:r>
            <a:rPr lang="uk-UA" b="0" i="0" baseline="0"/>
            <a:t>з Османською імперією.</a:t>
          </a:r>
          <a:endParaRPr lang="uk-UA"/>
        </a:p>
      </dgm:t>
    </dgm:pt>
    <dgm:pt modelId="{E94DF8EF-9B20-4AB4-97BD-62FF6076D837}" type="parTrans" cxnId="{F4858193-3E35-49F2-BEA2-7787E24D52D3}">
      <dgm:prSet/>
      <dgm:spPr/>
      <dgm:t>
        <a:bodyPr/>
        <a:lstStyle/>
        <a:p>
          <a:endParaRPr lang="uk-UA"/>
        </a:p>
      </dgm:t>
    </dgm:pt>
    <dgm:pt modelId="{1F3713E3-95A3-415F-A092-C5B59055F52F}" type="sibTrans" cxnId="{F4858193-3E35-49F2-BEA2-7787E24D52D3}">
      <dgm:prSet/>
      <dgm:spPr/>
      <dgm:t>
        <a:bodyPr/>
        <a:lstStyle/>
        <a:p>
          <a:endParaRPr lang="uk-UA"/>
        </a:p>
      </dgm:t>
    </dgm:pt>
    <dgm:pt modelId="{E8CF7B97-85D4-43B5-B5EE-ED4B8034053C}">
      <dgm:prSet/>
      <dgm:spPr/>
      <dgm:t>
        <a:bodyPr/>
        <a:lstStyle/>
        <a:p>
          <a:r>
            <a:rPr lang="uk-UA" b="0" i="0" baseline="0"/>
            <a:t>зі Шведським королівством.</a:t>
          </a:r>
          <a:endParaRPr lang="uk-UA"/>
        </a:p>
      </dgm:t>
    </dgm:pt>
    <dgm:pt modelId="{BB9C7FD2-3F4C-4A1D-8294-A319655BD50C}" type="parTrans" cxnId="{2E7AA1B9-6652-44C3-8B2D-1ABEC1AA594D}">
      <dgm:prSet/>
      <dgm:spPr/>
      <dgm:t>
        <a:bodyPr/>
        <a:lstStyle/>
        <a:p>
          <a:endParaRPr lang="uk-UA"/>
        </a:p>
      </dgm:t>
    </dgm:pt>
    <dgm:pt modelId="{39FBA3D8-A395-4EC1-9D98-75B2DF82F2A5}" type="sibTrans" cxnId="{2E7AA1B9-6652-44C3-8B2D-1ABEC1AA594D}">
      <dgm:prSet/>
      <dgm:spPr/>
      <dgm:t>
        <a:bodyPr/>
        <a:lstStyle/>
        <a:p>
          <a:endParaRPr lang="uk-UA"/>
        </a:p>
      </dgm:t>
    </dgm:pt>
    <dgm:pt modelId="{79B427A4-EBA5-49C5-B928-39E6CBD1F506}">
      <dgm:prSet/>
      <dgm:spPr/>
      <dgm:t>
        <a:bodyPr/>
        <a:lstStyle/>
        <a:p>
          <a:r>
            <a:rPr lang="uk-UA" b="0" i="0" baseline="0"/>
            <a:t>з Молдавським князівством.</a:t>
          </a:r>
          <a:endParaRPr lang="uk-UA"/>
        </a:p>
      </dgm:t>
    </dgm:pt>
    <dgm:pt modelId="{42A38733-FFEB-49FF-BCE0-D3EA730E894A}" type="parTrans" cxnId="{6AAF5B8A-8FE8-49E3-A0F2-0D567B9D23C9}">
      <dgm:prSet/>
      <dgm:spPr/>
      <dgm:t>
        <a:bodyPr/>
        <a:lstStyle/>
        <a:p>
          <a:endParaRPr lang="uk-UA"/>
        </a:p>
      </dgm:t>
    </dgm:pt>
    <dgm:pt modelId="{58CF5A98-CDE7-420C-88B9-80A02D05B013}" type="sibTrans" cxnId="{6AAF5B8A-8FE8-49E3-A0F2-0D567B9D23C9}">
      <dgm:prSet/>
      <dgm:spPr/>
      <dgm:t>
        <a:bodyPr/>
        <a:lstStyle/>
        <a:p>
          <a:endParaRPr lang="uk-UA"/>
        </a:p>
      </dgm:t>
    </dgm:pt>
    <dgm:pt modelId="{B227121E-CB02-4C57-844A-28C6F837653B}" type="pres">
      <dgm:prSet presAssocID="{BCE1FA9E-3A09-4358-80D8-38DC35DBB594}" presName="linear" presStyleCnt="0">
        <dgm:presLayoutVars>
          <dgm:animLvl val="lvl"/>
          <dgm:resizeHandles val="exact"/>
        </dgm:presLayoutVars>
      </dgm:prSet>
      <dgm:spPr/>
    </dgm:pt>
    <dgm:pt modelId="{29141E90-E5D8-4DF7-8A04-5C4BB1180E80}" type="pres">
      <dgm:prSet presAssocID="{3922C214-32AA-4FFC-8BC0-CD4F2E9E3B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760694-6014-429C-BB0F-A0930F723178}" type="pres">
      <dgm:prSet presAssocID="{EA5CF3B5-ACC6-4A71-945F-07549AB92D30}" presName="spacer" presStyleCnt="0"/>
      <dgm:spPr/>
    </dgm:pt>
    <dgm:pt modelId="{33367197-A373-4C7D-9512-24CFE4AC9DDC}" type="pres">
      <dgm:prSet presAssocID="{8EA565C8-C198-4FE8-819C-0A273F661DF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51CE76-F563-4948-9669-5691FD18E281}" type="pres">
      <dgm:prSet presAssocID="{1F3713E3-95A3-415F-A092-C5B59055F52F}" presName="spacer" presStyleCnt="0"/>
      <dgm:spPr/>
    </dgm:pt>
    <dgm:pt modelId="{977080F1-7F4B-470A-945B-49F75728702E}" type="pres">
      <dgm:prSet presAssocID="{E8CF7B97-85D4-43B5-B5EE-ED4B803405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0C6BA9-6337-48CB-94BD-AA827E8BBF87}" type="pres">
      <dgm:prSet presAssocID="{39FBA3D8-A395-4EC1-9D98-75B2DF82F2A5}" presName="spacer" presStyleCnt="0"/>
      <dgm:spPr/>
    </dgm:pt>
    <dgm:pt modelId="{6E5C1CD2-7252-4921-BB80-8CCCDF69462D}" type="pres">
      <dgm:prSet presAssocID="{79B427A4-EBA5-49C5-B928-39E6CBD1F5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D87DC5F-A9DF-4397-8D60-63033147D557}" type="presOf" srcId="{79B427A4-EBA5-49C5-B928-39E6CBD1F506}" destId="{6E5C1CD2-7252-4921-BB80-8CCCDF69462D}" srcOrd="0" destOrd="0" presId="urn:microsoft.com/office/officeart/2005/8/layout/vList2"/>
    <dgm:cxn modelId="{6AAF5B8A-8FE8-49E3-A0F2-0D567B9D23C9}" srcId="{BCE1FA9E-3A09-4358-80D8-38DC35DBB594}" destId="{79B427A4-EBA5-49C5-B928-39E6CBD1F506}" srcOrd="3" destOrd="0" parTransId="{42A38733-FFEB-49FF-BCE0-D3EA730E894A}" sibTransId="{58CF5A98-CDE7-420C-88B9-80A02D05B013}"/>
    <dgm:cxn modelId="{F4858193-3E35-49F2-BEA2-7787E24D52D3}" srcId="{BCE1FA9E-3A09-4358-80D8-38DC35DBB594}" destId="{8EA565C8-C198-4FE8-819C-0A273F661DFA}" srcOrd="1" destOrd="0" parTransId="{E94DF8EF-9B20-4AB4-97BD-62FF6076D837}" sibTransId="{1F3713E3-95A3-415F-A092-C5B59055F52F}"/>
    <dgm:cxn modelId="{04CA959C-48E1-470F-BDC5-3D11D358241D}" type="presOf" srcId="{3922C214-32AA-4FFC-8BC0-CD4F2E9E3B5F}" destId="{29141E90-E5D8-4DF7-8A04-5C4BB1180E80}" srcOrd="0" destOrd="0" presId="urn:microsoft.com/office/officeart/2005/8/layout/vList2"/>
    <dgm:cxn modelId="{2E7AA1B9-6652-44C3-8B2D-1ABEC1AA594D}" srcId="{BCE1FA9E-3A09-4358-80D8-38DC35DBB594}" destId="{E8CF7B97-85D4-43B5-B5EE-ED4B8034053C}" srcOrd="2" destOrd="0" parTransId="{BB9C7FD2-3F4C-4A1D-8294-A319655BD50C}" sibTransId="{39FBA3D8-A395-4EC1-9D98-75B2DF82F2A5}"/>
    <dgm:cxn modelId="{F08E66C4-5A08-4C7D-9DA3-28A8BAE0557E}" type="presOf" srcId="{8EA565C8-C198-4FE8-819C-0A273F661DFA}" destId="{33367197-A373-4C7D-9512-24CFE4AC9DDC}" srcOrd="0" destOrd="0" presId="urn:microsoft.com/office/officeart/2005/8/layout/vList2"/>
    <dgm:cxn modelId="{AC0D3BC5-49C3-44BD-A99F-7DBE317F32B5}" srcId="{BCE1FA9E-3A09-4358-80D8-38DC35DBB594}" destId="{3922C214-32AA-4FFC-8BC0-CD4F2E9E3B5F}" srcOrd="0" destOrd="0" parTransId="{5E4B5785-0375-4177-8932-D07E1F500658}" sibTransId="{EA5CF3B5-ACC6-4A71-945F-07549AB92D30}"/>
    <dgm:cxn modelId="{A203ABD5-466C-400B-A495-836B41652174}" type="presOf" srcId="{E8CF7B97-85D4-43B5-B5EE-ED4B8034053C}" destId="{977080F1-7F4B-470A-945B-49F75728702E}" srcOrd="0" destOrd="0" presId="urn:microsoft.com/office/officeart/2005/8/layout/vList2"/>
    <dgm:cxn modelId="{5D2518F5-0EF8-40AA-9ED6-14DE67BA6C4B}" type="presOf" srcId="{BCE1FA9E-3A09-4358-80D8-38DC35DBB594}" destId="{B227121E-CB02-4C57-844A-28C6F837653B}" srcOrd="0" destOrd="0" presId="urn:microsoft.com/office/officeart/2005/8/layout/vList2"/>
    <dgm:cxn modelId="{D4FEB3CB-D6D9-4694-B5E1-E0A79CF960C0}" type="presParOf" srcId="{B227121E-CB02-4C57-844A-28C6F837653B}" destId="{29141E90-E5D8-4DF7-8A04-5C4BB1180E80}" srcOrd="0" destOrd="0" presId="urn:microsoft.com/office/officeart/2005/8/layout/vList2"/>
    <dgm:cxn modelId="{845FC022-F41D-4090-BC4B-63BE33E27FC0}" type="presParOf" srcId="{B227121E-CB02-4C57-844A-28C6F837653B}" destId="{A7760694-6014-429C-BB0F-A0930F723178}" srcOrd="1" destOrd="0" presId="urn:microsoft.com/office/officeart/2005/8/layout/vList2"/>
    <dgm:cxn modelId="{30A9753B-49B6-4DDD-AF91-DBA5E46AB075}" type="presParOf" srcId="{B227121E-CB02-4C57-844A-28C6F837653B}" destId="{33367197-A373-4C7D-9512-24CFE4AC9DDC}" srcOrd="2" destOrd="0" presId="urn:microsoft.com/office/officeart/2005/8/layout/vList2"/>
    <dgm:cxn modelId="{E626E014-4C5D-479D-BF3D-87D2680ACBF7}" type="presParOf" srcId="{B227121E-CB02-4C57-844A-28C6F837653B}" destId="{9F51CE76-F563-4948-9669-5691FD18E281}" srcOrd="3" destOrd="0" presId="urn:microsoft.com/office/officeart/2005/8/layout/vList2"/>
    <dgm:cxn modelId="{F9E2C176-A1E7-4749-A736-D15D2CA230BC}" type="presParOf" srcId="{B227121E-CB02-4C57-844A-28C6F837653B}" destId="{977080F1-7F4B-470A-945B-49F75728702E}" srcOrd="4" destOrd="0" presId="urn:microsoft.com/office/officeart/2005/8/layout/vList2"/>
    <dgm:cxn modelId="{BA19755C-00B2-4266-B1CD-406088CDF16F}" type="presParOf" srcId="{B227121E-CB02-4C57-844A-28C6F837653B}" destId="{A60C6BA9-6337-48CB-94BD-AA827E8BBF87}" srcOrd="5" destOrd="0" presId="urn:microsoft.com/office/officeart/2005/8/layout/vList2"/>
    <dgm:cxn modelId="{03D24FB1-8135-4E81-8A95-99733170B1A3}" type="presParOf" srcId="{B227121E-CB02-4C57-844A-28C6F837653B}" destId="{6E5C1CD2-7252-4921-BB80-8CCCDF6946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59ABCF-3279-4170-B759-499FB4B9F4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781DDB-C9ED-43B7-B5F9-4154D8367A2A}">
      <dgm:prSet/>
      <dgm:spPr/>
      <dgm:t>
        <a:bodyPr/>
        <a:lstStyle/>
        <a:p>
          <a:r>
            <a:rPr lang="ru-RU" b="0" i="0" baseline="0"/>
            <a:t>П. Сагайдачний.</a:t>
          </a:r>
          <a:endParaRPr lang="uk-UA"/>
        </a:p>
      </dgm:t>
    </dgm:pt>
    <dgm:pt modelId="{C48A0B34-157D-4361-B107-59DB6958850F}" type="parTrans" cxnId="{FD54904D-C6E7-424D-8B07-4C8E32EBE174}">
      <dgm:prSet/>
      <dgm:spPr/>
      <dgm:t>
        <a:bodyPr/>
        <a:lstStyle/>
        <a:p>
          <a:endParaRPr lang="uk-UA"/>
        </a:p>
      </dgm:t>
    </dgm:pt>
    <dgm:pt modelId="{9E403050-C7DF-4F17-8DCF-FECD0264AAED}" type="sibTrans" cxnId="{FD54904D-C6E7-424D-8B07-4C8E32EBE174}">
      <dgm:prSet/>
      <dgm:spPr/>
      <dgm:t>
        <a:bodyPr/>
        <a:lstStyle/>
        <a:p>
          <a:endParaRPr lang="uk-UA"/>
        </a:p>
      </dgm:t>
    </dgm:pt>
    <dgm:pt modelId="{0A9D27F6-7EE3-46A5-928D-51F13CEFE293}">
      <dgm:prSet/>
      <dgm:spPr/>
      <dgm:t>
        <a:bodyPr/>
        <a:lstStyle/>
        <a:p>
          <a:r>
            <a:rPr lang="ru-RU" b="0" i="0" baseline="0"/>
            <a:t>І. Виговський.</a:t>
          </a:r>
          <a:endParaRPr lang="uk-UA"/>
        </a:p>
      </dgm:t>
    </dgm:pt>
    <dgm:pt modelId="{2781BCB6-86FA-4B0B-9EC3-907C86C8A5E1}" type="parTrans" cxnId="{A0BC0608-018C-4E19-94E4-7BFBB8F96B5B}">
      <dgm:prSet/>
      <dgm:spPr/>
      <dgm:t>
        <a:bodyPr/>
        <a:lstStyle/>
        <a:p>
          <a:endParaRPr lang="uk-UA"/>
        </a:p>
      </dgm:t>
    </dgm:pt>
    <dgm:pt modelId="{DCBB4A16-B005-4B33-BDBA-789A5CCE4007}" type="sibTrans" cxnId="{A0BC0608-018C-4E19-94E4-7BFBB8F96B5B}">
      <dgm:prSet/>
      <dgm:spPr/>
      <dgm:t>
        <a:bodyPr/>
        <a:lstStyle/>
        <a:p>
          <a:endParaRPr lang="uk-UA"/>
        </a:p>
      </dgm:t>
    </dgm:pt>
    <dgm:pt modelId="{028366E0-3ACF-4014-BBBF-06C0CE6AAF76}">
      <dgm:prSet/>
      <dgm:spPr/>
      <dgm:t>
        <a:bodyPr/>
        <a:lstStyle/>
        <a:p>
          <a:r>
            <a:rPr lang="ru-RU" b="0" i="0" baseline="0"/>
            <a:t>І. Самойлович.</a:t>
          </a:r>
          <a:endParaRPr lang="uk-UA"/>
        </a:p>
      </dgm:t>
    </dgm:pt>
    <dgm:pt modelId="{3EA6C712-05DF-4126-A127-B349AB1CF090}" type="parTrans" cxnId="{1DF6AB21-B4B1-4D58-9B6F-3F8487508BE9}">
      <dgm:prSet/>
      <dgm:spPr/>
      <dgm:t>
        <a:bodyPr/>
        <a:lstStyle/>
        <a:p>
          <a:endParaRPr lang="uk-UA"/>
        </a:p>
      </dgm:t>
    </dgm:pt>
    <dgm:pt modelId="{11C7CECA-4550-4B83-840A-EAAB32A660D6}" type="sibTrans" cxnId="{1DF6AB21-B4B1-4D58-9B6F-3F8487508BE9}">
      <dgm:prSet/>
      <dgm:spPr/>
      <dgm:t>
        <a:bodyPr/>
        <a:lstStyle/>
        <a:p>
          <a:endParaRPr lang="uk-UA"/>
        </a:p>
      </dgm:t>
    </dgm:pt>
    <dgm:pt modelId="{858D36ED-AEED-43BA-9D78-174AE038CA08}">
      <dgm:prSet/>
      <dgm:spPr/>
      <dgm:t>
        <a:bodyPr/>
        <a:lstStyle/>
        <a:p>
          <a:r>
            <a:rPr lang="ru-RU" b="0" i="0" baseline="0"/>
            <a:t>І. Мазепа</a:t>
          </a:r>
          <a:endParaRPr lang="uk-UA"/>
        </a:p>
      </dgm:t>
    </dgm:pt>
    <dgm:pt modelId="{B1CFB8DE-E9EA-446F-9D91-5CB42F55B9E4}" type="parTrans" cxnId="{1D55B071-3673-41ED-A077-BB4756C0B8D1}">
      <dgm:prSet/>
      <dgm:spPr/>
      <dgm:t>
        <a:bodyPr/>
        <a:lstStyle/>
        <a:p>
          <a:endParaRPr lang="uk-UA"/>
        </a:p>
      </dgm:t>
    </dgm:pt>
    <dgm:pt modelId="{94BBAE55-7F1F-4E49-BA9F-AF12CE26EFE5}" type="sibTrans" cxnId="{1D55B071-3673-41ED-A077-BB4756C0B8D1}">
      <dgm:prSet/>
      <dgm:spPr/>
      <dgm:t>
        <a:bodyPr/>
        <a:lstStyle/>
        <a:p>
          <a:endParaRPr lang="uk-UA"/>
        </a:p>
      </dgm:t>
    </dgm:pt>
    <dgm:pt modelId="{F8A06ADD-3ACF-4985-ACCE-1276F73DE136}" type="pres">
      <dgm:prSet presAssocID="{F359ABCF-3279-4170-B759-499FB4B9F475}" presName="linear" presStyleCnt="0">
        <dgm:presLayoutVars>
          <dgm:animLvl val="lvl"/>
          <dgm:resizeHandles val="exact"/>
        </dgm:presLayoutVars>
      </dgm:prSet>
      <dgm:spPr/>
    </dgm:pt>
    <dgm:pt modelId="{54092FEA-5D5A-473E-8976-AE0C6CA1E8A3}" type="pres">
      <dgm:prSet presAssocID="{8A781DDB-C9ED-43B7-B5F9-4154D8367A2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A0DF435-A2C3-4C37-A14A-70AFBF627741}" type="pres">
      <dgm:prSet presAssocID="{9E403050-C7DF-4F17-8DCF-FECD0264AAED}" presName="spacer" presStyleCnt="0"/>
      <dgm:spPr/>
    </dgm:pt>
    <dgm:pt modelId="{640BD1AF-5B96-4FC4-AE0A-89CFA4C12CA4}" type="pres">
      <dgm:prSet presAssocID="{0A9D27F6-7EE3-46A5-928D-51F13CEFE2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C29091-409D-4026-9A4B-EDCB5AB793A1}" type="pres">
      <dgm:prSet presAssocID="{DCBB4A16-B005-4B33-BDBA-789A5CCE4007}" presName="spacer" presStyleCnt="0"/>
      <dgm:spPr/>
    </dgm:pt>
    <dgm:pt modelId="{3A3E4174-F36F-4B76-9782-F5060CE425CF}" type="pres">
      <dgm:prSet presAssocID="{028366E0-3ACF-4014-BBBF-06C0CE6AAF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E6D044-DA5C-4CB8-A8CB-EEB0CC528632}" type="pres">
      <dgm:prSet presAssocID="{11C7CECA-4550-4B83-840A-EAAB32A660D6}" presName="spacer" presStyleCnt="0"/>
      <dgm:spPr/>
    </dgm:pt>
    <dgm:pt modelId="{8DAF5885-0622-499B-98BB-3FFC032C74A3}" type="pres">
      <dgm:prSet presAssocID="{858D36ED-AEED-43BA-9D78-174AE038CA0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ADCD06-3107-4988-BB72-D4C20072B4DC}" type="presOf" srcId="{028366E0-3ACF-4014-BBBF-06C0CE6AAF76}" destId="{3A3E4174-F36F-4B76-9782-F5060CE425CF}" srcOrd="0" destOrd="0" presId="urn:microsoft.com/office/officeart/2005/8/layout/vList2"/>
    <dgm:cxn modelId="{A0BC0608-018C-4E19-94E4-7BFBB8F96B5B}" srcId="{F359ABCF-3279-4170-B759-499FB4B9F475}" destId="{0A9D27F6-7EE3-46A5-928D-51F13CEFE293}" srcOrd="1" destOrd="0" parTransId="{2781BCB6-86FA-4B0B-9EC3-907C86C8A5E1}" sibTransId="{DCBB4A16-B005-4B33-BDBA-789A5CCE4007}"/>
    <dgm:cxn modelId="{1DF6AB21-B4B1-4D58-9B6F-3F8487508BE9}" srcId="{F359ABCF-3279-4170-B759-499FB4B9F475}" destId="{028366E0-3ACF-4014-BBBF-06C0CE6AAF76}" srcOrd="2" destOrd="0" parTransId="{3EA6C712-05DF-4126-A127-B349AB1CF090}" sibTransId="{11C7CECA-4550-4B83-840A-EAAB32A660D6}"/>
    <dgm:cxn modelId="{FD54904D-C6E7-424D-8B07-4C8E32EBE174}" srcId="{F359ABCF-3279-4170-B759-499FB4B9F475}" destId="{8A781DDB-C9ED-43B7-B5F9-4154D8367A2A}" srcOrd="0" destOrd="0" parTransId="{C48A0B34-157D-4361-B107-59DB6958850F}" sibTransId="{9E403050-C7DF-4F17-8DCF-FECD0264AAED}"/>
    <dgm:cxn modelId="{1D55B071-3673-41ED-A077-BB4756C0B8D1}" srcId="{F359ABCF-3279-4170-B759-499FB4B9F475}" destId="{858D36ED-AEED-43BA-9D78-174AE038CA08}" srcOrd="3" destOrd="0" parTransId="{B1CFB8DE-E9EA-446F-9D91-5CB42F55B9E4}" sibTransId="{94BBAE55-7F1F-4E49-BA9F-AF12CE26EFE5}"/>
    <dgm:cxn modelId="{AC1011A6-05E4-4D92-B4E9-4F76C6F387E2}" type="presOf" srcId="{858D36ED-AEED-43BA-9D78-174AE038CA08}" destId="{8DAF5885-0622-499B-98BB-3FFC032C74A3}" srcOrd="0" destOrd="0" presId="urn:microsoft.com/office/officeart/2005/8/layout/vList2"/>
    <dgm:cxn modelId="{75CB67CE-0151-4327-9F2C-C033CCAC3FEB}" type="presOf" srcId="{8A781DDB-C9ED-43B7-B5F9-4154D8367A2A}" destId="{54092FEA-5D5A-473E-8976-AE0C6CA1E8A3}" srcOrd="0" destOrd="0" presId="urn:microsoft.com/office/officeart/2005/8/layout/vList2"/>
    <dgm:cxn modelId="{29404CDF-A43C-4AE0-B0AD-F9483EBC29C1}" type="presOf" srcId="{0A9D27F6-7EE3-46A5-928D-51F13CEFE293}" destId="{640BD1AF-5B96-4FC4-AE0A-89CFA4C12CA4}" srcOrd="0" destOrd="0" presId="urn:microsoft.com/office/officeart/2005/8/layout/vList2"/>
    <dgm:cxn modelId="{F9F2A5E2-C2AD-4095-9DD0-353CCCCA278B}" type="presOf" srcId="{F359ABCF-3279-4170-B759-499FB4B9F475}" destId="{F8A06ADD-3ACF-4985-ACCE-1276F73DE136}" srcOrd="0" destOrd="0" presId="urn:microsoft.com/office/officeart/2005/8/layout/vList2"/>
    <dgm:cxn modelId="{E40B5C31-BD47-4BD4-AF94-9C04B130EC4F}" type="presParOf" srcId="{F8A06ADD-3ACF-4985-ACCE-1276F73DE136}" destId="{54092FEA-5D5A-473E-8976-AE0C6CA1E8A3}" srcOrd="0" destOrd="0" presId="urn:microsoft.com/office/officeart/2005/8/layout/vList2"/>
    <dgm:cxn modelId="{80A62C82-1521-402E-9542-DA82E02C1CE1}" type="presParOf" srcId="{F8A06ADD-3ACF-4985-ACCE-1276F73DE136}" destId="{4A0DF435-A2C3-4C37-A14A-70AFBF627741}" srcOrd="1" destOrd="0" presId="urn:microsoft.com/office/officeart/2005/8/layout/vList2"/>
    <dgm:cxn modelId="{C7D6FC41-DCBD-4640-9290-0E1C686F0B4E}" type="presParOf" srcId="{F8A06ADD-3ACF-4985-ACCE-1276F73DE136}" destId="{640BD1AF-5B96-4FC4-AE0A-89CFA4C12CA4}" srcOrd="2" destOrd="0" presId="urn:microsoft.com/office/officeart/2005/8/layout/vList2"/>
    <dgm:cxn modelId="{5F474713-22FC-4DA3-B6E4-D80C0774A7DA}" type="presParOf" srcId="{F8A06ADD-3ACF-4985-ACCE-1276F73DE136}" destId="{2DC29091-409D-4026-9A4B-EDCB5AB793A1}" srcOrd="3" destOrd="0" presId="urn:microsoft.com/office/officeart/2005/8/layout/vList2"/>
    <dgm:cxn modelId="{2755DE66-9CFE-4AAE-905D-DA01F6C58199}" type="presParOf" srcId="{F8A06ADD-3ACF-4985-ACCE-1276F73DE136}" destId="{3A3E4174-F36F-4B76-9782-F5060CE425CF}" srcOrd="4" destOrd="0" presId="urn:microsoft.com/office/officeart/2005/8/layout/vList2"/>
    <dgm:cxn modelId="{D7808AE7-EF3C-4F14-BC92-6DD38451275B}" type="presParOf" srcId="{F8A06ADD-3ACF-4985-ACCE-1276F73DE136}" destId="{91E6D044-DA5C-4CB8-A8CB-EEB0CC528632}" srcOrd="5" destOrd="0" presId="urn:microsoft.com/office/officeart/2005/8/layout/vList2"/>
    <dgm:cxn modelId="{9DBAB37A-E6D0-42B8-A09B-992B842D9417}" type="presParOf" srcId="{F8A06ADD-3ACF-4985-ACCE-1276F73DE136}" destId="{8DAF5885-0622-499B-98BB-3FFC032C74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4B8C71-9279-4244-8973-68084BBD2654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1D72E8-61A8-4FED-A65B-7B5E378F749A}">
      <dgm:prSet/>
      <dgm:spPr/>
      <dgm:t>
        <a:bodyPr/>
        <a:lstStyle/>
        <a:p>
          <a:r>
            <a:rPr lang="ru-RU" b="0" i="0" baseline="0"/>
            <a:t>Слобідська Україна</a:t>
          </a:r>
          <a:endParaRPr lang="uk-UA"/>
        </a:p>
      </dgm:t>
    </dgm:pt>
    <dgm:pt modelId="{56A62678-5D8B-4EF6-8359-29D9A08A01F8}" type="parTrans" cxnId="{05FF8E24-EEC4-4750-9014-DCE08253EEA6}">
      <dgm:prSet/>
      <dgm:spPr/>
      <dgm:t>
        <a:bodyPr/>
        <a:lstStyle/>
        <a:p>
          <a:endParaRPr lang="uk-UA"/>
        </a:p>
      </dgm:t>
    </dgm:pt>
    <dgm:pt modelId="{61363D4F-5524-4DEA-9CE5-82710FA98860}" type="sibTrans" cxnId="{05FF8E24-EEC4-4750-9014-DCE08253EEA6}">
      <dgm:prSet/>
      <dgm:spPr/>
      <dgm:t>
        <a:bodyPr/>
        <a:lstStyle/>
        <a:p>
          <a:endParaRPr lang="uk-UA"/>
        </a:p>
      </dgm:t>
    </dgm:pt>
    <dgm:pt modelId="{12742396-9220-4C7C-A8E5-4D4342D4D3AB}">
      <dgm:prSet/>
      <dgm:spPr/>
      <dgm:t>
        <a:bodyPr/>
        <a:lstStyle/>
        <a:p>
          <a:r>
            <a:rPr lang="ru-RU" b="0" i="0" baseline="0"/>
            <a:t>Поділля</a:t>
          </a:r>
          <a:endParaRPr lang="uk-UA"/>
        </a:p>
      </dgm:t>
    </dgm:pt>
    <dgm:pt modelId="{C6EE5D26-E637-4B9C-9490-9DBB73DD73B5}" type="parTrans" cxnId="{FE65851A-76A0-461D-987F-364F72EA3AA7}">
      <dgm:prSet/>
      <dgm:spPr/>
      <dgm:t>
        <a:bodyPr/>
        <a:lstStyle/>
        <a:p>
          <a:endParaRPr lang="uk-UA"/>
        </a:p>
      </dgm:t>
    </dgm:pt>
    <dgm:pt modelId="{84900269-3F27-4129-B171-1385950B81F8}" type="sibTrans" cxnId="{FE65851A-76A0-461D-987F-364F72EA3AA7}">
      <dgm:prSet/>
      <dgm:spPr/>
      <dgm:t>
        <a:bodyPr/>
        <a:lstStyle/>
        <a:p>
          <a:endParaRPr lang="uk-UA"/>
        </a:p>
      </dgm:t>
    </dgm:pt>
    <dgm:pt modelId="{39D729CA-ADEA-4BB2-9F44-4852FC28A894}">
      <dgm:prSet/>
      <dgm:spPr/>
      <dgm:t>
        <a:bodyPr/>
        <a:lstStyle/>
        <a:p>
          <a:r>
            <a:rPr lang="ru-RU" b="0" i="0" baseline="0"/>
            <a:t>Лівобережна Україна</a:t>
          </a:r>
          <a:endParaRPr lang="uk-UA"/>
        </a:p>
      </dgm:t>
    </dgm:pt>
    <dgm:pt modelId="{049003DF-111A-4D9C-AFF6-43665CCB8B45}" type="parTrans" cxnId="{446D7884-C2E3-452B-A137-041D91AFC81A}">
      <dgm:prSet/>
      <dgm:spPr/>
      <dgm:t>
        <a:bodyPr/>
        <a:lstStyle/>
        <a:p>
          <a:endParaRPr lang="uk-UA"/>
        </a:p>
      </dgm:t>
    </dgm:pt>
    <dgm:pt modelId="{2234F037-20DC-479E-AF2D-244D4DFB49BE}" type="sibTrans" cxnId="{446D7884-C2E3-452B-A137-041D91AFC81A}">
      <dgm:prSet/>
      <dgm:spPr/>
      <dgm:t>
        <a:bodyPr/>
        <a:lstStyle/>
        <a:p>
          <a:endParaRPr lang="uk-UA"/>
        </a:p>
      </dgm:t>
    </dgm:pt>
    <dgm:pt modelId="{E14D1FA2-9AE1-4781-93EF-92671AAECE71}">
      <dgm:prSet/>
      <dgm:spPr/>
      <dgm:t>
        <a:bodyPr/>
        <a:lstStyle/>
        <a:p>
          <a:r>
            <a:rPr lang="ru-RU" b="0" i="0" baseline="0"/>
            <a:t>Запоріжжя</a:t>
          </a:r>
          <a:endParaRPr lang="uk-UA"/>
        </a:p>
      </dgm:t>
    </dgm:pt>
    <dgm:pt modelId="{73B08AF6-5351-4287-BD30-1FF9BF0BE398}" type="parTrans" cxnId="{3C250136-1D9D-4F91-8B35-C7880E841B8F}">
      <dgm:prSet/>
      <dgm:spPr/>
      <dgm:t>
        <a:bodyPr/>
        <a:lstStyle/>
        <a:p>
          <a:endParaRPr lang="uk-UA"/>
        </a:p>
      </dgm:t>
    </dgm:pt>
    <dgm:pt modelId="{A83B9EC1-C35F-4F3D-B6A3-3B27D75BF4CE}" type="sibTrans" cxnId="{3C250136-1D9D-4F91-8B35-C7880E841B8F}">
      <dgm:prSet/>
      <dgm:spPr/>
      <dgm:t>
        <a:bodyPr/>
        <a:lstStyle/>
        <a:p>
          <a:endParaRPr lang="uk-UA"/>
        </a:p>
      </dgm:t>
    </dgm:pt>
    <dgm:pt modelId="{CDB49DAC-FDAA-4AE4-9246-EBE5152688F6}" type="pres">
      <dgm:prSet presAssocID="{4D4B8C71-9279-4244-8973-68084BBD2654}" presName="composite" presStyleCnt="0">
        <dgm:presLayoutVars>
          <dgm:chMax val="5"/>
          <dgm:dir/>
          <dgm:resizeHandles val="exact"/>
        </dgm:presLayoutVars>
      </dgm:prSet>
      <dgm:spPr/>
    </dgm:pt>
    <dgm:pt modelId="{2469834D-0163-4D23-B5A9-630B4301E4CE}" type="pres">
      <dgm:prSet presAssocID="{7B1D72E8-61A8-4FED-A65B-7B5E378F749A}" presName="circle1" presStyleLbl="lnNode1" presStyleIdx="0" presStyleCnt="4"/>
      <dgm:spPr/>
    </dgm:pt>
    <dgm:pt modelId="{3D708310-056A-4D6E-83F9-47A0EB653F60}" type="pres">
      <dgm:prSet presAssocID="{7B1D72E8-61A8-4FED-A65B-7B5E378F749A}" presName="text1" presStyleLbl="revTx" presStyleIdx="0" presStyleCnt="4">
        <dgm:presLayoutVars>
          <dgm:bulletEnabled val="1"/>
        </dgm:presLayoutVars>
      </dgm:prSet>
      <dgm:spPr/>
    </dgm:pt>
    <dgm:pt modelId="{5AD70F48-05A3-4908-AE41-2028A6047A55}" type="pres">
      <dgm:prSet presAssocID="{7B1D72E8-61A8-4FED-A65B-7B5E378F749A}" presName="line1" presStyleLbl="callout" presStyleIdx="0" presStyleCnt="8"/>
      <dgm:spPr/>
    </dgm:pt>
    <dgm:pt modelId="{115D6700-854C-401C-B108-89B5140D719E}" type="pres">
      <dgm:prSet presAssocID="{7B1D72E8-61A8-4FED-A65B-7B5E378F749A}" presName="d1" presStyleLbl="callout" presStyleIdx="1" presStyleCnt="8"/>
      <dgm:spPr/>
    </dgm:pt>
    <dgm:pt modelId="{8BDF6806-8598-4466-8E3D-3983ABAED997}" type="pres">
      <dgm:prSet presAssocID="{12742396-9220-4C7C-A8E5-4D4342D4D3AB}" presName="circle2" presStyleLbl="lnNode1" presStyleIdx="1" presStyleCnt="4"/>
      <dgm:spPr/>
    </dgm:pt>
    <dgm:pt modelId="{6C3AF739-3B48-4E65-8BAE-45F8BCE95E4A}" type="pres">
      <dgm:prSet presAssocID="{12742396-9220-4C7C-A8E5-4D4342D4D3AB}" presName="text2" presStyleLbl="revTx" presStyleIdx="1" presStyleCnt="4">
        <dgm:presLayoutVars>
          <dgm:bulletEnabled val="1"/>
        </dgm:presLayoutVars>
      </dgm:prSet>
      <dgm:spPr/>
    </dgm:pt>
    <dgm:pt modelId="{A50B13A0-C89C-444F-9122-DA5ACA846C64}" type="pres">
      <dgm:prSet presAssocID="{12742396-9220-4C7C-A8E5-4D4342D4D3AB}" presName="line2" presStyleLbl="callout" presStyleIdx="2" presStyleCnt="8"/>
      <dgm:spPr/>
    </dgm:pt>
    <dgm:pt modelId="{33DF36B1-ADE8-4A96-973E-06A7D00D3375}" type="pres">
      <dgm:prSet presAssocID="{12742396-9220-4C7C-A8E5-4D4342D4D3AB}" presName="d2" presStyleLbl="callout" presStyleIdx="3" presStyleCnt="8"/>
      <dgm:spPr/>
    </dgm:pt>
    <dgm:pt modelId="{0C106C8A-CBE7-46F0-A6B3-A9EDC06FBB89}" type="pres">
      <dgm:prSet presAssocID="{39D729CA-ADEA-4BB2-9F44-4852FC28A894}" presName="circle3" presStyleLbl="lnNode1" presStyleIdx="2" presStyleCnt="4"/>
      <dgm:spPr/>
    </dgm:pt>
    <dgm:pt modelId="{B3628656-365E-4496-B126-95E2AE0987B8}" type="pres">
      <dgm:prSet presAssocID="{39D729CA-ADEA-4BB2-9F44-4852FC28A894}" presName="text3" presStyleLbl="revTx" presStyleIdx="2" presStyleCnt="4">
        <dgm:presLayoutVars>
          <dgm:bulletEnabled val="1"/>
        </dgm:presLayoutVars>
      </dgm:prSet>
      <dgm:spPr/>
    </dgm:pt>
    <dgm:pt modelId="{353A8F44-20D2-46A3-8459-09F490F41F60}" type="pres">
      <dgm:prSet presAssocID="{39D729CA-ADEA-4BB2-9F44-4852FC28A894}" presName="line3" presStyleLbl="callout" presStyleIdx="4" presStyleCnt="8"/>
      <dgm:spPr/>
    </dgm:pt>
    <dgm:pt modelId="{97C86B6A-7AD9-4DE8-8DB6-3C76FEE665E6}" type="pres">
      <dgm:prSet presAssocID="{39D729CA-ADEA-4BB2-9F44-4852FC28A894}" presName="d3" presStyleLbl="callout" presStyleIdx="5" presStyleCnt="8"/>
      <dgm:spPr/>
    </dgm:pt>
    <dgm:pt modelId="{8AD0F6CE-CDBA-4E7A-9305-F862F62CDF0E}" type="pres">
      <dgm:prSet presAssocID="{E14D1FA2-9AE1-4781-93EF-92671AAECE71}" presName="circle4" presStyleLbl="lnNode1" presStyleIdx="3" presStyleCnt="4"/>
      <dgm:spPr/>
    </dgm:pt>
    <dgm:pt modelId="{44A44C60-E8AE-401B-9A78-40C460AE947F}" type="pres">
      <dgm:prSet presAssocID="{E14D1FA2-9AE1-4781-93EF-92671AAECE71}" presName="text4" presStyleLbl="revTx" presStyleIdx="3" presStyleCnt="4">
        <dgm:presLayoutVars>
          <dgm:bulletEnabled val="1"/>
        </dgm:presLayoutVars>
      </dgm:prSet>
      <dgm:spPr/>
    </dgm:pt>
    <dgm:pt modelId="{BC46D661-1FAE-4881-824F-FD8F9C0A04EE}" type="pres">
      <dgm:prSet presAssocID="{E14D1FA2-9AE1-4781-93EF-92671AAECE71}" presName="line4" presStyleLbl="callout" presStyleIdx="6" presStyleCnt="8"/>
      <dgm:spPr/>
    </dgm:pt>
    <dgm:pt modelId="{D347BA9E-7CE2-4110-9222-5E7C4FF68D25}" type="pres">
      <dgm:prSet presAssocID="{E14D1FA2-9AE1-4781-93EF-92671AAECE71}" presName="d4" presStyleLbl="callout" presStyleIdx="7" presStyleCnt="8"/>
      <dgm:spPr/>
    </dgm:pt>
  </dgm:ptLst>
  <dgm:cxnLst>
    <dgm:cxn modelId="{098F310C-62A8-4D03-BB84-787A84289CF5}" type="presOf" srcId="{E14D1FA2-9AE1-4781-93EF-92671AAECE71}" destId="{44A44C60-E8AE-401B-9A78-40C460AE947F}" srcOrd="0" destOrd="0" presId="urn:microsoft.com/office/officeart/2005/8/layout/target1"/>
    <dgm:cxn modelId="{D8B16B19-517C-45F4-B39A-31E4522B81CE}" type="presOf" srcId="{4D4B8C71-9279-4244-8973-68084BBD2654}" destId="{CDB49DAC-FDAA-4AE4-9246-EBE5152688F6}" srcOrd="0" destOrd="0" presId="urn:microsoft.com/office/officeart/2005/8/layout/target1"/>
    <dgm:cxn modelId="{FE65851A-76A0-461D-987F-364F72EA3AA7}" srcId="{4D4B8C71-9279-4244-8973-68084BBD2654}" destId="{12742396-9220-4C7C-A8E5-4D4342D4D3AB}" srcOrd="1" destOrd="0" parTransId="{C6EE5D26-E637-4B9C-9490-9DBB73DD73B5}" sibTransId="{84900269-3F27-4129-B171-1385950B81F8}"/>
    <dgm:cxn modelId="{05FF8E24-EEC4-4750-9014-DCE08253EEA6}" srcId="{4D4B8C71-9279-4244-8973-68084BBD2654}" destId="{7B1D72E8-61A8-4FED-A65B-7B5E378F749A}" srcOrd="0" destOrd="0" parTransId="{56A62678-5D8B-4EF6-8359-29D9A08A01F8}" sibTransId="{61363D4F-5524-4DEA-9CE5-82710FA98860}"/>
    <dgm:cxn modelId="{3C250136-1D9D-4F91-8B35-C7880E841B8F}" srcId="{4D4B8C71-9279-4244-8973-68084BBD2654}" destId="{E14D1FA2-9AE1-4781-93EF-92671AAECE71}" srcOrd="3" destOrd="0" parTransId="{73B08AF6-5351-4287-BD30-1FF9BF0BE398}" sibTransId="{A83B9EC1-C35F-4F3D-B6A3-3B27D75BF4CE}"/>
    <dgm:cxn modelId="{446D7884-C2E3-452B-A137-041D91AFC81A}" srcId="{4D4B8C71-9279-4244-8973-68084BBD2654}" destId="{39D729CA-ADEA-4BB2-9F44-4852FC28A894}" srcOrd="2" destOrd="0" parTransId="{049003DF-111A-4D9C-AFF6-43665CCB8B45}" sibTransId="{2234F037-20DC-479E-AF2D-244D4DFB49BE}"/>
    <dgm:cxn modelId="{16E0D694-6A53-459F-8328-C2AEF0257436}" type="presOf" srcId="{12742396-9220-4C7C-A8E5-4D4342D4D3AB}" destId="{6C3AF739-3B48-4E65-8BAE-45F8BCE95E4A}" srcOrd="0" destOrd="0" presId="urn:microsoft.com/office/officeart/2005/8/layout/target1"/>
    <dgm:cxn modelId="{090FD1C5-A061-4C8C-9F17-44A03E20882B}" type="presOf" srcId="{7B1D72E8-61A8-4FED-A65B-7B5E378F749A}" destId="{3D708310-056A-4D6E-83F9-47A0EB653F60}" srcOrd="0" destOrd="0" presId="urn:microsoft.com/office/officeart/2005/8/layout/target1"/>
    <dgm:cxn modelId="{61F663E1-4C76-46BC-8060-4F8F380FB979}" type="presOf" srcId="{39D729CA-ADEA-4BB2-9F44-4852FC28A894}" destId="{B3628656-365E-4496-B126-95E2AE0987B8}" srcOrd="0" destOrd="0" presId="urn:microsoft.com/office/officeart/2005/8/layout/target1"/>
    <dgm:cxn modelId="{41F319B5-9A40-444A-A80D-910D17F27788}" type="presParOf" srcId="{CDB49DAC-FDAA-4AE4-9246-EBE5152688F6}" destId="{2469834D-0163-4D23-B5A9-630B4301E4CE}" srcOrd="0" destOrd="0" presId="urn:microsoft.com/office/officeart/2005/8/layout/target1"/>
    <dgm:cxn modelId="{B6D16496-5AAC-4C74-8E81-244B32BDB8AB}" type="presParOf" srcId="{CDB49DAC-FDAA-4AE4-9246-EBE5152688F6}" destId="{3D708310-056A-4D6E-83F9-47A0EB653F60}" srcOrd="1" destOrd="0" presId="urn:microsoft.com/office/officeart/2005/8/layout/target1"/>
    <dgm:cxn modelId="{2CDCD17F-C810-4258-BB02-FE313B87A9FB}" type="presParOf" srcId="{CDB49DAC-FDAA-4AE4-9246-EBE5152688F6}" destId="{5AD70F48-05A3-4908-AE41-2028A6047A55}" srcOrd="2" destOrd="0" presId="urn:microsoft.com/office/officeart/2005/8/layout/target1"/>
    <dgm:cxn modelId="{85C5B73F-46D0-443E-B11C-C2C82ED2BDEB}" type="presParOf" srcId="{CDB49DAC-FDAA-4AE4-9246-EBE5152688F6}" destId="{115D6700-854C-401C-B108-89B5140D719E}" srcOrd="3" destOrd="0" presId="urn:microsoft.com/office/officeart/2005/8/layout/target1"/>
    <dgm:cxn modelId="{195B29A5-8541-45E9-99B8-E88EAEE25DE1}" type="presParOf" srcId="{CDB49DAC-FDAA-4AE4-9246-EBE5152688F6}" destId="{8BDF6806-8598-4466-8E3D-3983ABAED997}" srcOrd="4" destOrd="0" presId="urn:microsoft.com/office/officeart/2005/8/layout/target1"/>
    <dgm:cxn modelId="{8637CC7D-89AF-4915-9A44-ACEEBBE076BC}" type="presParOf" srcId="{CDB49DAC-FDAA-4AE4-9246-EBE5152688F6}" destId="{6C3AF739-3B48-4E65-8BAE-45F8BCE95E4A}" srcOrd="5" destOrd="0" presId="urn:microsoft.com/office/officeart/2005/8/layout/target1"/>
    <dgm:cxn modelId="{3C4DC952-CD0A-4079-AF46-AA617DEFA6FA}" type="presParOf" srcId="{CDB49DAC-FDAA-4AE4-9246-EBE5152688F6}" destId="{A50B13A0-C89C-444F-9122-DA5ACA846C64}" srcOrd="6" destOrd="0" presId="urn:microsoft.com/office/officeart/2005/8/layout/target1"/>
    <dgm:cxn modelId="{BDDAD6DF-71CC-40F1-8E02-3C344ECC0B22}" type="presParOf" srcId="{CDB49DAC-FDAA-4AE4-9246-EBE5152688F6}" destId="{33DF36B1-ADE8-4A96-973E-06A7D00D3375}" srcOrd="7" destOrd="0" presId="urn:microsoft.com/office/officeart/2005/8/layout/target1"/>
    <dgm:cxn modelId="{5DE86571-24E7-4155-96E9-4DF7F3DBE857}" type="presParOf" srcId="{CDB49DAC-FDAA-4AE4-9246-EBE5152688F6}" destId="{0C106C8A-CBE7-46F0-A6B3-A9EDC06FBB89}" srcOrd="8" destOrd="0" presId="urn:microsoft.com/office/officeart/2005/8/layout/target1"/>
    <dgm:cxn modelId="{415C3FE3-480E-4161-955F-2026DF54F5EB}" type="presParOf" srcId="{CDB49DAC-FDAA-4AE4-9246-EBE5152688F6}" destId="{B3628656-365E-4496-B126-95E2AE0987B8}" srcOrd="9" destOrd="0" presId="urn:microsoft.com/office/officeart/2005/8/layout/target1"/>
    <dgm:cxn modelId="{7D6EBDA6-778C-47C6-93DA-6EF7522C3DC9}" type="presParOf" srcId="{CDB49DAC-FDAA-4AE4-9246-EBE5152688F6}" destId="{353A8F44-20D2-46A3-8459-09F490F41F60}" srcOrd="10" destOrd="0" presId="urn:microsoft.com/office/officeart/2005/8/layout/target1"/>
    <dgm:cxn modelId="{E08FA1EE-9D75-458F-AB19-FE4F875BA57D}" type="presParOf" srcId="{CDB49DAC-FDAA-4AE4-9246-EBE5152688F6}" destId="{97C86B6A-7AD9-4DE8-8DB6-3C76FEE665E6}" srcOrd="11" destOrd="0" presId="urn:microsoft.com/office/officeart/2005/8/layout/target1"/>
    <dgm:cxn modelId="{60A2D2A6-E6D4-46E3-AE29-2E546FE92300}" type="presParOf" srcId="{CDB49DAC-FDAA-4AE4-9246-EBE5152688F6}" destId="{8AD0F6CE-CDBA-4E7A-9305-F862F62CDF0E}" srcOrd="12" destOrd="0" presId="urn:microsoft.com/office/officeart/2005/8/layout/target1"/>
    <dgm:cxn modelId="{EEF4CB49-825D-4729-AE33-21A45D9FB7C8}" type="presParOf" srcId="{CDB49DAC-FDAA-4AE4-9246-EBE5152688F6}" destId="{44A44C60-E8AE-401B-9A78-40C460AE947F}" srcOrd="13" destOrd="0" presId="urn:microsoft.com/office/officeart/2005/8/layout/target1"/>
    <dgm:cxn modelId="{E0208E56-0073-49D6-89AD-E916CCBB098D}" type="presParOf" srcId="{CDB49DAC-FDAA-4AE4-9246-EBE5152688F6}" destId="{BC46D661-1FAE-4881-824F-FD8F9C0A04EE}" srcOrd="14" destOrd="0" presId="urn:microsoft.com/office/officeart/2005/8/layout/target1"/>
    <dgm:cxn modelId="{046EAD77-30F5-479E-BC46-DEF49D9AF468}" type="presParOf" srcId="{CDB49DAC-FDAA-4AE4-9246-EBE5152688F6}" destId="{D347BA9E-7CE2-4110-9222-5E7C4FF68D25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FD9B50-0A19-4D0D-971D-F9B8BB3E10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E09599A-1493-4C61-83E4-EC370C057BF0}">
      <dgm:prSet/>
      <dgm:spPr/>
      <dgm:t>
        <a:bodyPr/>
        <a:lstStyle/>
        <a:p>
          <a:r>
            <a:rPr lang="ru-RU" b="0" i="0" baseline="0" dirty="0" err="1"/>
            <a:t>козацької</a:t>
          </a:r>
          <a:r>
            <a:rPr lang="ru-RU" b="0" i="0" baseline="0" dirty="0"/>
            <a:t> </a:t>
          </a:r>
          <a:r>
            <a:rPr lang="ru-RU" b="0" i="0" baseline="0" dirty="0" err="1"/>
            <a:t>старшини</a:t>
          </a:r>
          <a:r>
            <a:rPr lang="ru-RU" b="0" i="0" baseline="0" dirty="0"/>
            <a:t> і </a:t>
          </a:r>
          <a:r>
            <a:rPr lang="ru-RU" b="0" i="0" baseline="0" dirty="0" err="1"/>
            <a:t>православної</a:t>
          </a:r>
          <a:r>
            <a:rPr lang="ru-RU" b="0" i="0" baseline="0" dirty="0"/>
            <a:t> </a:t>
          </a:r>
          <a:r>
            <a:rPr lang="ru-RU" b="0" i="0" baseline="0" dirty="0" err="1"/>
            <a:t>шляхти</a:t>
          </a:r>
          <a:r>
            <a:rPr lang="ru-RU" b="0" i="0" baseline="0" dirty="0"/>
            <a:t>.</a:t>
          </a:r>
          <a:endParaRPr lang="uk-UA" dirty="0"/>
        </a:p>
      </dgm:t>
    </dgm:pt>
    <dgm:pt modelId="{90BB6599-D881-4271-8BD8-EC3FE1AA0C19}" type="parTrans" cxnId="{5C7A6863-983A-4E31-BCC5-C85A70D02EE2}">
      <dgm:prSet/>
      <dgm:spPr/>
      <dgm:t>
        <a:bodyPr/>
        <a:lstStyle/>
        <a:p>
          <a:endParaRPr lang="uk-UA"/>
        </a:p>
      </dgm:t>
    </dgm:pt>
    <dgm:pt modelId="{70F088DA-44AE-417D-B6A5-369D593287C7}" type="sibTrans" cxnId="{5C7A6863-983A-4E31-BCC5-C85A70D02EE2}">
      <dgm:prSet/>
      <dgm:spPr/>
      <dgm:t>
        <a:bodyPr/>
        <a:lstStyle/>
        <a:p>
          <a:endParaRPr lang="uk-UA"/>
        </a:p>
      </dgm:t>
    </dgm:pt>
    <dgm:pt modelId="{2905FCA8-5E49-4C0F-83F6-1AE4B95363CB}">
      <dgm:prSet/>
      <dgm:spPr/>
      <dgm:t>
        <a:bodyPr/>
        <a:lstStyle/>
        <a:p>
          <a:r>
            <a:rPr lang="ru-RU" b="0" i="0" baseline="0"/>
            <a:t>заможних міщан і православного духовенства.</a:t>
          </a:r>
          <a:endParaRPr lang="uk-UA"/>
        </a:p>
      </dgm:t>
    </dgm:pt>
    <dgm:pt modelId="{25DD769E-7DC5-4E0D-9F9F-F45B10EF7297}" type="parTrans" cxnId="{297C1019-AF88-4E6A-9CFF-DA3F0E837622}">
      <dgm:prSet/>
      <dgm:spPr/>
      <dgm:t>
        <a:bodyPr/>
        <a:lstStyle/>
        <a:p>
          <a:endParaRPr lang="uk-UA"/>
        </a:p>
      </dgm:t>
    </dgm:pt>
    <dgm:pt modelId="{55136CDE-94C8-4409-969E-2CD75775EF4E}" type="sibTrans" cxnId="{297C1019-AF88-4E6A-9CFF-DA3F0E837622}">
      <dgm:prSet/>
      <dgm:spPr/>
      <dgm:t>
        <a:bodyPr/>
        <a:lstStyle/>
        <a:p>
          <a:endParaRPr lang="uk-UA"/>
        </a:p>
      </dgm:t>
    </dgm:pt>
    <dgm:pt modelId="{F041B2A1-A4C0-4077-A13A-43C6A920B63E}">
      <dgm:prSet/>
      <dgm:spPr/>
      <dgm:t>
        <a:bodyPr/>
        <a:lstStyle/>
        <a:p>
          <a:r>
            <a:rPr lang="ru-RU" b="0" i="0" baseline="0"/>
            <a:t>козацької старшини і російського дворянства.</a:t>
          </a:r>
          <a:endParaRPr lang="uk-UA"/>
        </a:p>
      </dgm:t>
    </dgm:pt>
    <dgm:pt modelId="{0BEE3195-1139-4A43-B6D3-27CFACBD41D8}" type="parTrans" cxnId="{68299ABC-886F-49A3-81AB-B9D9416311C6}">
      <dgm:prSet/>
      <dgm:spPr/>
      <dgm:t>
        <a:bodyPr/>
        <a:lstStyle/>
        <a:p>
          <a:endParaRPr lang="uk-UA"/>
        </a:p>
      </dgm:t>
    </dgm:pt>
    <dgm:pt modelId="{0A8DF729-C581-4452-AA48-A326C7BE61FF}" type="sibTrans" cxnId="{68299ABC-886F-49A3-81AB-B9D9416311C6}">
      <dgm:prSet/>
      <dgm:spPr/>
      <dgm:t>
        <a:bodyPr/>
        <a:lstStyle/>
        <a:p>
          <a:endParaRPr lang="uk-UA"/>
        </a:p>
      </dgm:t>
    </dgm:pt>
    <dgm:pt modelId="{8512D681-3CE3-4FB5-9572-DB45A4298561}">
      <dgm:prSet/>
      <dgm:spPr/>
      <dgm:t>
        <a:bodyPr/>
        <a:lstStyle/>
        <a:p>
          <a:r>
            <a:rPr lang="ru-RU" b="0" i="0" baseline="0"/>
            <a:t>магнатів і духовенства.</a:t>
          </a:r>
          <a:endParaRPr lang="uk-UA"/>
        </a:p>
      </dgm:t>
    </dgm:pt>
    <dgm:pt modelId="{51CB2892-7A4B-4CFE-B2C7-18BB2BD8F9F8}" type="parTrans" cxnId="{B7F8E890-6AF3-4CC2-B12D-D2EE1444E90B}">
      <dgm:prSet/>
      <dgm:spPr/>
      <dgm:t>
        <a:bodyPr/>
        <a:lstStyle/>
        <a:p>
          <a:endParaRPr lang="uk-UA"/>
        </a:p>
      </dgm:t>
    </dgm:pt>
    <dgm:pt modelId="{FFB0442D-78D5-4167-AFCC-FE7C860638D0}" type="sibTrans" cxnId="{B7F8E890-6AF3-4CC2-B12D-D2EE1444E90B}">
      <dgm:prSet/>
      <dgm:spPr/>
      <dgm:t>
        <a:bodyPr/>
        <a:lstStyle/>
        <a:p>
          <a:endParaRPr lang="uk-UA"/>
        </a:p>
      </dgm:t>
    </dgm:pt>
    <dgm:pt modelId="{A158F245-ED6F-4B91-B7C0-5AFA14A08E3E}" type="pres">
      <dgm:prSet presAssocID="{95FD9B50-0A19-4D0D-971D-F9B8BB3E103D}" presName="linear" presStyleCnt="0">
        <dgm:presLayoutVars>
          <dgm:animLvl val="lvl"/>
          <dgm:resizeHandles val="exact"/>
        </dgm:presLayoutVars>
      </dgm:prSet>
      <dgm:spPr/>
    </dgm:pt>
    <dgm:pt modelId="{B7C5AF4E-ABF3-4EEF-A12E-E65D4AE4EBCB}" type="pres">
      <dgm:prSet presAssocID="{DE09599A-1493-4C61-83E4-EC370C057BF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5AEF52-DEB8-4D7F-B26F-CBA856943EBA}" type="pres">
      <dgm:prSet presAssocID="{70F088DA-44AE-417D-B6A5-369D593287C7}" presName="spacer" presStyleCnt="0"/>
      <dgm:spPr/>
    </dgm:pt>
    <dgm:pt modelId="{A90C824C-A653-478E-896A-9146ECD19628}" type="pres">
      <dgm:prSet presAssocID="{2905FCA8-5E49-4C0F-83F6-1AE4B95363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13C6E1-AF34-4334-B03C-6657523D234A}" type="pres">
      <dgm:prSet presAssocID="{55136CDE-94C8-4409-969E-2CD75775EF4E}" presName="spacer" presStyleCnt="0"/>
      <dgm:spPr/>
    </dgm:pt>
    <dgm:pt modelId="{AF25AF5B-E144-4E78-A312-1267E8C0F607}" type="pres">
      <dgm:prSet presAssocID="{F041B2A1-A4C0-4077-A13A-43C6A920B6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7A4FD7-BA3F-49FD-A94A-F12BB81EE706}" type="pres">
      <dgm:prSet presAssocID="{0A8DF729-C581-4452-AA48-A326C7BE61FF}" presName="spacer" presStyleCnt="0"/>
      <dgm:spPr/>
    </dgm:pt>
    <dgm:pt modelId="{E6541450-93DA-4768-B349-A58B2208692C}" type="pres">
      <dgm:prSet presAssocID="{8512D681-3CE3-4FB5-9572-DB45A42985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7C1019-AF88-4E6A-9CFF-DA3F0E837622}" srcId="{95FD9B50-0A19-4D0D-971D-F9B8BB3E103D}" destId="{2905FCA8-5E49-4C0F-83F6-1AE4B95363CB}" srcOrd="1" destOrd="0" parTransId="{25DD769E-7DC5-4E0D-9F9F-F45B10EF7297}" sibTransId="{55136CDE-94C8-4409-969E-2CD75775EF4E}"/>
    <dgm:cxn modelId="{D5960E2F-B4E6-4328-8E5C-2A3EC8207E49}" type="presOf" srcId="{95FD9B50-0A19-4D0D-971D-F9B8BB3E103D}" destId="{A158F245-ED6F-4B91-B7C0-5AFA14A08E3E}" srcOrd="0" destOrd="0" presId="urn:microsoft.com/office/officeart/2005/8/layout/vList2"/>
    <dgm:cxn modelId="{5C7A6863-983A-4E31-BCC5-C85A70D02EE2}" srcId="{95FD9B50-0A19-4D0D-971D-F9B8BB3E103D}" destId="{DE09599A-1493-4C61-83E4-EC370C057BF0}" srcOrd="0" destOrd="0" parTransId="{90BB6599-D881-4271-8BD8-EC3FE1AA0C19}" sibTransId="{70F088DA-44AE-417D-B6A5-369D593287C7}"/>
    <dgm:cxn modelId="{24BE8145-32F5-4159-94C5-C69FDD45774C}" type="presOf" srcId="{F041B2A1-A4C0-4077-A13A-43C6A920B63E}" destId="{AF25AF5B-E144-4E78-A312-1267E8C0F607}" srcOrd="0" destOrd="0" presId="urn:microsoft.com/office/officeart/2005/8/layout/vList2"/>
    <dgm:cxn modelId="{B7F8E890-6AF3-4CC2-B12D-D2EE1444E90B}" srcId="{95FD9B50-0A19-4D0D-971D-F9B8BB3E103D}" destId="{8512D681-3CE3-4FB5-9572-DB45A4298561}" srcOrd="3" destOrd="0" parTransId="{51CB2892-7A4B-4CFE-B2C7-18BB2BD8F9F8}" sibTransId="{FFB0442D-78D5-4167-AFCC-FE7C860638D0}"/>
    <dgm:cxn modelId="{F2A126AA-7123-462D-883F-0D38E7D12535}" type="presOf" srcId="{DE09599A-1493-4C61-83E4-EC370C057BF0}" destId="{B7C5AF4E-ABF3-4EEF-A12E-E65D4AE4EBCB}" srcOrd="0" destOrd="0" presId="urn:microsoft.com/office/officeart/2005/8/layout/vList2"/>
    <dgm:cxn modelId="{68299ABC-886F-49A3-81AB-B9D9416311C6}" srcId="{95FD9B50-0A19-4D0D-971D-F9B8BB3E103D}" destId="{F041B2A1-A4C0-4077-A13A-43C6A920B63E}" srcOrd="2" destOrd="0" parTransId="{0BEE3195-1139-4A43-B6D3-27CFACBD41D8}" sibTransId="{0A8DF729-C581-4452-AA48-A326C7BE61FF}"/>
    <dgm:cxn modelId="{56D484C8-C53A-41F2-9035-EDEE4A68368A}" type="presOf" srcId="{2905FCA8-5E49-4C0F-83F6-1AE4B95363CB}" destId="{A90C824C-A653-478E-896A-9146ECD19628}" srcOrd="0" destOrd="0" presId="urn:microsoft.com/office/officeart/2005/8/layout/vList2"/>
    <dgm:cxn modelId="{9F5161EE-E170-452C-A16E-CC7D70617C73}" type="presOf" srcId="{8512D681-3CE3-4FB5-9572-DB45A4298561}" destId="{E6541450-93DA-4768-B349-A58B2208692C}" srcOrd="0" destOrd="0" presId="urn:microsoft.com/office/officeart/2005/8/layout/vList2"/>
    <dgm:cxn modelId="{5B29DCDF-2391-4D3F-B235-2A1A7C494E0D}" type="presParOf" srcId="{A158F245-ED6F-4B91-B7C0-5AFA14A08E3E}" destId="{B7C5AF4E-ABF3-4EEF-A12E-E65D4AE4EBCB}" srcOrd="0" destOrd="0" presId="urn:microsoft.com/office/officeart/2005/8/layout/vList2"/>
    <dgm:cxn modelId="{F55464AB-E5B0-4ADA-AE2A-CE070373160E}" type="presParOf" srcId="{A158F245-ED6F-4B91-B7C0-5AFA14A08E3E}" destId="{7D5AEF52-DEB8-4D7F-B26F-CBA856943EBA}" srcOrd="1" destOrd="0" presId="urn:microsoft.com/office/officeart/2005/8/layout/vList2"/>
    <dgm:cxn modelId="{415432BE-9B60-45B4-9707-4C87BC65817E}" type="presParOf" srcId="{A158F245-ED6F-4B91-B7C0-5AFA14A08E3E}" destId="{A90C824C-A653-478E-896A-9146ECD19628}" srcOrd="2" destOrd="0" presId="urn:microsoft.com/office/officeart/2005/8/layout/vList2"/>
    <dgm:cxn modelId="{749A9059-8556-46D1-8F24-F98401FDB5DD}" type="presParOf" srcId="{A158F245-ED6F-4B91-B7C0-5AFA14A08E3E}" destId="{B913C6E1-AF34-4334-B03C-6657523D234A}" srcOrd="3" destOrd="0" presId="urn:microsoft.com/office/officeart/2005/8/layout/vList2"/>
    <dgm:cxn modelId="{A5351D87-C085-4496-AC20-6FF40B943D96}" type="presParOf" srcId="{A158F245-ED6F-4B91-B7C0-5AFA14A08E3E}" destId="{AF25AF5B-E144-4E78-A312-1267E8C0F607}" srcOrd="4" destOrd="0" presId="urn:microsoft.com/office/officeart/2005/8/layout/vList2"/>
    <dgm:cxn modelId="{93A6D61B-AEF6-4DA1-9A3D-E1DDA7C2D4F7}" type="presParOf" srcId="{A158F245-ED6F-4B91-B7C0-5AFA14A08E3E}" destId="{0B7A4FD7-BA3F-49FD-A94A-F12BB81EE706}" srcOrd="5" destOrd="0" presId="urn:microsoft.com/office/officeart/2005/8/layout/vList2"/>
    <dgm:cxn modelId="{1143023C-FAAE-4DFA-971E-8036A5745E5E}" type="presParOf" srcId="{A158F245-ED6F-4B91-B7C0-5AFA14A08E3E}" destId="{E6541450-93DA-4768-B349-A58B2208692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C6BC3F-4AE2-4459-B880-F5FFF325E3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6C0436-CFC3-4F75-9868-4853F60F02E6}">
      <dgm:prSet/>
      <dgm:spPr/>
      <dgm:t>
        <a:bodyPr/>
        <a:lstStyle/>
        <a:p>
          <a:r>
            <a:rPr lang="ru-RU" b="0" i="0" baseline="0"/>
            <a:t>визнання протекторату Османської імперії</a:t>
          </a:r>
          <a:endParaRPr lang="uk-UA"/>
        </a:p>
      </dgm:t>
    </dgm:pt>
    <dgm:pt modelId="{0BF91B48-5085-4365-9EE1-CEEB83A7B7FB}" type="parTrans" cxnId="{1866E8F9-33DC-4A5F-BA47-23A647176E51}">
      <dgm:prSet/>
      <dgm:spPr/>
      <dgm:t>
        <a:bodyPr/>
        <a:lstStyle/>
        <a:p>
          <a:endParaRPr lang="uk-UA"/>
        </a:p>
      </dgm:t>
    </dgm:pt>
    <dgm:pt modelId="{9C80C11F-4922-4B32-BE4D-693A5D688555}" type="sibTrans" cxnId="{1866E8F9-33DC-4A5F-BA47-23A647176E51}">
      <dgm:prSet/>
      <dgm:spPr/>
      <dgm:t>
        <a:bodyPr/>
        <a:lstStyle/>
        <a:p>
          <a:endParaRPr lang="uk-UA"/>
        </a:p>
      </dgm:t>
    </dgm:pt>
    <dgm:pt modelId="{72D47035-2A19-4868-8859-69607CFF9810}">
      <dgm:prSet/>
      <dgm:spPr/>
      <dgm:t>
        <a:bodyPr/>
        <a:lstStyle/>
        <a:p>
          <a:r>
            <a:rPr lang="ru-RU" b="0" i="0" baseline="0"/>
            <a:t>укладення військово-політичного союзу зі Швецією</a:t>
          </a:r>
          <a:endParaRPr lang="uk-UA"/>
        </a:p>
      </dgm:t>
    </dgm:pt>
    <dgm:pt modelId="{BFA89608-4372-4E2A-A473-55D874DED09C}" type="parTrans" cxnId="{6D6728D3-B14D-4D48-9F7D-66A703D36C79}">
      <dgm:prSet/>
      <dgm:spPr/>
      <dgm:t>
        <a:bodyPr/>
        <a:lstStyle/>
        <a:p>
          <a:endParaRPr lang="uk-UA"/>
        </a:p>
      </dgm:t>
    </dgm:pt>
    <dgm:pt modelId="{EB9005CE-ED2C-4144-9E15-5EE5AA87F7B0}" type="sibTrans" cxnId="{6D6728D3-B14D-4D48-9F7D-66A703D36C79}">
      <dgm:prSet/>
      <dgm:spPr/>
      <dgm:t>
        <a:bodyPr/>
        <a:lstStyle/>
        <a:p>
          <a:endParaRPr lang="uk-UA"/>
        </a:p>
      </dgm:t>
    </dgm:pt>
    <dgm:pt modelId="{5A14C9DD-6799-43B4-A1DD-92D53D31B57B}">
      <dgm:prSet/>
      <dgm:spPr/>
      <dgm:t>
        <a:bodyPr/>
        <a:lstStyle/>
        <a:p>
          <a:r>
            <a:rPr lang="ru-RU" b="0" i="0" baseline="0"/>
            <a:t>створення найманого кінного війська «компанійців»</a:t>
          </a:r>
          <a:endParaRPr lang="uk-UA"/>
        </a:p>
      </dgm:t>
    </dgm:pt>
    <dgm:pt modelId="{E4A52E48-6E4B-4DFA-A65D-34B2B63D9AB8}" type="parTrans" cxnId="{DFC2FD38-C255-473F-97B7-EC0289B9C062}">
      <dgm:prSet/>
      <dgm:spPr/>
      <dgm:t>
        <a:bodyPr/>
        <a:lstStyle/>
        <a:p>
          <a:endParaRPr lang="uk-UA"/>
        </a:p>
      </dgm:t>
    </dgm:pt>
    <dgm:pt modelId="{AA8D818C-6431-4518-9B28-961BAF81647A}" type="sibTrans" cxnId="{DFC2FD38-C255-473F-97B7-EC0289B9C062}">
      <dgm:prSet/>
      <dgm:spPr/>
      <dgm:t>
        <a:bodyPr/>
        <a:lstStyle/>
        <a:p>
          <a:endParaRPr lang="uk-UA"/>
        </a:p>
      </dgm:t>
    </dgm:pt>
    <dgm:pt modelId="{F9070E6B-724D-4D27-8788-5389F658EA27}">
      <dgm:prSet/>
      <dgm:spPr/>
      <dgm:t>
        <a:bodyPr/>
        <a:lstStyle/>
        <a:p>
          <a:r>
            <a:rPr lang="ru-RU" b="0" i="0" baseline="0"/>
            <a:t>проведення «Великого згону» населення Правобережної України</a:t>
          </a:r>
          <a:endParaRPr lang="uk-UA"/>
        </a:p>
      </dgm:t>
    </dgm:pt>
    <dgm:pt modelId="{5C89B18A-55C3-4638-B548-DE0F975DF555}" type="parTrans" cxnId="{F16D1D5B-36E3-4402-9D82-46AB9C615B92}">
      <dgm:prSet/>
      <dgm:spPr/>
      <dgm:t>
        <a:bodyPr/>
        <a:lstStyle/>
        <a:p>
          <a:endParaRPr lang="uk-UA"/>
        </a:p>
      </dgm:t>
    </dgm:pt>
    <dgm:pt modelId="{49813DE4-820C-46B6-B28E-16A6EB4C3126}" type="sibTrans" cxnId="{F16D1D5B-36E3-4402-9D82-46AB9C615B92}">
      <dgm:prSet/>
      <dgm:spPr/>
      <dgm:t>
        <a:bodyPr/>
        <a:lstStyle/>
        <a:p>
          <a:endParaRPr lang="uk-UA"/>
        </a:p>
      </dgm:t>
    </dgm:pt>
    <dgm:pt modelId="{9EC1B79E-8BF3-4532-A980-99F522EB5643}" type="pres">
      <dgm:prSet presAssocID="{2EC6BC3F-4AE2-4459-B880-F5FFF325E377}" presName="linear" presStyleCnt="0">
        <dgm:presLayoutVars>
          <dgm:animLvl val="lvl"/>
          <dgm:resizeHandles val="exact"/>
        </dgm:presLayoutVars>
      </dgm:prSet>
      <dgm:spPr/>
    </dgm:pt>
    <dgm:pt modelId="{DD411A4D-509B-4938-9281-8881EE24C4C8}" type="pres">
      <dgm:prSet presAssocID="{DB6C0436-CFC3-4F75-9868-4853F60F02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CFB753-AB6D-4E09-99A2-20327EA8B242}" type="pres">
      <dgm:prSet presAssocID="{9C80C11F-4922-4B32-BE4D-693A5D688555}" presName="spacer" presStyleCnt="0"/>
      <dgm:spPr/>
    </dgm:pt>
    <dgm:pt modelId="{D8D46B45-0F8A-459F-935F-25F5F2D9FE3F}" type="pres">
      <dgm:prSet presAssocID="{72D47035-2A19-4868-8859-69607CFF981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1C06A6-72F2-4EC7-95FB-6B03F026E402}" type="pres">
      <dgm:prSet presAssocID="{EB9005CE-ED2C-4144-9E15-5EE5AA87F7B0}" presName="spacer" presStyleCnt="0"/>
      <dgm:spPr/>
    </dgm:pt>
    <dgm:pt modelId="{A4253DD5-0A2B-4610-A353-BA4C217EDA45}" type="pres">
      <dgm:prSet presAssocID="{5A14C9DD-6799-43B4-A1DD-92D53D31B5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665F382-360E-4F2A-A3C4-14FAEF3CF5F0}" type="pres">
      <dgm:prSet presAssocID="{AA8D818C-6431-4518-9B28-961BAF81647A}" presName="spacer" presStyleCnt="0"/>
      <dgm:spPr/>
    </dgm:pt>
    <dgm:pt modelId="{89B14C2F-B1AA-4E46-85A1-BCED5A50420C}" type="pres">
      <dgm:prSet presAssocID="{F9070E6B-724D-4D27-8788-5389F658EA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175B07-F2B6-430C-9663-AEA43394136D}" type="presOf" srcId="{F9070E6B-724D-4D27-8788-5389F658EA27}" destId="{89B14C2F-B1AA-4E46-85A1-BCED5A50420C}" srcOrd="0" destOrd="0" presId="urn:microsoft.com/office/officeart/2005/8/layout/vList2"/>
    <dgm:cxn modelId="{DFC2FD38-C255-473F-97B7-EC0289B9C062}" srcId="{2EC6BC3F-4AE2-4459-B880-F5FFF325E377}" destId="{5A14C9DD-6799-43B4-A1DD-92D53D31B57B}" srcOrd="2" destOrd="0" parTransId="{E4A52E48-6E4B-4DFA-A65D-34B2B63D9AB8}" sibTransId="{AA8D818C-6431-4518-9B28-961BAF81647A}"/>
    <dgm:cxn modelId="{F16D1D5B-36E3-4402-9D82-46AB9C615B92}" srcId="{2EC6BC3F-4AE2-4459-B880-F5FFF325E377}" destId="{F9070E6B-724D-4D27-8788-5389F658EA27}" srcOrd="3" destOrd="0" parTransId="{5C89B18A-55C3-4638-B548-DE0F975DF555}" sibTransId="{49813DE4-820C-46B6-B28E-16A6EB4C3126}"/>
    <dgm:cxn modelId="{6B4E4056-770F-4BC7-8128-3D5A99F8C411}" type="presOf" srcId="{DB6C0436-CFC3-4F75-9868-4853F60F02E6}" destId="{DD411A4D-509B-4938-9281-8881EE24C4C8}" srcOrd="0" destOrd="0" presId="urn:microsoft.com/office/officeart/2005/8/layout/vList2"/>
    <dgm:cxn modelId="{EF50778B-9271-40C2-A6B9-E2884AE17064}" type="presOf" srcId="{72D47035-2A19-4868-8859-69607CFF9810}" destId="{D8D46B45-0F8A-459F-935F-25F5F2D9FE3F}" srcOrd="0" destOrd="0" presId="urn:microsoft.com/office/officeart/2005/8/layout/vList2"/>
    <dgm:cxn modelId="{0062359C-492B-4F3B-B836-907D859EE0F5}" type="presOf" srcId="{5A14C9DD-6799-43B4-A1DD-92D53D31B57B}" destId="{A4253DD5-0A2B-4610-A353-BA4C217EDA45}" srcOrd="0" destOrd="0" presId="urn:microsoft.com/office/officeart/2005/8/layout/vList2"/>
    <dgm:cxn modelId="{1D5BEAC4-CABF-4797-AEED-9DFD474A8A05}" type="presOf" srcId="{2EC6BC3F-4AE2-4459-B880-F5FFF325E377}" destId="{9EC1B79E-8BF3-4532-A980-99F522EB5643}" srcOrd="0" destOrd="0" presId="urn:microsoft.com/office/officeart/2005/8/layout/vList2"/>
    <dgm:cxn modelId="{6D6728D3-B14D-4D48-9F7D-66A703D36C79}" srcId="{2EC6BC3F-4AE2-4459-B880-F5FFF325E377}" destId="{72D47035-2A19-4868-8859-69607CFF9810}" srcOrd="1" destOrd="0" parTransId="{BFA89608-4372-4E2A-A473-55D874DED09C}" sibTransId="{EB9005CE-ED2C-4144-9E15-5EE5AA87F7B0}"/>
    <dgm:cxn modelId="{1866E8F9-33DC-4A5F-BA47-23A647176E51}" srcId="{2EC6BC3F-4AE2-4459-B880-F5FFF325E377}" destId="{DB6C0436-CFC3-4F75-9868-4853F60F02E6}" srcOrd="0" destOrd="0" parTransId="{0BF91B48-5085-4365-9EE1-CEEB83A7B7FB}" sibTransId="{9C80C11F-4922-4B32-BE4D-693A5D688555}"/>
    <dgm:cxn modelId="{ECEDB2A3-8BAA-4D7B-93E2-8F243471C196}" type="presParOf" srcId="{9EC1B79E-8BF3-4532-A980-99F522EB5643}" destId="{DD411A4D-509B-4938-9281-8881EE24C4C8}" srcOrd="0" destOrd="0" presId="urn:microsoft.com/office/officeart/2005/8/layout/vList2"/>
    <dgm:cxn modelId="{5A880276-B831-43B0-8C15-C7FD417C4FF2}" type="presParOf" srcId="{9EC1B79E-8BF3-4532-A980-99F522EB5643}" destId="{92CFB753-AB6D-4E09-99A2-20327EA8B242}" srcOrd="1" destOrd="0" presId="urn:microsoft.com/office/officeart/2005/8/layout/vList2"/>
    <dgm:cxn modelId="{F4D23C09-936D-4B23-9B23-4C1F6322B972}" type="presParOf" srcId="{9EC1B79E-8BF3-4532-A980-99F522EB5643}" destId="{D8D46B45-0F8A-459F-935F-25F5F2D9FE3F}" srcOrd="2" destOrd="0" presId="urn:microsoft.com/office/officeart/2005/8/layout/vList2"/>
    <dgm:cxn modelId="{F26FC5DC-A4A6-4BAA-82AD-90CB32034C4F}" type="presParOf" srcId="{9EC1B79E-8BF3-4532-A980-99F522EB5643}" destId="{1E1C06A6-72F2-4EC7-95FB-6B03F026E402}" srcOrd="3" destOrd="0" presId="urn:microsoft.com/office/officeart/2005/8/layout/vList2"/>
    <dgm:cxn modelId="{EAF060A1-B00E-47A0-BC87-995A088107FB}" type="presParOf" srcId="{9EC1B79E-8BF3-4532-A980-99F522EB5643}" destId="{A4253DD5-0A2B-4610-A353-BA4C217EDA45}" srcOrd="4" destOrd="0" presId="urn:microsoft.com/office/officeart/2005/8/layout/vList2"/>
    <dgm:cxn modelId="{B51D48FC-DF4C-4BBD-9133-A5BDEB0B3EEB}" type="presParOf" srcId="{9EC1B79E-8BF3-4532-A980-99F522EB5643}" destId="{1665F382-360E-4F2A-A3C4-14FAEF3CF5F0}" srcOrd="5" destOrd="0" presId="urn:microsoft.com/office/officeart/2005/8/layout/vList2"/>
    <dgm:cxn modelId="{CC9D2766-F52F-4965-AC0E-3927C20B785C}" type="presParOf" srcId="{9EC1B79E-8BF3-4532-A980-99F522EB5643}" destId="{89B14C2F-B1AA-4E46-85A1-BCED5A5042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D58492-F0B5-4876-BF43-D355FDD8106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04A4CC8-C643-458F-B921-7EBA5B0D44FD}">
      <dgm:prSet/>
      <dgm:spPr/>
      <dgm:t>
        <a:bodyPr/>
        <a:lstStyle/>
        <a:p>
          <a:r>
            <a:rPr lang="ru-RU" b="0" i="0" baseline="0"/>
            <a:t>І. Мазепа</a:t>
          </a:r>
          <a:endParaRPr lang="uk-UA"/>
        </a:p>
      </dgm:t>
    </dgm:pt>
    <dgm:pt modelId="{7F4A60EB-B8EB-4B16-9EFD-9D8A87F2A94B}" type="parTrans" cxnId="{20AD43BC-888B-437C-B2C8-B97BDD3C2BC5}">
      <dgm:prSet/>
      <dgm:spPr/>
      <dgm:t>
        <a:bodyPr/>
        <a:lstStyle/>
        <a:p>
          <a:endParaRPr lang="uk-UA"/>
        </a:p>
      </dgm:t>
    </dgm:pt>
    <dgm:pt modelId="{478A53A5-8212-4C15-90B5-8DC589FC811B}" type="sibTrans" cxnId="{20AD43BC-888B-437C-B2C8-B97BDD3C2BC5}">
      <dgm:prSet/>
      <dgm:spPr/>
      <dgm:t>
        <a:bodyPr/>
        <a:lstStyle/>
        <a:p>
          <a:endParaRPr lang="uk-UA"/>
        </a:p>
      </dgm:t>
    </dgm:pt>
    <dgm:pt modelId="{257D4A24-FF5B-4A24-AD70-35C9A3F63351}">
      <dgm:prSet/>
      <dgm:spPr/>
      <dgm:t>
        <a:bodyPr/>
        <a:lstStyle/>
        <a:p>
          <a:r>
            <a:rPr lang="ru-RU" b="0" i="0" baseline="0"/>
            <a:t>П. Дорошенко</a:t>
          </a:r>
          <a:endParaRPr lang="uk-UA"/>
        </a:p>
      </dgm:t>
    </dgm:pt>
    <dgm:pt modelId="{77427D09-9D08-4A96-8FFA-3D6CDAFD7530}" type="parTrans" cxnId="{4B4E07A8-188A-4DB6-A07B-F5FA9FE91FAB}">
      <dgm:prSet/>
      <dgm:spPr/>
      <dgm:t>
        <a:bodyPr/>
        <a:lstStyle/>
        <a:p>
          <a:endParaRPr lang="uk-UA"/>
        </a:p>
      </dgm:t>
    </dgm:pt>
    <dgm:pt modelId="{5F004158-0A24-4B29-B7EF-7AA5E3C8AED5}" type="sibTrans" cxnId="{4B4E07A8-188A-4DB6-A07B-F5FA9FE91FAB}">
      <dgm:prSet/>
      <dgm:spPr/>
      <dgm:t>
        <a:bodyPr/>
        <a:lstStyle/>
        <a:p>
          <a:endParaRPr lang="uk-UA"/>
        </a:p>
      </dgm:t>
    </dgm:pt>
    <dgm:pt modelId="{E4A5B53C-D2CD-4359-8C80-2F4D077B09EB}">
      <dgm:prSet/>
      <dgm:spPr/>
      <dgm:t>
        <a:bodyPr/>
        <a:lstStyle/>
        <a:p>
          <a:r>
            <a:rPr lang="ru-RU" b="0" i="0" baseline="0"/>
            <a:t>І. Брюховецький</a:t>
          </a:r>
          <a:endParaRPr lang="uk-UA"/>
        </a:p>
      </dgm:t>
    </dgm:pt>
    <dgm:pt modelId="{C68EAA1E-824F-43B1-863C-D598B5F49440}" type="parTrans" cxnId="{CDDAFC2A-6B4C-4D14-A3D5-2D79D1690CF9}">
      <dgm:prSet/>
      <dgm:spPr/>
      <dgm:t>
        <a:bodyPr/>
        <a:lstStyle/>
        <a:p>
          <a:endParaRPr lang="uk-UA"/>
        </a:p>
      </dgm:t>
    </dgm:pt>
    <dgm:pt modelId="{A775D38B-F65B-49FE-8C4C-59DB012EC795}" type="sibTrans" cxnId="{CDDAFC2A-6B4C-4D14-A3D5-2D79D1690CF9}">
      <dgm:prSet/>
      <dgm:spPr/>
      <dgm:t>
        <a:bodyPr/>
        <a:lstStyle/>
        <a:p>
          <a:endParaRPr lang="uk-UA"/>
        </a:p>
      </dgm:t>
    </dgm:pt>
    <dgm:pt modelId="{4BFFE00B-A025-486A-8145-BF0219DE0EC2}">
      <dgm:prSet/>
      <dgm:spPr/>
      <dgm:t>
        <a:bodyPr/>
        <a:lstStyle/>
        <a:p>
          <a:r>
            <a:rPr lang="ru-RU" b="0" i="0" baseline="0"/>
            <a:t>Д. Многогрішний</a:t>
          </a:r>
          <a:endParaRPr lang="uk-UA"/>
        </a:p>
      </dgm:t>
    </dgm:pt>
    <dgm:pt modelId="{FF88D5CC-DF36-415A-B87A-5D64FA0D33F5}" type="parTrans" cxnId="{4C9F42C3-4CC6-4074-A1F9-A3AC4BE701C8}">
      <dgm:prSet/>
      <dgm:spPr/>
      <dgm:t>
        <a:bodyPr/>
        <a:lstStyle/>
        <a:p>
          <a:endParaRPr lang="uk-UA"/>
        </a:p>
      </dgm:t>
    </dgm:pt>
    <dgm:pt modelId="{14F8AF01-59CF-4AC6-802E-F3AC8727BCC6}" type="sibTrans" cxnId="{4C9F42C3-4CC6-4074-A1F9-A3AC4BE701C8}">
      <dgm:prSet/>
      <dgm:spPr/>
      <dgm:t>
        <a:bodyPr/>
        <a:lstStyle/>
        <a:p>
          <a:endParaRPr lang="uk-UA"/>
        </a:p>
      </dgm:t>
    </dgm:pt>
    <dgm:pt modelId="{D366C77E-5B34-40F6-98A2-2C5D0A0A02EF}">
      <dgm:prSet/>
      <dgm:spPr/>
      <dgm:t>
        <a:bodyPr/>
        <a:lstStyle/>
        <a:p>
          <a:r>
            <a:rPr lang="ru-RU" b="0" i="0" baseline="0"/>
            <a:t>І. Самойлович</a:t>
          </a:r>
          <a:endParaRPr lang="uk-UA"/>
        </a:p>
      </dgm:t>
    </dgm:pt>
    <dgm:pt modelId="{B8A5CD8B-0C75-4305-AD0F-8CF592D4D60D}" type="parTrans" cxnId="{F979A7AF-B8CE-45D5-A54F-8F71FD74C515}">
      <dgm:prSet/>
      <dgm:spPr/>
      <dgm:t>
        <a:bodyPr/>
        <a:lstStyle/>
        <a:p>
          <a:endParaRPr lang="uk-UA"/>
        </a:p>
      </dgm:t>
    </dgm:pt>
    <dgm:pt modelId="{EB55625A-49EE-4169-A872-D3E12BDAEDD6}" type="sibTrans" cxnId="{F979A7AF-B8CE-45D5-A54F-8F71FD74C515}">
      <dgm:prSet/>
      <dgm:spPr/>
      <dgm:t>
        <a:bodyPr/>
        <a:lstStyle/>
        <a:p>
          <a:endParaRPr lang="uk-UA"/>
        </a:p>
      </dgm:t>
    </dgm:pt>
    <dgm:pt modelId="{41020767-0801-4F85-8F22-3C1CDA548B30}" type="pres">
      <dgm:prSet presAssocID="{76D58492-F0B5-4876-BF43-D355FDD81064}" presName="Name0" presStyleCnt="0">
        <dgm:presLayoutVars>
          <dgm:chMax val="7"/>
          <dgm:chPref val="7"/>
          <dgm:dir/>
        </dgm:presLayoutVars>
      </dgm:prSet>
      <dgm:spPr/>
    </dgm:pt>
    <dgm:pt modelId="{1BFEF27D-0344-48B9-96CD-93D340118199}" type="pres">
      <dgm:prSet presAssocID="{76D58492-F0B5-4876-BF43-D355FDD81064}" presName="Name1" presStyleCnt="0"/>
      <dgm:spPr/>
    </dgm:pt>
    <dgm:pt modelId="{C53E8780-7FE4-4A68-9662-326E893E0FEE}" type="pres">
      <dgm:prSet presAssocID="{76D58492-F0B5-4876-BF43-D355FDD81064}" presName="cycle" presStyleCnt="0"/>
      <dgm:spPr/>
    </dgm:pt>
    <dgm:pt modelId="{AE8E9EF8-2755-4280-9E8B-14422B185589}" type="pres">
      <dgm:prSet presAssocID="{76D58492-F0B5-4876-BF43-D355FDD81064}" presName="srcNode" presStyleLbl="node1" presStyleIdx="0" presStyleCnt="5"/>
      <dgm:spPr/>
    </dgm:pt>
    <dgm:pt modelId="{2D00D9F6-6E00-4D77-9DD1-C8FF83989767}" type="pres">
      <dgm:prSet presAssocID="{76D58492-F0B5-4876-BF43-D355FDD81064}" presName="conn" presStyleLbl="parChTrans1D2" presStyleIdx="0" presStyleCnt="1"/>
      <dgm:spPr/>
    </dgm:pt>
    <dgm:pt modelId="{9A36572E-B59D-48FF-A8B9-5A9A190182F6}" type="pres">
      <dgm:prSet presAssocID="{76D58492-F0B5-4876-BF43-D355FDD81064}" presName="extraNode" presStyleLbl="node1" presStyleIdx="0" presStyleCnt="5"/>
      <dgm:spPr/>
    </dgm:pt>
    <dgm:pt modelId="{B72D1EBB-DA03-40EF-9DEA-24E4F4A65B42}" type="pres">
      <dgm:prSet presAssocID="{76D58492-F0B5-4876-BF43-D355FDD81064}" presName="dstNode" presStyleLbl="node1" presStyleIdx="0" presStyleCnt="5"/>
      <dgm:spPr/>
    </dgm:pt>
    <dgm:pt modelId="{E54D4D18-3668-4E19-9B8C-4FBE36C5137F}" type="pres">
      <dgm:prSet presAssocID="{C04A4CC8-C643-458F-B921-7EBA5B0D44FD}" presName="text_1" presStyleLbl="node1" presStyleIdx="0" presStyleCnt="5">
        <dgm:presLayoutVars>
          <dgm:bulletEnabled val="1"/>
        </dgm:presLayoutVars>
      </dgm:prSet>
      <dgm:spPr/>
    </dgm:pt>
    <dgm:pt modelId="{91D6A826-67E8-4A1B-9CE5-95A96CD59FA5}" type="pres">
      <dgm:prSet presAssocID="{C04A4CC8-C643-458F-B921-7EBA5B0D44FD}" presName="accent_1" presStyleCnt="0"/>
      <dgm:spPr/>
    </dgm:pt>
    <dgm:pt modelId="{EDAA389F-98A7-4BF8-8D8E-6D762A73776D}" type="pres">
      <dgm:prSet presAssocID="{C04A4CC8-C643-458F-B921-7EBA5B0D44FD}" presName="accentRepeatNode" presStyleLbl="solidFgAcc1" presStyleIdx="0" presStyleCnt="5"/>
      <dgm:spPr/>
    </dgm:pt>
    <dgm:pt modelId="{3D4CDEE9-C2EC-42C0-B8BD-FE5B2CABE9FE}" type="pres">
      <dgm:prSet presAssocID="{257D4A24-FF5B-4A24-AD70-35C9A3F63351}" presName="text_2" presStyleLbl="node1" presStyleIdx="1" presStyleCnt="5">
        <dgm:presLayoutVars>
          <dgm:bulletEnabled val="1"/>
        </dgm:presLayoutVars>
      </dgm:prSet>
      <dgm:spPr/>
    </dgm:pt>
    <dgm:pt modelId="{474FDE4F-79D1-4D96-BFA3-150CDCA43473}" type="pres">
      <dgm:prSet presAssocID="{257D4A24-FF5B-4A24-AD70-35C9A3F63351}" presName="accent_2" presStyleCnt="0"/>
      <dgm:spPr/>
    </dgm:pt>
    <dgm:pt modelId="{4F4A70C0-3C17-44E3-9307-026437D8AE00}" type="pres">
      <dgm:prSet presAssocID="{257D4A24-FF5B-4A24-AD70-35C9A3F63351}" presName="accentRepeatNode" presStyleLbl="solidFgAcc1" presStyleIdx="1" presStyleCnt="5"/>
      <dgm:spPr/>
    </dgm:pt>
    <dgm:pt modelId="{A18E4B88-C629-49CD-8E64-12611E04DB3C}" type="pres">
      <dgm:prSet presAssocID="{E4A5B53C-D2CD-4359-8C80-2F4D077B09EB}" presName="text_3" presStyleLbl="node1" presStyleIdx="2" presStyleCnt="5">
        <dgm:presLayoutVars>
          <dgm:bulletEnabled val="1"/>
        </dgm:presLayoutVars>
      </dgm:prSet>
      <dgm:spPr/>
    </dgm:pt>
    <dgm:pt modelId="{B15F19BB-F977-4C17-9E02-EF2BAE79B749}" type="pres">
      <dgm:prSet presAssocID="{E4A5B53C-D2CD-4359-8C80-2F4D077B09EB}" presName="accent_3" presStyleCnt="0"/>
      <dgm:spPr/>
    </dgm:pt>
    <dgm:pt modelId="{407B12AD-FFCA-48C0-9380-54A361542D8B}" type="pres">
      <dgm:prSet presAssocID="{E4A5B53C-D2CD-4359-8C80-2F4D077B09EB}" presName="accentRepeatNode" presStyleLbl="solidFgAcc1" presStyleIdx="2" presStyleCnt="5"/>
      <dgm:spPr/>
    </dgm:pt>
    <dgm:pt modelId="{F1076211-038D-41D6-AF93-820F01AA53F6}" type="pres">
      <dgm:prSet presAssocID="{4BFFE00B-A025-486A-8145-BF0219DE0EC2}" presName="text_4" presStyleLbl="node1" presStyleIdx="3" presStyleCnt="5">
        <dgm:presLayoutVars>
          <dgm:bulletEnabled val="1"/>
        </dgm:presLayoutVars>
      </dgm:prSet>
      <dgm:spPr/>
    </dgm:pt>
    <dgm:pt modelId="{F3865C88-86BD-4B2B-94D8-566FF4C6CD54}" type="pres">
      <dgm:prSet presAssocID="{4BFFE00B-A025-486A-8145-BF0219DE0EC2}" presName="accent_4" presStyleCnt="0"/>
      <dgm:spPr/>
    </dgm:pt>
    <dgm:pt modelId="{DEB860E0-7CEC-44B6-BF5A-C8DFC2F2457A}" type="pres">
      <dgm:prSet presAssocID="{4BFFE00B-A025-486A-8145-BF0219DE0EC2}" presName="accentRepeatNode" presStyleLbl="solidFgAcc1" presStyleIdx="3" presStyleCnt="5"/>
      <dgm:spPr/>
    </dgm:pt>
    <dgm:pt modelId="{75D2F49B-45C6-4CD4-9233-B9281050514C}" type="pres">
      <dgm:prSet presAssocID="{D366C77E-5B34-40F6-98A2-2C5D0A0A02EF}" presName="text_5" presStyleLbl="node1" presStyleIdx="4" presStyleCnt="5">
        <dgm:presLayoutVars>
          <dgm:bulletEnabled val="1"/>
        </dgm:presLayoutVars>
      </dgm:prSet>
      <dgm:spPr/>
    </dgm:pt>
    <dgm:pt modelId="{42D4A549-34ED-4F8C-9EAE-AEBC491E1B8E}" type="pres">
      <dgm:prSet presAssocID="{D366C77E-5B34-40F6-98A2-2C5D0A0A02EF}" presName="accent_5" presStyleCnt="0"/>
      <dgm:spPr/>
    </dgm:pt>
    <dgm:pt modelId="{F8F99CF9-47F8-4114-97BC-3C4125536075}" type="pres">
      <dgm:prSet presAssocID="{D366C77E-5B34-40F6-98A2-2C5D0A0A02EF}" presName="accentRepeatNode" presStyleLbl="solidFgAcc1" presStyleIdx="4" presStyleCnt="5"/>
      <dgm:spPr/>
    </dgm:pt>
  </dgm:ptLst>
  <dgm:cxnLst>
    <dgm:cxn modelId="{CDDAFC2A-6B4C-4D14-A3D5-2D79D1690CF9}" srcId="{76D58492-F0B5-4876-BF43-D355FDD81064}" destId="{E4A5B53C-D2CD-4359-8C80-2F4D077B09EB}" srcOrd="2" destOrd="0" parTransId="{C68EAA1E-824F-43B1-863C-D598B5F49440}" sibTransId="{A775D38B-F65B-49FE-8C4C-59DB012EC795}"/>
    <dgm:cxn modelId="{7DB9F843-0F72-42D6-B201-08BCC51ABFEB}" type="presOf" srcId="{257D4A24-FF5B-4A24-AD70-35C9A3F63351}" destId="{3D4CDEE9-C2EC-42C0-B8BD-FE5B2CABE9FE}" srcOrd="0" destOrd="0" presId="urn:microsoft.com/office/officeart/2008/layout/VerticalCurvedList"/>
    <dgm:cxn modelId="{CA81BE46-7797-4618-8DFF-4E6FA6803613}" type="presOf" srcId="{478A53A5-8212-4C15-90B5-8DC589FC811B}" destId="{2D00D9F6-6E00-4D77-9DD1-C8FF83989767}" srcOrd="0" destOrd="0" presId="urn:microsoft.com/office/officeart/2008/layout/VerticalCurvedList"/>
    <dgm:cxn modelId="{97478579-F087-4159-8B58-AC7CF1866D64}" type="presOf" srcId="{D366C77E-5B34-40F6-98A2-2C5D0A0A02EF}" destId="{75D2F49B-45C6-4CD4-9233-B9281050514C}" srcOrd="0" destOrd="0" presId="urn:microsoft.com/office/officeart/2008/layout/VerticalCurvedList"/>
    <dgm:cxn modelId="{0940339A-168B-4AD8-9AC0-7CAE2DE376E1}" type="presOf" srcId="{76D58492-F0B5-4876-BF43-D355FDD81064}" destId="{41020767-0801-4F85-8F22-3C1CDA548B30}" srcOrd="0" destOrd="0" presId="urn:microsoft.com/office/officeart/2008/layout/VerticalCurvedList"/>
    <dgm:cxn modelId="{4B4E07A8-188A-4DB6-A07B-F5FA9FE91FAB}" srcId="{76D58492-F0B5-4876-BF43-D355FDD81064}" destId="{257D4A24-FF5B-4A24-AD70-35C9A3F63351}" srcOrd="1" destOrd="0" parTransId="{77427D09-9D08-4A96-8FFA-3D6CDAFD7530}" sibTransId="{5F004158-0A24-4B29-B7EF-7AA5E3C8AED5}"/>
    <dgm:cxn modelId="{C8C5FDAB-91C8-4910-9BAF-7DF6B45E39F1}" type="presOf" srcId="{E4A5B53C-D2CD-4359-8C80-2F4D077B09EB}" destId="{A18E4B88-C629-49CD-8E64-12611E04DB3C}" srcOrd="0" destOrd="0" presId="urn:microsoft.com/office/officeart/2008/layout/VerticalCurvedList"/>
    <dgm:cxn modelId="{F979A7AF-B8CE-45D5-A54F-8F71FD74C515}" srcId="{76D58492-F0B5-4876-BF43-D355FDD81064}" destId="{D366C77E-5B34-40F6-98A2-2C5D0A0A02EF}" srcOrd="4" destOrd="0" parTransId="{B8A5CD8B-0C75-4305-AD0F-8CF592D4D60D}" sibTransId="{EB55625A-49EE-4169-A872-D3E12BDAEDD6}"/>
    <dgm:cxn modelId="{20AD43BC-888B-437C-B2C8-B97BDD3C2BC5}" srcId="{76D58492-F0B5-4876-BF43-D355FDD81064}" destId="{C04A4CC8-C643-458F-B921-7EBA5B0D44FD}" srcOrd="0" destOrd="0" parTransId="{7F4A60EB-B8EB-4B16-9EFD-9D8A87F2A94B}" sibTransId="{478A53A5-8212-4C15-90B5-8DC589FC811B}"/>
    <dgm:cxn modelId="{4C9F42C3-4CC6-4074-A1F9-A3AC4BE701C8}" srcId="{76D58492-F0B5-4876-BF43-D355FDD81064}" destId="{4BFFE00B-A025-486A-8145-BF0219DE0EC2}" srcOrd="3" destOrd="0" parTransId="{FF88D5CC-DF36-415A-B87A-5D64FA0D33F5}" sibTransId="{14F8AF01-59CF-4AC6-802E-F3AC8727BCC6}"/>
    <dgm:cxn modelId="{C1325FDB-C407-43D7-91B9-8F3D93C30110}" type="presOf" srcId="{4BFFE00B-A025-486A-8145-BF0219DE0EC2}" destId="{F1076211-038D-41D6-AF93-820F01AA53F6}" srcOrd="0" destOrd="0" presId="urn:microsoft.com/office/officeart/2008/layout/VerticalCurvedList"/>
    <dgm:cxn modelId="{4EF5EAF6-A5FD-4DDB-A4FE-91B37DBC1B28}" type="presOf" srcId="{C04A4CC8-C643-458F-B921-7EBA5B0D44FD}" destId="{E54D4D18-3668-4E19-9B8C-4FBE36C5137F}" srcOrd="0" destOrd="0" presId="urn:microsoft.com/office/officeart/2008/layout/VerticalCurvedList"/>
    <dgm:cxn modelId="{91E65CD6-3F44-408B-AF21-6F366E0E66F8}" type="presParOf" srcId="{41020767-0801-4F85-8F22-3C1CDA548B30}" destId="{1BFEF27D-0344-48B9-96CD-93D340118199}" srcOrd="0" destOrd="0" presId="urn:microsoft.com/office/officeart/2008/layout/VerticalCurvedList"/>
    <dgm:cxn modelId="{71D6A85B-4CD7-41CF-85F6-98298FC3A1F7}" type="presParOf" srcId="{1BFEF27D-0344-48B9-96CD-93D340118199}" destId="{C53E8780-7FE4-4A68-9662-326E893E0FEE}" srcOrd="0" destOrd="0" presId="urn:microsoft.com/office/officeart/2008/layout/VerticalCurvedList"/>
    <dgm:cxn modelId="{2F97DD1A-8EB7-4FBD-89CC-CAE4797481F8}" type="presParOf" srcId="{C53E8780-7FE4-4A68-9662-326E893E0FEE}" destId="{AE8E9EF8-2755-4280-9E8B-14422B185589}" srcOrd="0" destOrd="0" presId="urn:microsoft.com/office/officeart/2008/layout/VerticalCurvedList"/>
    <dgm:cxn modelId="{C917CD75-D461-4C81-A5C7-4D0180F995DA}" type="presParOf" srcId="{C53E8780-7FE4-4A68-9662-326E893E0FEE}" destId="{2D00D9F6-6E00-4D77-9DD1-C8FF83989767}" srcOrd="1" destOrd="0" presId="urn:microsoft.com/office/officeart/2008/layout/VerticalCurvedList"/>
    <dgm:cxn modelId="{1FAC84CD-7819-4A85-ABDA-DA617E3A4F35}" type="presParOf" srcId="{C53E8780-7FE4-4A68-9662-326E893E0FEE}" destId="{9A36572E-B59D-48FF-A8B9-5A9A190182F6}" srcOrd="2" destOrd="0" presId="urn:microsoft.com/office/officeart/2008/layout/VerticalCurvedList"/>
    <dgm:cxn modelId="{D723FF02-4CA6-4085-B5BE-28CF59B9EDD3}" type="presParOf" srcId="{C53E8780-7FE4-4A68-9662-326E893E0FEE}" destId="{B72D1EBB-DA03-40EF-9DEA-24E4F4A65B42}" srcOrd="3" destOrd="0" presId="urn:microsoft.com/office/officeart/2008/layout/VerticalCurvedList"/>
    <dgm:cxn modelId="{4D71BE04-4B1C-4A35-BC26-F8E89B832E26}" type="presParOf" srcId="{1BFEF27D-0344-48B9-96CD-93D340118199}" destId="{E54D4D18-3668-4E19-9B8C-4FBE36C5137F}" srcOrd="1" destOrd="0" presId="urn:microsoft.com/office/officeart/2008/layout/VerticalCurvedList"/>
    <dgm:cxn modelId="{812511A8-8325-48E0-BAD5-8E4F26E0FC70}" type="presParOf" srcId="{1BFEF27D-0344-48B9-96CD-93D340118199}" destId="{91D6A826-67E8-4A1B-9CE5-95A96CD59FA5}" srcOrd="2" destOrd="0" presId="urn:microsoft.com/office/officeart/2008/layout/VerticalCurvedList"/>
    <dgm:cxn modelId="{FDED692F-B4CA-46CA-A3E7-127B584B4C1F}" type="presParOf" srcId="{91D6A826-67E8-4A1B-9CE5-95A96CD59FA5}" destId="{EDAA389F-98A7-4BF8-8D8E-6D762A73776D}" srcOrd="0" destOrd="0" presId="urn:microsoft.com/office/officeart/2008/layout/VerticalCurvedList"/>
    <dgm:cxn modelId="{449DA1F5-BB9E-4EDE-8B4D-6B0C36611328}" type="presParOf" srcId="{1BFEF27D-0344-48B9-96CD-93D340118199}" destId="{3D4CDEE9-C2EC-42C0-B8BD-FE5B2CABE9FE}" srcOrd="3" destOrd="0" presId="urn:microsoft.com/office/officeart/2008/layout/VerticalCurvedList"/>
    <dgm:cxn modelId="{618BAE86-BD84-4965-B1F6-A96B77D5122B}" type="presParOf" srcId="{1BFEF27D-0344-48B9-96CD-93D340118199}" destId="{474FDE4F-79D1-4D96-BFA3-150CDCA43473}" srcOrd="4" destOrd="0" presId="urn:microsoft.com/office/officeart/2008/layout/VerticalCurvedList"/>
    <dgm:cxn modelId="{D46D1946-0E0C-4202-85F1-04438AD77A1C}" type="presParOf" srcId="{474FDE4F-79D1-4D96-BFA3-150CDCA43473}" destId="{4F4A70C0-3C17-44E3-9307-026437D8AE00}" srcOrd="0" destOrd="0" presId="urn:microsoft.com/office/officeart/2008/layout/VerticalCurvedList"/>
    <dgm:cxn modelId="{A66559E1-B43C-447C-9A8F-76E18EC13D41}" type="presParOf" srcId="{1BFEF27D-0344-48B9-96CD-93D340118199}" destId="{A18E4B88-C629-49CD-8E64-12611E04DB3C}" srcOrd="5" destOrd="0" presId="urn:microsoft.com/office/officeart/2008/layout/VerticalCurvedList"/>
    <dgm:cxn modelId="{EA3B81EB-B230-4C87-96F2-03F2B190BAEA}" type="presParOf" srcId="{1BFEF27D-0344-48B9-96CD-93D340118199}" destId="{B15F19BB-F977-4C17-9E02-EF2BAE79B749}" srcOrd="6" destOrd="0" presId="urn:microsoft.com/office/officeart/2008/layout/VerticalCurvedList"/>
    <dgm:cxn modelId="{A0A58209-FA73-42D6-98BB-3316CCDA1D9D}" type="presParOf" srcId="{B15F19BB-F977-4C17-9E02-EF2BAE79B749}" destId="{407B12AD-FFCA-48C0-9380-54A361542D8B}" srcOrd="0" destOrd="0" presId="urn:microsoft.com/office/officeart/2008/layout/VerticalCurvedList"/>
    <dgm:cxn modelId="{159E5FBB-4B84-41E7-94FA-902EC9421911}" type="presParOf" srcId="{1BFEF27D-0344-48B9-96CD-93D340118199}" destId="{F1076211-038D-41D6-AF93-820F01AA53F6}" srcOrd="7" destOrd="0" presId="urn:microsoft.com/office/officeart/2008/layout/VerticalCurvedList"/>
    <dgm:cxn modelId="{42865F9C-48CD-40A5-A036-8A58BA82D474}" type="presParOf" srcId="{1BFEF27D-0344-48B9-96CD-93D340118199}" destId="{F3865C88-86BD-4B2B-94D8-566FF4C6CD54}" srcOrd="8" destOrd="0" presId="urn:microsoft.com/office/officeart/2008/layout/VerticalCurvedList"/>
    <dgm:cxn modelId="{488F1AA8-3D72-4AED-968B-0DBE26D1D7D7}" type="presParOf" srcId="{F3865C88-86BD-4B2B-94D8-566FF4C6CD54}" destId="{DEB860E0-7CEC-44B6-BF5A-C8DFC2F2457A}" srcOrd="0" destOrd="0" presId="urn:microsoft.com/office/officeart/2008/layout/VerticalCurvedList"/>
    <dgm:cxn modelId="{AC38F739-0D1F-4377-A939-856CD44E7D12}" type="presParOf" srcId="{1BFEF27D-0344-48B9-96CD-93D340118199}" destId="{75D2F49B-45C6-4CD4-9233-B9281050514C}" srcOrd="9" destOrd="0" presId="urn:microsoft.com/office/officeart/2008/layout/VerticalCurvedList"/>
    <dgm:cxn modelId="{79B28108-3D45-4342-8116-56FB8B09858C}" type="presParOf" srcId="{1BFEF27D-0344-48B9-96CD-93D340118199}" destId="{42D4A549-34ED-4F8C-9EAE-AEBC491E1B8E}" srcOrd="10" destOrd="0" presId="urn:microsoft.com/office/officeart/2008/layout/VerticalCurvedList"/>
    <dgm:cxn modelId="{4E321347-5E59-4333-8068-C1B3362D1BC4}" type="presParOf" srcId="{42D4A549-34ED-4F8C-9EAE-AEBC491E1B8E}" destId="{F8F99CF9-47F8-4114-97BC-3C412553607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6D04CF-5706-4AEE-83E9-24521077969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F147EB-CA70-42E5-B853-95CFB0D030E7}">
      <dgm:prSet/>
      <dgm:spPr/>
      <dgm:t>
        <a:bodyPr/>
        <a:lstStyle/>
        <a:p>
          <a:r>
            <a:rPr lang="ru-RU" b="0" i="0" baseline="0"/>
            <a:t>П. Дорошенко</a:t>
          </a:r>
          <a:endParaRPr lang="uk-UA"/>
        </a:p>
      </dgm:t>
    </dgm:pt>
    <dgm:pt modelId="{B3B69AEA-CC49-4703-8606-FC052253BE41}" type="parTrans" cxnId="{D4591484-F2D6-4B39-82C6-74A10DF23634}">
      <dgm:prSet/>
      <dgm:spPr/>
      <dgm:t>
        <a:bodyPr/>
        <a:lstStyle/>
        <a:p>
          <a:endParaRPr lang="uk-UA"/>
        </a:p>
      </dgm:t>
    </dgm:pt>
    <dgm:pt modelId="{D24B8531-608C-4991-8048-92D895EBF3D8}" type="sibTrans" cxnId="{D4591484-F2D6-4B39-82C6-74A10DF23634}">
      <dgm:prSet/>
      <dgm:spPr/>
      <dgm:t>
        <a:bodyPr/>
        <a:lstStyle/>
        <a:p>
          <a:endParaRPr lang="uk-UA"/>
        </a:p>
      </dgm:t>
    </dgm:pt>
    <dgm:pt modelId="{E8ECFA73-27E2-4978-BCCC-5446A324FE7F}">
      <dgm:prSet/>
      <dgm:spPr/>
      <dgm:t>
        <a:bodyPr/>
        <a:lstStyle/>
        <a:p>
          <a:r>
            <a:rPr lang="ru-RU" b="0" i="0" baseline="0"/>
            <a:t>Ю. Хмельницький</a:t>
          </a:r>
          <a:endParaRPr lang="uk-UA"/>
        </a:p>
      </dgm:t>
    </dgm:pt>
    <dgm:pt modelId="{915687B3-7DC8-4487-9386-9FFDA652FE51}" type="parTrans" cxnId="{54DE1976-6146-47B4-9E15-FA4FBF4B3126}">
      <dgm:prSet/>
      <dgm:spPr/>
      <dgm:t>
        <a:bodyPr/>
        <a:lstStyle/>
        <a:p>
          <a:endParaRPr lang="uk-UA"/>
        </a:p>
      </dgm:t>
    </dgm:pt>
    <dgm:pt modelId="{2786B1DB-8152-487F-9263-F9B750BFCD89}" type="sibTrans" cxnId="{54DE1976-6146-47B4-9E15-FA4FBF4B3126}">
      <dgm:prSet/>
      <dgm:spPr/>
      <dgm:t>
        <a:bodyPr/>
        <a:lstStyle/>
        <a:p>
          <a:endParaRPr lang="uk-UA"/>
        </a:p>
      </dgm:t>
    </dgm:pt>
    <dgm:pt modelId="{E5ACA12D-11D0-4C4F-B712-E6C12C8543E6}">
      <dgm:prSet/>
      <dgm:spPr/>
      <dgm:t>
        <a:bodyPr/>
        <a:lstStyle/>
        <a:p>
          <a:r>
            <a:rPr lang="ru-RU" b="0" i="0" baseline="0"/>
            <a:t>І. Самойлович</a:t>
          </a:r>
          <a:endParaRPr lang="uk-UA"/>
        </a:p>
      </dgm:t>
    </dgm:pt>
    <dgm:pt modelId="{6837CE54-5964-43BF-80E1-35BD49C30577}" type="parTrans" cxnId="{349750CA-9125-4374-A89F-B46ADF3A3514}">
      <dgm:prSet/>
      <dgm:spPr/>
      <dgm:t>
        <a:bodyPr/>
        <a:lstStyle/>
        <a:p>
          <a:endParaRPr lang="uk-UA"/>
        </a:p>
      </dgm:t>
    </dgm:pt>
    <dgm:pt modelId="{9F166155-F6C1-4EDF-81A0-E06AEDA44E72}" type="sibTrans" cxnId="{349750CA-9125-4374-A89F-B46ADF3A3514}">
      <dgm:prSet/>
      <dgm:spPr/>
      <dgm:t>
        <a:bodyPr/>
        <a:lstStyle/>
        <a:p>
          <a:endParaRPr lang="uk-UA"/>
        </a:p>
      </dgm:t>
    </dgm:pt>
    <dgm:pt modelId="{23FD0A8A-67D7-442B-B42E-0CB183E49C0B}">
      <dgm:prSet/>
      <dgm:spPr/>
      <dgm:t>
        <a:bodyPr/>
        <a:lstStyle/>
        <a:p>
          <a:r>
            <a:rPr lang="ru-RU" b="0" i="0" baseline="0"/>
            <a:t>І. Мазепа</a:t>
          </a:r>
          <a:endParaRPr lang="uk-UA"/>
        </a:p>
      </dgm:t>
    </dgm:pt>
    <dgm:pt modelId="{CDEF2248-0255-46CC-A794-DE6B22C5E4D4}" type="parTrans" cxnId="{3820BAA3-AC62-4406-8621-4B7D018BE42F}">
      <dgm:prSet/>
      <dgm:spPr/>
      <dgm:t>
        <a:bodyPr/>
        <a:lstStyle/>
        <a:p>
          <a:endParaRPr lang="uk-UA"/>
        </a:p>
      </dgm:t>
    </dgm:pt>
    <dgm:pt modelId="{D3371A1B-5F57-4F0D-9B6B-F9D1F046DD7A}" type="sibTrans" cxnId="{3820BAA3-AC62-4406-8621-4B7D018BE42F}">
      <dgm:prSet/>
      <dgm:spPr/>
      <dgm:t>
        <a:bodyPr/>
        <a:lstStyle/>
        <a:p>
          <a:endParaRPr lang="uk-UA"/>
        </a:p>
      </dgm:t>
    </dgm:pt>
    <dgm:pt modelId="{10922758-02CB-457C-9BD9-34C230CA9E58}" type="pres">
      <dgm:prSet presAssocID="{126D04CF-5706-4AEE-83E9-24521077969E}" presName="Name0" presStyleCnt="0">
        <dgm:presLayoutVars>
          <dgm:chMax val="7"/>
          <dgm:chPref val="7"/>
          <dgm:dir/>
        </dgm:presLayoutVars>
      </dgm:prSet>
      <dgm:spPr/>
    </dgm:pt>
    <dgm:pt modelId="{3B363162-A194-4FA7-9CFE-AEBE9203EF3F}" type="pres">
      <dgm:prSet presAssocID="{126D04CF-5706-4AEE-83E9-24521077969E}" presName="Name1" presStyleCnt="0"/>
      <dgm:spPr/>
    </dgm:pt>
    <dgm:pt modelId="{AC6D2DF9-E809-4252-A353-D058EDD6E7CD}" type="pres">
      <dgm:prSet presAssocID="{126D04CF-5706-4AEE-83E9-24521077969E}" presName="cycle" presStyleCnt="0"/>
      <dgm:spPr/>
    </dgm:pt>
    <dgm:pt modelId="{ADA29E0A-1637-4C27-9F92-0C846405A356}" type="pres">
      <dgm:prSet presAssocID="{126D04CF-5706-4AEE-83E9-24521077969E}" presName="srcNode" presStyleLbl="node1" presStyleIdx="0" presStyleCnt="4"/>
      <dgm:spPr/>
    </dgm:pt>
    <dgm:pt modelId="{2789A2D5-B271-4792-80BE-5DC122CC152B}" type="pres">
      <dgm:prSet presAssocID="{126D04CF-5706-4AEE-83E9-24521077969E}" presName="conn" presStyleLbl="parChTrans1D2" presStyleIdx="0" presStyleCnt="1"/>
      <dgm:spPr/>
    </dgm:pt>
    <dgm:pt modelId="{BBC27F02-B99C-4639-84F0-FEE96D52C72C}" type="pres">
      <dgm:prSet presAssocID="{126D04CF-5706-4AEE-83E9-24521077969E}" presName="extraNode" presStyleLbl="node1" presStyleIdx="0" presStyleCnt="4"/>
      <dgm:spPr/>
    </dgm:pt>
    <dgm:pt modelId="{BCE96803-B102-44A8-A93E-CD8124E34BD2}" type="pres">
      <dgm:prSet presAssocID="{126D04CF-5706-4AEE-83E9-24521077969E}" presName="dstNode" presStyleLbl="node1" presStyleIdx="0" presStyleCnt="4"/>
      <dgm:spPr/>
    </dgm:pt>
    <dgm:pt modelId="{02B2150B-D330-4627-B10E-5D9F7BB1C93C}" type="pres">
      <dgm:prSet presAssocID="{61F147EB-CA70-42E5-B853-95CFB0D030E7}" presName="text_1" presStyleLbl="node1" presStyleIdx="0" presStyleCnt="4">
        <dgm:presLayoutVars>
          <dgm:bulletEnabled val="1"/>
        </dgm:presLayoutVars>
      </dgm:prSet>
      <dgm:spPr/>
    </dgm:pt>
    <dgm:pt modelId="{A83666BB-E400-4B20-B719-814011EA9FB9}" type="pres">
      <dgm:prSet presAssocID="{61F147EB-CA70-42E5-B853-95CFB0D030E7}" presName="accent_1" presStyleCnt="0"/>
      <dgm:spPr/>
    </dgm:pt>
    <dgm:pt modelId="{21B85D61-379D-4F4F-A024-4044414E3681}" type="pres">
      <dgm:prSet presAssocID="{61F147EB-CA70-42E5-B853-95CFB0D030E7}" presName="accentRepeatNode" presStyleLbl="solidFgAcc1" presStyleIdx="0" presStyleCnt="4"/>
      <dgm:spPr/>
    </dgm:pt>
    <dgm:pt modelId="{B1074416-030C-4FE0-89E7-4B29996FDB9E}" type="pres">
      <dgm:prSet presAssocID="{E8ECFA73-27E2-4978-BCCC-5446A324FE7F}" presName="text_2" presStyleLbl="node1" presStyleIdx="1" presStyleCnt="4">
        <dgm:presLayoutVars>
          <dgm:bulletEnabled val="1"/>
        </dgm:presLayoutVars>
      </dgm:prSet>
      <dgm:spPr/>
    </dgm:pt>
    <dgm:pt modelId="{38FB30B4-1BED-4DD4-A2AF-A8821DFFCF8D}" type="pres">
      <dgm:prSet presAssocID="{E8ECFA73-27E2-4978-BCCC-5446A324FE7F}" presName="accent_2" presStyleCnt="0"/>
      <dgm:spPr/>
    </dgm:pt>
    <dgm:pt modelId="{85B4C58C-46F2-4162-97A2-F11124E09C91}" type="pres">
      <dgm:prSet presAssocID="{E8ECFA73-27E2-4978-BCCC-5446A324FE7F}" presName="accentRepeatNode" presStyleLbl="solidFgAcc1" presStyleIdx="1" presStyleCnt="4"/>
      <dgm:spPr/>
    </dgm:pt>
    <dgm:pt modelId="{FFD4CE24-F539-4C81-8CCE-0B18BB5148BD}" type="pres">
      <dgm:prSet presAssocID="{E5ACA12D-11D0-4C4F-B712-E6C12C8543E6}" presName="text_3" presStyleLbl="node1" presStyleIdx="2" presStyleCnt="4">
        <dgm:presLayoutVars>
          <dgm:bulletEnabled val="1"/>
        </dgm:presLayoutVars>
      </dgm:prSet>
      <dgm:spPr/>
    </dgm:pt>
    <dgm:pt modelId="{F48DB77E-A07D-443D-B2EF-D98CDE87254F}" type="pres">
      <dgm:prSet presAssocID="{E5ACA12D-11D0-4C4F-B712-E6C12C8543E6}" presName="accent_3" presStyleCnt="0"/>
      <dgm:spPr/>
    </dgm:pt>
    <dgm:pt modelId="{6F99A09E-D1D4-4FF9-BCAA-0691B1220FF6}" type="pres">
      <dgm:prSet presAssocID="{E5ACA12D-11D0-4C4F-B712-E6C12C8543E6}" presName="accentRepeatNode" presStyleLbl="solidFgAcc1" presStyleIdx="2" presStyleCnt="4"/>
      <dgm:spPr/>
    </dgm:pt>
    <dgm:pt modelId="{3E4214DC-5C4B-4DDA-B42C-6B1394AE78E4}" type="pres">
      <dgm:prSet presAssocID="{23FD0A8A-67D7-442B-B42E-0CB183E49C0B}" presName="text_4" presStyleLbl="node1" presStyleIdx="3" presStyleCnt="4">
        <dgm:presLayoutVars>
          <dgm:bulletEnabled val="1"/>
        </dgm:presLayoutVars>
      </dgm:prSet>
      <dgm:spPr/>
    </dgm:pt>
    <dgm:pt modelId="{F702B4A8-DE91-400A-A5CE-3E6B9D39193E}" type="pres">
      <dgm:prSet presAssocID="{23FD0A8A-67D7-442B-B42E-0CB183E49C0B}" presName="accent_4" presStyleCnt="0"/>
      <dgm:spPr/>
    </dgm:pt>
    <dgm:pt modelId="{177B08FC-2127-40D4-973E-79A8DAEE2EE2}" type="pres">
      <dgm:prSet presAssocID="{23FD0A8A-67D7-442B-B42E-0CB183E49C0B}" presName="accentRepeatNode" presStyleLbl="solidFgAcc1" presStyleIdx="3" presStyleCnt="4"/>
      <dgm:spPr/>
    </dgm:pt>
  </dgm:ptLst>
  <dgm:cxnLst>
    <dgm:cxn modelId="{7AF2B508-0C98-41D0-9A41-6D3643665FBF}" type="presOf" srcId="{D24B8531-608C-4991-8048-92D895EBF3D8}" destId="{2789A2D5-B271-4792-80BE-5DC122CC152B}" srcOrd="0" destOrd="0" presId="urn:microsoft.com/office/officeart/2008/layout/VerticalCurvedList"/>
    <dgm:cxn modelId="{E3DE8B0B-8D37-4AEF-A3C3-C328739B86C0}" type="presOf" srcId="{E8ECFA73-27E2-4978-BCCC-5446A324FE7F}" destId="{B1074416-030C-4FE0-89E7-4B29996FDB9E}" srcOrd="0" destOrd="0" presId="urn:microsoft.com/office/officeart/2008/layout/VerticalCurvedList"/>
    <dgm:cxn modelId="{2725BA5B-0AFC-4E3F-8177-636D26852A56}" type="presOf" srcId="{61F147EB-CA70-42E5-B853-95CFB0D030E7}" destId="{02B2150B-D330-4627-B10E-5D9F7BB1C93C}" srcOrd="0" destOrd="0" presId="urn:microsoft.com/office/officeart/2008/layout/VerticalCurvedList"/>
    <dgm:cxn modelId="{54DE1976-6146-47B4-9E15-FA4FBF4B3126}" srcId="{126D04CF-5706-4AEE-83E9-24521077969E}" destId="{E8ECFA73-27E2-4978-BCCC-5446A324FE7F}" srcOrd="1" destOrd="0" parTransId="{915687B3-7DC8-4487-9386-9FFDA652FE51}" sibTransId="{2786B1DB-8152-487F-9263-F9B750BFCD89}"/>
    <dgm:cxn modelId="{D4591484-F2D6-4B39-82C6-74A10DF23634}" srcId="{126D04CF-5706-4AEE-83E9-24521077969E}" destId="{61F147EB-CA70-42E5-B853-95CFB0D030E7}" srcOrd="0" destOrd="0" parTransId="{B3B69AEA-CC49-4703-8606-FC052253BE41}" sibTransId="{D24B8531-608C-4991-8048-92D895EBF3D8}"/>
    <dgm:cxn modelId="{3E9DE38C-D397-4148-A7D4-FC7EE36E36C9}" type="presOf" srcId="{23FD0A8A-67D7-442B-B42E-0CB183E49C0B}" destId="{3E4214DC-5C4B-4DDA-B42C-6B1394AE78E4}" srcOrd="0" destOrd="0" presId="urn:microsoft.com/office/officeart/2008/layout/VerticalCurvedList"/>
    <dgm:cxn modelId="{3820BAA3-AC62-4406-8621-4B7D018BE42F}" srcId="{126D04CF-5706-4AEE-83E9-24521077969E}" destId="{23FD0A8A-67D7-442B-B42E-0CB183E49C0B}" srcOrd="3" destOrd="0" parTransId="{CDEF2248-0255-46CC-A794-DE6B22C5E4D4}" sibTransId="{D3371A1B-5F57-4F0D-9B6B-F9D1F046DD7A}"/>
    <dgm:cxn modelId="{349750CA-9125-4374-A89F-B46ADF3A3514}" srcId="{126D04CF-5706-4AEE-83E9-24521077969E}" destId="{E5ACA12D-11D0-4C4F-B712-E6C12C8543E6}" srcOrd="2" destOrd="0" parTransId="{6837CE54-5964-43BF-80E1-35BD49C30577}" sibTransId="{9F166155-F6C1-4EDF-81A0-E06AEDA44E72}"/>
    <dgm:cxn modelId="{101364E8-7763-43E6-85A0-109E71C876FF}" type="presOf" srcId="{126D04CF-5706-4AEE-83E9-24521077969E}" destId="{10922758-02CB-457C-9BD9-34C230CA9E58}" srcOrd="0" destOrd="0" presId="urn:microsoft.com/office/officeart/2008/layout/VerticalCurvedList"/>
    <dgm:cxn modelId="{D2255CE9-73E9-4BBB-833B-656C5A1EB600}" type="presOf" srcId="{E5ACA12D-11D0-4C4F-B712-E6C12C8543E6}" destId="{FFD4CE24-F539-4C81-8CCE-0B18BB5148BD}" srcOrd="0" destOrd="0" presId="urn:microsoft.com/office/officeart/2008/layout/VerticalCurvedList"/>
    <dgm:cxn modelId="{88DB3613-4D89-48D5-A2ED-77A98453642D}" type="presParOf" srcId="{10922758-02CB-457C-9BD9-34C230CA9E58}" destId="{3B363162-A194-4FA7-9CFE-AEBE9203EF3F}" srcOrd="0" destOrd="0" presId="urn:microsoft.com/office/officeart/2008/layout/VerticalCurvedList"/>
    <dgm:cxn modelId="{AC6FF36B-0B22-474B-9A38-AEA2919061B4}" type="presParOf" srcId="{3B363162-A194-4FA7-9CFE-AEBE9203EF3F}" destId="{AC6D2DF9-E809-4252-A353-D058EDD6E7CD}" srcOrd="0" destOrd="0" presId="urn:microsoft.com/office/officeart/2008/layout/VerticalCurvedList"/>
    <dgm:cxn modelId="{703433E7-BCD2-46C6-A827-673AA96AB1DF}" type="presParOf" srcId="{AC6D2DF9-E809-4252-A353-D058EDD6E7CD}" destId="{ADA29E0A-1637-4C27-9F92-0C846405A356}" srcOrd="0" destOrd="0" presId="urn:microsoft.com/office/officeart/2008/layout/VerticalCurvedList"/>
    <dgm:cxn modelId="{AFF116BF-BFEB-4765-897A-2E8A8B6574B9}" type="presParOf" srcId="{AC6D2DF9-E809-4252-A353-D058EDD6E7CD}" destId="{2789A2D5-B271-4792-80BE-5DC122CC152B}" srcOrd="1" destOrd="0" presId="urn:microsoft.com/office/officeart/2008/layout/VerticalCurvedList"/>
    <dgm:cxn modelId="{F84F90A9-1E10-45AF-A516-A21EB805C3C9}" type="presParOf" srcId="{AC6D2DF9-E809-4252-A353-D058EDD6E7CD}" destId="{BBC27F02-B99C-4639-84F0-FEE96D52C72C}" srcOrd="2" destOrd="0" presId="urn:microsoft.com/office/officeart/2008/layout/VerticalCurvedList"/>
    <dgm:cxn modelId="{90F4AB6B-063C-4B5E-8660-42A6A86A6AC7}" type="presParOf" srcId="{AC6D2DF9-E809-4252-A353-D058EDD6E7CD}" destId="{BCE96803-B102-44A8-A93E-CD8124E34BD2}" srcOrd="3" destOrd="0" presId="urn:microsoft.com/office/officeart/2008/layout/VerticalCurvedList"/>
    <dgm:cxn modelId="{C5A2A05B-3B74-4BF5-BB8A-123D5DD843D9}" type="presParOf" srcId="{3B363162-A194-4FA7-9CFE-AEBE9203EF3F}" destId="{02B2150B-D330-4627-B10E-5D9F7BB1C93C}" srcOrd="1" destOrd="0" presId="urn:microsoft.com/office/officeart/2008/layout/VerticalCurvedList"/>
    <dgm:cxn modelId="{440B3283-EAA4-4FAB-8380-7EFD90EAA934}" type="presParOf" srcId="{3B363162-A194-4FA7-9CFE-AEBE9203EF3F}" destId="{A83666BB-E400-4B20-B719-814011EA9FB9}" srcOrd="2" destOrd="0" presId="urn:microsoft.com/office/officeart/2008/layout/VerticalCurvedList"/>
    <dgm:cxn modelId="{17FBC98D-46DF-44B7-AE92-B0DF5EDFBC5D}" type="presParOf" srcId="{A83666BB-E400-4B20-B719-814011EA9FB9}" destId="{21B85D61-379D-4F4F-A024-4044414E3681}" srcOrd="0" destOrd="0" presId="urn:microsoft.com/office/officeart/2008/layout/VerticalCurvedList"/>
    <dgm:cxn modelId="{9C7DAE8C-447A-4CB8-80D5-200B172DE54B}" type="presParOf" srcId="{3B363162-A194-4FA7-9CFE-AEBE9203EF3F}" destId="{B1074416-030C-4FE0-89E7-4B29996FDB9E}" srcOrd="3" destOrd="0" presId="urn:microsoft.com/office/officeart/2008/layout/VerticalCurvedList"/>
    <dgm:cxn modelId="{BDF888EE-E88C-4E4E-AAF8-BAF0EAE5E59F}" type="presParOf" srcId="{3B363162-A194-4FA7-9CFE-AEBE9203EF3F}" destId="{38FB30B4-1BED-4DD4-A2AF-A8821DFFCF8D}" srcOrd="4" destOrd="0" presId="urn:microsoft.com/office/officeart/2008/layout/VerticalCurvedList"/>
    <dgm:cxn modelId="{A1E256D0-0862-4C7A-9AF0-83635D98E031}" type="presParOf" srcId="{38FB30B4-1BED-4DD4-A2AF-A8821DFFCF8D}" destId="{85B4C58C-46F2-4162-97A2-F11124E09C91}" srcOrd="0" destOrd="0" presId="urn:microsoft.com/office/officeart/2008/layout/VerticalCurvedList"/>
    <dgm:cxn modelId="{ACDFCD96-BCEE-453B-9D0E-5E91F74D7367}" type="presParOf" srcId="{3B363162-A194-4FA7-9CFE-AEBE9203EF3F}" destId="{FFD4CE24-F539-4C81-8CCE-0B18BB5148BD}" srcOrd="5" destOrd="0" presId="urn:microsoft.com/office/officeart/2008/layout/VerticalCurvedList"/>
    <dgm:cxn modelId="{7700CA7E-C49D-40CB-94C4-6AD5F771E005}" type="presParOf" srcId="{3B363162-A194-4FA7-9CFE-AEBE9203EF3F}" destId="{F48DB77E-A07D-443D-B2EF-D98CDE87254F}" srcOrd="6" destOrd="0" presId="urn:microsoft.com/office/officeart/2008/layout/VerticalCurvedList"/>
    <dgm:cxn modelId="{636A9C66-B67D-496B-8589-B32BF345BAA0}" type="presParOf" srcId="{F48DB77E-A07D-443D-B2EF-D98CDE87254F}" destId="{6F99A09E-D1D4-4FF9-BCAA-0691B1220FF6}" srcOrd="0" destOrd="0" presId="urn:microsoft.com/office/officeart/2008/layout/VerticalCurvedList"/>
    <dgm:cxn modelId="{96C723B8-2619-4283-8DE4-B397021ACBAC}" type="presParOf" srcId="{3B363162-A194-4FA7-9CFE-AEBE9203EF3F}" destId="{3E4214DC-5C4B-4DDA-B42C-6B1394AE78E4}" srcOrd="7" destOrd="0" presId="urn:microsoft.com/office/officeart/2008/layout/VerticalCurvedList"/>
    <dgm:cxn modelId="{522FCA54-9BD3-4889-A693-721E86FBB49F}" type="presParOf" srcId="{3B363162-A194-4FA7-9CFE-AEBE9203EF3F}" destId="{F702B4A8-DE91-400A-A5CE-3E6B9D39193E}" srcOrd="8" destOrd="0" presId="urn:microsoft.com/office/officeart/2008/layout/VerticalCurvedList"/>
    <dgm:cxn modelId="{C0CEDD2F-8BDC-496C-B6B6-DD201B1A6AAC}" type="presParOf" srcId="{F702B4A8-DE91-400A-A5CE-3E6B9D39193E}" destId="{177B08FC-2127-40D4-973E-79A8DAEE2E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89A7BAB-2F30-4307-B3D5-01A6A24E22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1FB33A-2A4E-4965-9C28-C4941B5955D4}">
      <dgm:prSet/>
      <dgm:spPr/>
      <dgm:t>
        <a:bodyPr/>
        <a:lstStyle/>
        <a:p>
          <a:r>
            <a:rPr lang="uk-UA" b="0" i="0" baseline="0"/>
            <a:t>укладення українсько-шведської антимосковської угоди</a:t>
          </a:r>
          <a:endParaRPr lang="uk-UA"/>
        </a:p>
      </dgm:t>
    </dgm:pt>
    <dgm:pt modelId="{C0D6ABCC-A3EE-40E3-AFA0-D6CF3D7CAE0D}" type="parTrans" cxnId="{48161F5C-9E6D-4201-8D74-6D11CE70CA81}">
      <dgm:prSet/>
      <dgm:spPr/>
      <dgm:t>
        <a:bodyPr/>
        <a:lstStyle/>
        <a:p>
          <a:endParaRPr lang="uk-UA"/>
        </a:p>
      </dgm:t>
    </dgm:pt>
    <dgm:pt modelId="{518D5DFC-398A-45EA-B568-5334BC9230E4}" type="sibTrans" cxnId="{48161F5C-9E6D-4201-8D74-6D11CE70CA81}">
      <dgm:prSet/>
      <dgm:spPr/>
      <dgm:t>
        <a:bodyPr/>
        <a:lstStyle/>
        <a:p>
          <a:endParaRPr lang="uk-UA"/>
        </a:p>
      </dgm:t>
    </dgm:pt>
    <dgm:pt modelId="{0B154D1B-6FC3-4F6A-BE5A-6DF6D4817071}">
      <dgm:prSet/>
      <dgm:spPr/>
      <dgm:t>
        <a:bodyPr/>
        <a:lstStyle/>
        <a:p>
          <a:r>
            <a:rPr lang="uk-UA" b="0" i="0" baseline="0"/>
            <a:t>ухвалення протекторату Османської імперії</a:t>
          </a:r>
          <a:endParaRPr lang="uk-UA"/>
        </a:p>
      </dgm:t>
    </dgm:pt>
    <dgm:pt modelId="{9944EE76-7ABF-4382-86A9-C9A8A45DC082}" type="parTrans" cxnId="{CEA9BEC9-2D4C-49E6-BC31-3D7DA791EB33}">
      <dgm:prSet/>
      <dgm:spPr/>
      <dgm:t>
        <a:bodyPr/>
        <a:lstStyle/>
        <a:p>
          <a:endParaRPr lang="uk-UA"/>
        </a:p>
      </dgm:t>
    </dgm:pt>
    <dgm:pt modelId="{B00A6B5F-AF32-44E5-8B7B-4D5F9F0912FE}" type="sibTrans" cxnId="{CEA9BEC9-2D4C-49E6-BC31-3D7DA791EB33}">
      <dgm:prSet/>
      <dgm:spPr/>
      <dgm:t>
        <a:bodyPr/>
        <a:lstStyle/>
        <a:p>
          <a:endParaRPr lang="uk-UA"/>
        </a:p>
      </dgm:t>
    </dgm:pt>
    <dgm:pt modelId="{5C0F3C60-E70F-46E0-A3E9-DD3CC9F65B1B}">
      <dgm:prSet/>
      <dgm:spPr/>
      <dgm:t>
        <a:bodyPr/>
        <a:lstStyle/>
        <a:p>
          <a:r>
            <a:rPr lang="uk-UA" b="0" i="0" baseline="0"/>
            <a:t>Чигиринські походи османсько-кримськотатарської армії</a:t>
          </a:r>
          <a:endParaRPr lang="uk-UA"/>
        </a:p>
      </dgm:t>
    </dgm:pt>
    <dgm:pt modelId="{D0204D42-3AB6-436E-922D-1F9F4BF4D1D9}" type="parTrans" cxnId="{5CF443F2-2646-49F4-85BE-D8F9DFDBA046}">
      <dgm:prSet/>
      <dgm:spPr/>
      <dgm:t>
        <a:bodyPr/>
        <a:lstStyle/>
        <a:p>
          <a:endParaRPr lang="uk-UA"/>
        </a:p>
      </dgm:t>
    </dgm:pt>
    <dgm:pt modelId="{0DD9AE9D-F0EF-4C43-B92A-12630D90D533}" type="sibTrans" cxnId="{5CF443F2-2646-49F4-85BE-D8F9DFDBA046}">
      <dgm:prSet/>
      <dgm:spPr/>
      <dgm:t>
        <a:bodyPr/>
        <a:lstStyle/>
        <a:p>
          <a:endParaRPr lang="uk-UA"/>
        </a:p>
      </dgm:t>
    </dgm:pt>
    <dgm:pt modelId="{D16785EE-BAFA-46DC-BA71-E71CD10117C3}">
      <dgm:prSet/>
      <dgm:spPr/>
      <dgm:t>
        <a:bodyPr/>
        <a:lstStyle/>
        <a:p>
          <a:r>
            <a:rPr lang="uk-UA" b="0" i="0" baseline="0"/>
            <a:t>здійснення «Великого згону»</a:t>
          </a:r>
          <a:endParaRPr lang="uk-UA"/>
        </a:p>
      </dgm:t>
    </dgm:pt>
    <dgm:pt modelId="{1099B46C-65CC-4829-932E-0EEBDAA4D200}" type="parTrans" cxnId="{9E78BEAC-B40A-4BA3-BBFE-FE1A82D4F045}">
      <dgm:prSet/>
      <dgm:spPr/>
      <dgm:t>
        <a:bodyPr/>
        <a:lstStyle/>
        <a:p>
          <a:endParaRPr lang="uk-UA"/>
        </a:p>
      </dgm:t>
    </dgm:pt>
    <dgm:pt modelId="{A555170C-3FE2-4390-9A00-5D2A0E1252CC}" type="sibTrans" cxnId="{9E78BEAC-B40A-4BA3-BBFE-FE1A82D4F045}">
      <dgm:prSet/>
      <dgm:spPr/>
      <dgm:t>
        <a:bodyPr/>
        <a:lstStyle/>
        <a:p>
          <a:endParaRPr lang="uk-UA"/>
        </a:p>
      </dgm:t>
    </dgm:pt>
    <dgm:pt modelId="{584EF3ED-74B1-46DA-9C53-8EEA7BAA9EDB}">
      <dgm:prSet/>
      <dgm:spPr/>
      <dgm:t>
        <a:bodyPr/>
        <a:lstStyle/>
        <a:p>
          <a:r>
            <a:rPr lang="uk-UA" b="0" i="0" baseline="0"/>
            <a:t>створення найманого війська компанійців</a:t>
          </a:r>
          <a:endParaRPr lang="uk-UA"/>
        </a:p>
      </dgm:t>
    </dgm:pt>
    <dgm:pt modelId="{E8D2B3B7-3ECA-4A0D-8148-84524C09A45D}" type="parTrans" cxnId="{93F0B134-9FF9-4D86-B592-7F376682C635}">
      <dgm:prSet/>
      <dgm:spPr/>
      <dgm:t>
        <a:bodyPr/>
        <a:lstStyle/>
        <a:p>
          <a:endParaRPr lang="uk-UA"/>
        </a:p>
      </dgm:t>
    </dgm:pt>
    <dgm:pt modelId="{D32A9D86-9D35-49C7-90FF-0569F61D9111}" type="sibTrans" cxnId="{93F0B134-9FF9-4D86-B592-7F376682C635}">
      <dgm:prSet/>
      <dgm:spPr/>
      <dgm:t>
        <a:bodyPr/>
        <a:lstStyle/>
        <a:p>
          <a:endParaRPr lang="uk-UA"/>
        </a:p>
      </dgm:t>
    </dgm:pt>
    <dgm:pt modelId="{0444A282-8F89-4C7B-9AB0-2843C3BE31B7}" type="pres">
      <dgm:prSet presAssocID="{B89A7BAB-2F30-4307-B3D5-01A6A24E225E}" presName="linear" presStyleCnt="0">
        <dgm:presLayoutVars>
          <dgm:animLvl val="lvl"/>
          <dgm:resizeHandles val="exact"/>
        </dgm:presLayoutVars>
      </dgm:prSet>
      <dgm:spPr/>
    </dgm:pt>
    <dgm:pt modelId="{9D022F2D-FCB5-457F-8511-43B43AB883F3}" type="pres">
      <dgm:prSet presAssocID="{831FB33A-2A4E-4965-9C28-C4941B5955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100A9F7-FDD1-4634-BC24-560AF4CD2335}" type="pres">
      <dgm:prSet presAssocID="{518D5DFC-398A-45EA-B568-5334BC9230E4}" presName="spacer" presStyleCnt="0"/>
      <dgm:spPr/>
    </dgm:pt>
    <dgm:pt modelId="{69B76A38-B3A0-42FD-B1DA-3911E16465DA}" type="pres">
      <dgm:prSet presAssocID="{0B154D1B-6FC3-4F6A-BE5A-6DF6D481707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70A0829-0080-4FC8-B8B3-349733B607AD}" type="pres">
      <dgm:prSet presAssocID="{B00A6B5F-AF32-44E5-8B7B-4D5F9F0912FE}" presName="spacer" presStyleCnt="0"/>
      <dgm:spPr/>
    </dgm:pt>
    <dgm:pt modelId="{689E5E3E-BF9C-4FAD-AF73-3EAFD99CCCC2}" type="pres">
      <dgm:prSet presAssocID="{5C0F3C60-E70F-46E0-A3E9-DD3CC9F65B1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0767C59-34F6-4D64-B1D7-9BD50105A3E9}" type="pres">
      <dgm:prSet presAssocID="{0DD9AE9D-F0EF-4C43-B92A-12630D90D533}" presName="spacer" presStyleCnt="0"/>
      <dgm:spPr/>
    </dgm:pt>
    <dgm:pt modelId="{EA229FEF-05D9-4D15-938F-5601D31EAE8A}" type="pres">
      <dgm:prSet presAssocID="{D16785EE-BAFA-46DC-BA71-E71CD10117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B95CA1A-0C8A-4A3E-837C-6911BFF67688}" type="pres">
      <dgm:prSet presAssocID="{A555170C-3FE2-4390-9A00-5D2A0E1252CC}" presName="spacer" presStyleCnt="0"/>
      <dgm:spPr/>
    </dgm:pt>
    <dgm:pt modelId="{8DD2AEC8-4870-408F-A812-C23F2C4C18AF}" type="pres">
      <dgm:prSet presAssocID="{584EF3ED-74B1-46DA-9C53-8EEA7BAA9ED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CCC8420-36D9-4C2A-A1A2-CA443478239A}" type="presOf" srcId="{0B154D1B-6FC3-4F6A-BE5A-6DF6D4817071}" destId="{69B76A38-B3A0-42FD-B1DA-3911E16465DA}" srcOrd="0" destOrd="0" presId="urn:microsoft.com/office/officeart/2005/8/layout/vList2"/>
    <dgm:cxn modelId="{93F0B134-9FF9-4D86-B592-7F376682C635}" srcId="{B89A7BAB-2F30-4307-B3D5-01A6A24E225E}" destId="{584EF3ED-74B1-46DA-9C53-8EEA7BAA9EDB}" srcOrd="4" destOrd="0" parTransId="{E8D2B3B7-3ECA-4A0D-8148-84524C09A45D}" sibTransId="{D32A9D86-9D35-49C7-90FF-0569F61D9111}"/>
    <dgm:cxn modelId="{48161F5C-9E6D-4201-8D74-6D11CE70CA81}" srcId="{B89A7BAB-2F30-4307-B3D5-01A6A24E225E}" destId="{831FB33A-2A4E-4965-9C28-C4941B5955D4}" srcOrd="0" destOrd="0" parTransId="{C0D6ABCC-A3EE-40E3-AFA0-D6CF3D7CAE0D}" sibTransId="{518D5DFC-398A-45EA-B568-5334BC9230E4}"/>
    <dgm:cxn modelId="{789D455E-84FC-4518-A8B8-8FA5B15C14EA}" type="presOf" srcId="{B89A7BAB-2F30-4307-B3D5-01A6A24E225E}" destId="{0444A282-8F89-4C7B-9AB0-2843C3BE31B7}" srcOrd="0" destOrd="0" presId="urn:microsoft.com/office/officeart/2005/8/layout/vList2"/>
    <dgm:cxn modelId="{5430B476-6D81-490C-AE5B-4AFB111E5C50}" type="presOf" srcId="{D16785EE-BAFA-46DC-BA71-E71CD10117C3}" destId="{EA229FEF-05D9-4D15-938F-5601D31EAE8A}" srcOrd="0" destOrd="0" presId="urn:microsoft.com/office/officeart/2005/8/layout/vList2"/>
    <dgm:cxn modelId="{30B0C58D-8766-408E-983D-4F92ABECF771}" type="presOf" srcId="{831FB33A-2A4E-4965-9C28-C4941B5955D4}" destId="{9D022F2D-FCB5-457F-8511-43B43AB883F3}" srcOrd="0" destOrd="0" presId="urn:microsoft.com/office/officeart/2005/8/layout/vList2"/>
    <dgm:cxn modelId="{0DB74A92-F963-43D8-9AE1-31A6A357916E}" type="presOf" srcId="{5C0F3C60-E70F-46E0-A3E9-DD3CC9F65B1B}" destId="{689E5E3E-BF9C-4FAD-AF73-3EAFD99CCCC2}" srcOrd="0" destOrd="0" presId="urn:microsoft.com/office/officeart/2005/8/layout/vList2"/>
    <dgm:cxn modelId="{9E78BEAC-B40A-4BA3-BBFE-FE1A82D4F045}" srcId="{B89A7BAB-2F30-4307-B3D5-01A6A24E225E}" destId="{D16785EE-BAFA-46DC-BA71-E71CD10117C3}" srcOrd="3" destOrd="0" parTransId="{1099B46C-65CC-4829-932E-0EEBDAA4D200}" sibTransId="{A555170C-3FE2-4390-9A00-5D2A0E1252CC}"/>
    <dgm:cxn modelId="{BC654EC2-A2C5-467F-A29E-96B2C0EF1D86}" type="presOf" srcId="{584EF3ED-74B1-46DA-9C53-8EEA7BAA9EDB}" destId="{8DD2AEC8-4870-408F-A812-C23F2C4C18AF}" srcOrd="0" destOrd="0" presId="urn:microsoft.com/office/officeart/2005/8/layout/vList2"/>
    <dgm:cxn modelId="{CEA9BEC9-2D4C-49E6-BC31-3D7DA791EB33}" srcId="{B89A7BAB-2F30-4307-B3D5-01A6A24E225E}" destId="{0B154D1B-6FC3-4F6A-BE5A-6DF6D4817071}" srcOrd="1" destOrd="0" parTransId="{9944EE76-7ABF-4382-86A9-C9A8A45DC082}" sibTransId="{B00A6B5F-AF32-44E5-8B7B-4D5F9F0912FE}"/>
    <dgm:cxn modelId="{5CF443F2-2646-49F4-85BE-D8F9DFDBA046}" srcId="{B89A7BAB-2F30-4307-B3D5-01A6A24E225E}" destId="{5C0F3C60-E70F-46E0-A3E9-DD3CC9F65B1B}" srcOrd="2" destOrd="0" parTransId="{D0204D42-3AB6-436E-922D-1F9F4BF4D1D9}" sibTransId="{0DD9AE9D-F0EF-4C43-B92A-12630D90D533}"/>
    <dgm:cxn modelId="{02E76294-10C8-4B91-B57A-C0DD4369879E}" type="presParOf" srcId="{0444A282-8F89-4C7B-9AB0-2843C3BE31B7}" destId="{9D022F2D-FCB5-457F-8511-43B43AB883F3}" srcOrd="0" destOrd="0" presId="urn:microsoft.com/office/officeart/2005/8/layout/vList2"/>
    <dgm:cxn modelId="{AD7D11EB-100C-4696-8F67-5E14FBAFDBAD}" type="presParOf" srcId="{0444A282-8F89-4C7B-9AB0-2843C3BE31B7}" destId="{2100A9F7-FDD1-4634-BC24-560AF4CD2335}" srcOrd="1" destOrd="0" presId="urn:microsoft.com/office/officeart/2005/8/layout/vList2"/>
    <dgm:cxn modelId="{5B4247DC-4A33-40FD-85E5-45E10932F587}" type="presParOf" srcId="{0444A282-8F89-4C7B-9AB0-2843C3BE31B7}" destId="{69B76A38-B3A0-42FD-B1DA-3911E16465DA}" srcOrd="2" destOrd="0" presId="urn:microsoft.com/office/officeart/2005/8/layout/vList2"/>
    <dgm:cxn modelId="{B95B87D2-A627-41CC-A875-77265B74C4F5}" type="presParOf" srcId="{0444A282-8F89-4C7B-9AB0-2843C3BE31B7}" destId="{570A0829-0080-4FC8-B8B3-349733B607AD}" srcOrd="3" destOrd="0" presId="urn:microsoft.com/office/officeart/2005/8/layout/vList2"/>
    <dgm:cxn modelId="{07B596FA-C497-4EA8-9CE5-15ED85A32C0B}" type="presParOf" srcId="{0444A282-8F89-4C7B-9AB0-2843C3BE31B7}" destId="{689E5E3E-BF9C-4FAD-AF73-3EAFD99CCCC2}" srcOrd="4" destOrd="0" presId="urn:microsoft.com/office/officeart/2005/8/layout/vList2"/>
    <dgm:cxn modelId="{E38FA804-CE0A-457C-9602-843502129114}" type="presParOf" srcId="{0444A282-8F89-4C7B-9AB0-2843C3BE31B7}" destId="{40767C59-34F6-4D64-B1D7-9BD50105A3E9}" srcOrd="5" destOrd="0" presId="urn:microsoft.com/office/officeart/2005/8/layout/vList2"/>
    <dgm:cxn modelId="{8972E2CC-292F-4A63-9C78-A33A90842043}" type="presParOf" srcId="{0444A282-8F89-4C7B-9AB0-2843C3BE31B7}" destId="{EA229FEF-05D9-4D15-938F-5601D31EAE8A}" srcOrd="6" destOrd="0" presId="urn:microsoft.com/office/officeart/2005/8/layout/vList2"/>
    <dgm:cxn modelId="{81CC4FBF-B0D6-4AA9-86C7-FAB24263E4A6}" type="presParOf" srcId="{0444A282-8F89-4C7B-9AB0-2843C3BE31B7}" destId="{DB95CA1A-0C8A-4A3E-837C-6911BFF67688}" srcOrd="7" destOrd="0" presId="urn:microsoft.com/office/officeart/2005/8/layout/vList2"/>
    <dgm:cxn modelId="{5ED276DA-4588-48EA-BE53-88EE7E120A0B}" type="presParOf" srcId="{0444A282-8F89-4C7B-9AB0-2843C3BE31B7}" destId="{8DD2AEC8-4870-408F-A812-C23F2C4C18A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CC78EED-8E47-43E4-832D-8CCC2A4629F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35927F-E730-4F96-ACF8-E96AA423334A}">
      <dgm:prSet/>
      <dgm:spPr/>
      <dgm:t>
        <a:bodyPr/>
        <a:lstStyle/>
        <a:p>
          <a:r>
            <a:rPr lang="ru-RU" b="0" i="0" baseline="0"/>
            <a:t>П. Дорошенко</a:t>
          </a:r>
          <a:endParaRPr lang="uk-UA"/>
        </a:p>
      </dgm:t>
    </dgm:pt>
    <dgm:pt modelId="{58DC70D8-6E92-4106-A3F9-52CCB6BBFDA5}" type="parTrans" cxnId="{6FC0BE06-19C4-4216-AF62-6E1726DED259}">
      <dgm:prSet/>
      <dgm:spPr/>
      <dgm:t>
        <a:bodyPr/>
        <a:lstStyle/>
        <a:p>
          <a:endParaRPr lang="uk-UA"/>
        </a:p>
      </dgm:t>
    </dgm:pt>
    <dgm:pt modelId="{8E0E5584-6E4E-4626-B452-2B84227DEBD2}" type="sibTrans" cxnId="{6FC0BE06-19C4-4216-AF62-6E1726DED259}">
      <dgm:prSet/>
      <dgm:spPr/>
      <dgm:t>
        <a:bodyPr/>
        <a:lstStyle/>
        <a:p>
          <a:endParaRPr lang="uk-UA"/>
        </a:p>
      </dgm:t>
    </dgm:pt>
    <dgm:pt modelId="{1B9E9C8C-0623-4E44-826C-A8DDADAC8339}">
      <dgm:prSet/>
      <dgm:spPr/>
      <dgm:t>
        <a:bodyPr/>
        <a:lstStyle/>
        <a:p>
          <a:r>
            <a:rPr lang="ru-RU" b="0" i="0" baseline="0"/>
            <a:t>С. Палій</a:t>
          </a:r>
          <a:endParaRPr lang="uk-UA"/>
        </a:p>
      </dgm:t>
    </dgm:pt>
    <dgm:pt modelId="{9462D1D2-718E-4F48-AA90-BED4A608242A}" type="parTrans" cxnId="{A7FD4174-B3BA-4ACA-9A4E-42C65BCDEE61}">
      <dgm:prSet/>
      <dgm:spPr/>
      <dgm:t>
        <a:bodyPr/>
        <a:lstStyle/>
        <a:p>
          <a:endParaRPr lang="uk-UA"/>
        </a:p>
      </dgm:t>
    </dgm:pt>
    <dgm:pt modelId="{C8DF09FE-CE3F-4E0D-A29D-0C64BB2B926F}" type="sibTrans" cxnId="{A7FD4174-B3BA-4ACA-9A4E-42C65BCDEE61}">
      <dgm:prSet/>
      <dgm:spPr/>
      <dgm:t>
        <a:bodyPr/>
        <a:lstStyle/>
        <a:p>
          <a:endParaRPr lang="uk-UA"/>
        </a:p>
      </dgm:t>
    </dgm:pt>
    <dgm:pt modelId="{2817F021-FA89-4003-BCF8-8E248C9957D0}">
      <dgm:prSet/>
      <dgm:spPr/>
      <dgm:t>
        <a:bodyPr/>
        <a:lstStyle/>
        <a:p>
          <a:r>
            <a:rPr lang="ru-RU" b="0" i="0" baseline="0"/>
            <a:t>К. Гордієнко</a:t>
          </a:r>
          <a:endParaRPr lang="uk-UA"/>
        </a:p>
      </dgm:t>
    </dgm:pt>
    <dgm:pt modelId="{09706578-1807-4C03-9E44-C82EE493B85A}" type="parTrans" cxnId="{B0DE847A-EA6E-402E-ABFB-24F78C68CAAC}">
      <dgm:prSet/>
      <dgm:spPr/>
      <dgm:t>
        <a:bodyPr/>
        <a:lstStyle/>
        <a:p>
          <a:endParaRPr lang="uk-UA"/>
        </a:p>
      </dgm:t>
    </dgm:pt>
    <dgm:pt modelId="{53592F67-4A96-4FAA-B4CD-C09B10B77A9A}" type="sibTrans" cxnId="{B0DE847A-EA6E-402E-ABFB-24F78C68CAAC}">
      <dgm:prSet/>
      <dgm:spPr/>
      <dgm:t>
        <a:bodyPr/>
        <a:lstStyle/>
        <a:p>
          <a:endParaRPr lang="uk-UA"/>
        </a:p>
      </dgm:t>
    </dgm:pt>
    <dgm:pt modelId="{223E8702-2716-4355-82C6-E270BCC70C66}">
      <dgm:prSet/>
      <dgm:spPr/>
      <dgm:t>
        <a:bodyPr/>
        <a:lstStyle/>
        <a:p>
          <a:r>
            <a:rPr lang="ru-RU" b="0" i="0" baseline="0"/>
            <a:t>Ф. Прокопович</a:t>
          </a:r>
          <a:endParaRPr lang="uk-UA"/>
        </a:p>
      </dgm:t>
    </dgm:pt>
    <dgm:pt modelId="{35CE9EA1-F990-40A0-8805-D5E61149A30B}" type="parTrans" cxnId="{519A32B0-3FFB-4AA7-A627-94823BC3649A}">
      <dgm:prSet/>
      <dgm:spPr/>
      <dgm:t>
        <a:bodyPr/>
        <a:lstStyle/>
        <a:p>
          <a:endParaRPr lang="uk-UA"/>
        </a:p>
      </dgm:t>
    </dgm:pt>
    <dgm:pt modelId="{7B4A34CE-6025-4457-9A8B-01F702DE3385}" type="sibTrans" cxnId="{519A32B0-3FFB-4AA7-A627-94823BC3649A}">
      <dgm:prSet/>
      <dgm:spPr/>
      <dgm:t>
        <a:bodyPr/>
        <a:lstStyle/>
        <a:p>
          <a:endParaRPr lang="uk-UA"/>
        </a:p>
      </dgm:t>
    </dgm:pt>
    <dgm:pt modelId="{C1056EC9-6544-4E9E-8323-6FC1FE36C658}" type="pres">
      <dgm:prSet presAssocID="{6CC78EED-8E47-43E4-832D-8CCC2A4629FA}" presName="Name0" presStyleCnt="0">
        <dgm:presLayoutVars>
          <dgm:chMax val="7"/>
          <dgm:chPref val="7"/>
          <dgm:dir/>
        </dgm:presLayoutVars>
      </dgm:prSet>
      <dgm:spPr/>
    </dgm:pt>
    <dgm:pt modelId="{28149EAE-C7A3-4529-ABFA-196909AA9D18}" type="pres">
      <dgm:prSet presAssocID="{6CC78EED-8E47-43E4-832D-8CCC2A4629FA}" presName="Name1" presStyleCnt="0"/>
      <dgm:spPr/>
    </dgm:pt>
    <dgm:pt modelId="{3519236E-2E02-439A-9AEE-9928E6496ED0}" type="pres">
      <dgm:prSet presAssocID="{6CC78EED-8E47-43E4-832D-8CCC2A4629FA}" presName="cycle" presStyleCnt="0"/>
      <dgm:spPr/>
    </dgm:pt>
    <dgm:pt modelId="{50E89ADC-44D5-4D23-98C0-A9544A79703A}" type="pres">
      <dgm:prSet presAssocID="{6CC78EED-8E47-43E4-832D-8CCC2A4629FA}" presName="srcNode" presStyleLbl="node1" presStyleIdx="0" presStyleCnt="4"/>
      <dgm:spPr/>
    </dgm:pt>
    <dgm:pt modelId="{099B0D32-C1BF-4DCC-AA28-196F643156F4}" type="pres">
      <dgm:prSet presAssocID="{6CC78EED-8E47-43E4-832D-8CCC2A4629FA}" presName="conn" presStyleLbl="parChTrans1D2" presStyleIdx="0" presStyleCnt="1"/>
      <dgm:spPr/>
    </dgm:pt>
    <dgm:pt modelId="{5C506B3B-FBC5-402C-9711-5FC37AAE69AD}" type="pres">
      <dgm:prSet presAssocID="{6CC78EED-8E47-43E4-832D-8CCC2A4629FA}" presName="extraNode" presStyleLbl="node1" presStyleIdx="0" presStyleCnt="4"/>
      <dgm:spPr/>
    </dgm:pt>
    <dgm:pt modelId="{7E6D3BC1-BB8C-4F73-A8EA-40A0CB8B1678}" type="pres">
      <dgm:prSet presAssocID="{6CC78EED-8E47-43E4-832D-8CCC2A4629FA}" presName="dstNode" presStyleLbl="node1" presStyleIdx="0" presStyleCnt="4"/>
      <dgm:spPr/>
    </dgm:pt>
    <dgm:pt modelId="{DE5B6CC5-DFA9-49B4-AA8C-C77EF38427E4}" type="pres">
      <dgm:prSet presAssocID="{8335927F-E730-4F96-ACF8-E96AA423334A}" presName="text_1" presStyleLbl="node1" presStyleIdx="0" presStyleCnt="4">
        <dgm:presLayoutVars>
          <dgm:bulletEnabled val="1"/>
        </dgm:presLayoutVars>
      </dgm:prSet>
      <dgm:spPr/>
    </dgm:pt>
    <dgm:pt modelId="{0BE09CEC-8DB8-4004-8C0D-24D4A7E6B77D}" type="pres">
      <dgm:prSet presAssocID="{8335927F-E730-4F96-ACF8-E96AA423334A}" presName="accent_1" presStyleCnt="0"/>
      <dgm:spPr/>
    </dgm:pt>
    <dgm:pt modelId="{2C21A093-E6FE-4A29-BE38-6838FD10AF59}" type="pres">
      <dgm:prSet presAssocID="{8335927F-E730-4F96-ACF8-E96AA423334A}" presName="accentRepeatNode" presStyleLbl="solidFgAcc1" presStyleIdx="0" presStyleCnt="4"/>
      <dgm:spPr/>
    </dgm:pt>
    <dgm:pt modelId="{6C559C99-5071-472F-9872-DC6030ECB41D}" type="pres">
      <dgm:prSet presAssocID="{1B9E9C8C-0623-4E44-826C-A8DDADAC8339}" presName="text_2" presStyleLbl="node1" presStyleIdx="1" presStyleCnt="4">
        <dgm:presLayoutVars>
          <dgm:bulletEnabled val="1"/>
        </dgm:presLayoutVars>
      </dgm:prSet>
      <dgm:spPr/>
    </dgm:pt>
    <dgm:pt modelId="{31AF5C09-9EF0-4349-A72B-FC9C5565C597}" type="pres">
      <dgm:prSet presAssocID="{1B9E9C8C-0623-4E44-826C-A8DDADAC8339}" presName="accent_2" presStyleCnt="0"/>
      <dgm:spPr/>
    </dgm:pt>
    <dgm:pt modelId="{2C692F37-5158-48F8-AF83-328BB4D00106}" type="pres">
      <dgm:prSet presAssocID="{1B9E9C8C-0623-4E44-826C-A8DDADAC8339}" presName="accentRepeatNode" presStyleLbl="solidFgAcc1" presStyleIdx="1" presStyleCnt="4"/>
      <dgm:spPr/>
    </dgm:pt>
    <dgm:pt modelId="{2298C768-067C-4DDE-985E-5E4AC1AE2A8D}" type="pres">
      <dgm:prSet presAssocID="{2817F021-FA89-4003-BCF8-8E248C9957D0}" presName="text_3" presStyleLbl="node1" presStyleIdx="2" presStyleCnt="4">
        <dgm:presLayoutVars>
          <dgm:bulletEnabled val="1"/>
        </dgm:presLayoutVars>
      </dgm:prSet>
      <dgm:spPr/>
    </dgm:pt>
    <dgm:pt modelId="{474C2B8B-38E6-46F3-A529-22F4192C6E28}" type="pres">
      <dgm:prSet presAssocID="{2817F021-FA89-4003-BCF8-8E248C9957D0}" presName="accent_3" presStyleCnt="0"/>
      <dgm:spPr/>
    </dgm:pt>
    <dgm:pt modelId="{B1DA932A-EB1A-492B-8882-A06B8D2F263C}" type="pres">
      <dgm:prSet presAssocID="{2817F021-FA89-4003-BCF8-8E248C9957D0}" presName="accentRepeatNode" presStyleLbl="solidFgAcc1" presStyleIdx="2" presStyleCnt="4"/>
      <dgm:spPr/>
    </dgm:pt>
    <dgm:pt modelId="{695FB18B-0B36-46FC-89A1-5AD848A0D110}" type="pres">
      <dgm:prSet presAssocID="{223E8702-2716-4355-82C6-E270BCC70C66}" presName="text_4" presStyleLbl="node1" presStyleIdx="3" presStyleCnt="4">
        <dgm:presLayoutVars>
          <dgm:bulletEnabled val="1"/>
        </dgm:presLayoutVars>
      </dgm:prSet>
      <dgm:spPr/>
    </dgm:pt>
    <dgm:pt modelId="{8F770931-79FE-4AC1-93DF-D9F92FF5B11F}" type="pres">
      <dgm:prSet presAssocID="{223E8702-2716-4355-82C6-E270BCC70C66}" presName="accent_4" presStyleCnt="0"/>
      <dgm:spPr/>
    </dgm:pt>
    <dgm:pt modelId="{FDC5ED4E-3E1E-4670-B9A9-CC93CB9074ED}" type="pres">
      <dgm:prSet presAssocID="{223E8702-2716-4355-82C6-E270BCC70C66}" presName="accentRepeatNode" presStyleLbl="solidFgAcc1" presStyleIdx="3" presStyleCnt="4"/>
      <dgm:spPr/>
    </dgm:pt>
  </dgm:ptLst>
  <dgm:cxnLst>
    <dgm:cxn modelId="{6FC0BE06-19C4-4216-AF62-6E1726DED259}" srcId="{6CC78EED-8E47-43E4-832D-8CCC2A4629FA}" destId="{8335927F-E730-4F96-ACF8-E96AA423334A}" srcOrd="0" destOrd="0" parTransId="{58DC70D8-6E92-4106-A3F9-52CCB6BBFDA5}" sibTransId="{8E0E5584-6E4E-4626-B452-2B84227DEBD2}"/>
    <dgm:cxn modelId="{A890F31D-9260-4DA1-A9E4-B6295C793546}" type="presOf" srcId="{223E8702-2716-4355-82C6-E270BCC70C66}" destId="{695FB18B-0B36-46FC-89A1-5AD848A0D110}" srcOrd="0" destOrd="0" presId="urn:microsoft.com/office/officeart/2008/layout/VerticalCurvedList"/>
    <dgm:cxn modelId="{99A2AD2D-D556-47A3-96E6-C14B18B13436}" type="presOf" srcId="{2817F021-FA89-4003-BCF8-8E248C9957D0}" destId="{2298C768-067C-4DDE-985E-5E4AC1AE2A8D}" srcOrd="0" destOrd="0" presId="urn:microsoft.com/office/officeart/2008/layout/VerticalCurvedList"/>
    <dgm:cxn modelId="{47240C3D-E85E-41E8-ACF5-880FE0148DCE}" type="presOf" srcId="{8335927F-E730-4F96-ACF8-E96AA423334A}" destId="{DE5B6CC5-DFA9-49B4-AA8C-C77EF38427E4}" srcOrd="0" destOrd="0" presId="urn:microsoft.com/office/officeart/2008/layout/VerticalCurvedList"/>
    <dgm:cxn modelId="{DA7B225B-08CB-411C-B799-A100060E058B}" type="presOf" srcId="{6CC78EED-8E47-43E4-832D-8CCC2A4629FA}" destId="{C1056EC9-6544-4E9E-8323-6FC1FE36C658}" srcOrd="0" destOrd="0" presId="urn:microsoft.com/office/officeart/2008/layout/VerticalCurvedList"/>
    <dgm:cxn modelId="{C962C146-7AAB-41A5-8AEA-0ED3B2C7AD4E}" type="presOf" srcId="{8E0E5584-6E4E-4626-B452-2B84227DEBD2}" destId="{099B0D32-C1BF-4DCC-AA28-196F643156F4}" srcOrd="0" destOrd="0" presId="urn:microsoft.com/office/officeart/2008/layout/VerticalCurvedList"/>
    <dgm:cxn modelId="{A7FD4174-B3BA-4ACA-9A4E-42C65BCDEE61}" srcId="{6CC78EED-8E47-43E4-832D-8CCC2A4629FA}" destId="{1B9E9C8C-0623-4E44-826C-A8DDADAC8339}" srcOrd="1" destOrd="0" parTransId="{9462D1D2-718E-4F48-AA90-BED4A608242A}" sibTransId="{C8DF09FE-CE3F-4E0D-A29D-0C64BB2B926F}"/>
    <dgm:cxn modelId="{B0DE847A-EA6E-402E-ABFB-24F78C68CAAC}" srcId="{6CC78EED-8E47-43E4-832D-8CCC2A4629FA}" destId="{2817F021-FA89-4003-BCF8-8E248C9957D0}" srcOrd="2" destOrd="0" parTransId="{09706578-1807-4C03-9E44-C82EE493B85A}" sibTransId="{53592F67-4A96-4FAA-B4CD-C09B10B77A9A}"/>
    <dgm:cxn modelId="{519A32B0-3FFB-4AA7-A627-94823BC3649A}" srcId="{6CC78EED-8E47-43E4-832D-8CCC2A4629FA}" destId="{223E8702-2716-4355-82C6-E270BCC70C66}" srcOrd="3" destOrd="0" parTransId="{35CE9EA1-F990-40A0-8805-D5E61149A30B}" sibTransId="{7B4A34CE-6025-4457-9A8B-01F702DE3385}"/>
    <dgm:cxn modelId="{93D8BDD1-C4A4-4829-90D3-19FBFACA87C0}" type="presOf" srcId="{1B9E9C8C-0623-4E44-826C-A8DDADAC8339}" destId="{6C559C99-5071-472F-9872-DC6030ECB41D}" srcOrd="0" destOrd="0" presId="urn:microsoft.com/office/officeart/2008/layout/VerticalCurvedList"/>
    <dgm:cxn modelId="{ECAD6976-B7B1-4C02-B432-6C5793BAD64C}" type="presParOf" srcId="{C1056EC9-6544-4E9E-8323-6FC1FE36C658}" destId="{28149EAE-C7A3-4529-ABFA-196909AA9D18}" srcOrd="0" destOrd="0" presId="urn:microsoft.com/office/officeart/2008/layout/VerticalCurvedList"/>
    <dgm:cxn modelId="{053809DA-21D9-4F05-9AFD-FF5BB0ADFD01}" type="presParOf" srcId="{28149EAE-C7A3-4529-ABFA-196909AA9D18}" destId="{3519236E-2E02-439A-9AEE-9928E6496ED0}" srcOrd="0" destOrd="0" presId="urn:microsoft.com/office/officeart/2008/layout/VerticalCurvedList"/>
    <dgm:cxn modelId="{D9183788-0A4F-4CA2-8360-BE536E976AD8}" type="presParOf" srcId="{3519236E-2E02-439A-9AEE-9928E6496ED0}" destId="{50E89ADC-44D5-4D23-98C0-A9544A79703A}" srcOrd="0" destOrd="0" presId="urn:microsoft.com/office/officeart/2008/layout/VerticalCurvedList"/>
    <dgm:cxn modelId="{9F0F9754-D13F-42F6-A9C1-AC4ADAEE1469}" type="presParOf" srcId="{3519236E-2E02-439A-9AEE-9928E6496ED0}" destId="{099B0D32-C1BF-4DCC-AA28-196F643156F4}" srcOrd="1" destOrd="0" presId="urn:microsoft.com/office/officeart/2008/layout/VerticalCurvedList"/>
    <dgm:cxn modelId="{35E65C90-2E6B-4155-9737-A1026F9372C0}" type="presParOf" srcId="{3519236E-2E02-439A-9AEE-9928E6496ED0}" destId="{5C506B3B-FBC5-402C-9711-5FC37AAE69AD}" srcOrd="2" destOrd="0" presId="urn:microsoft.com/office/officeart/2008/layout/VerticalCurvedList"/>
    <dgm:cxn modelId="{B053DFFA-5AE2-464A-AC32-DD7758FF6495}" type="presParOf" srcId="{3519236E-2E02-439A-9AEE-9928E6496ED0}" destId="{7E6D3BC1-BB8C-4F73-A8EA-40A0CB8B1678}" srcOrd="3" destOrd="0" presId="urn:microsoft.com/office/officeart/2008/layout/VerticalCurvedList"/>
    <dgm:cxn modelId="{BAA4A6A2-78D2-4BE4-A209-101EF3528FED}" type="presParOf" srcId="{28149EAE-C7A3-4529-ABFA-196909AA9D18}" destId="{DE5B6CC5-DFA9-49B4-AA8C-C77EF38427E4}" srcOrd="1" destOrd="0" presId="urn:microsoft.com/office/officeart/2008/layout/VerticalCurvedList"/>
    <dgm:cxn modelId="{58C22FB0-DEB1-479E-80DD-4CCF870F5B6E}" type="presParOf" srcId="{28149EAE-C7A3-4529-ABFA-196909AA9D18}" destId="{0BE09CEC-8DB8-4004-8C0D-24D4A7E6B77D}" srcOrd="2" destOrd="0" presId="urn:microsoft.com/office/officeart/2008/layout/VerticalCurvedList"/>
    <dgm:cxn modelId="{D54B6FEF-70F4-4E0E-A153-FA7A419CC998}" type="presParOf" srcId="{0BE09CEC-8DB8-4004-8C0D-24D4A7E6B77D}" destId="{2C21A093-E6FE-4A29-BE38-6838FD10AF59}" srcOrd="0" destOrd="0" presId="urn:microsoft.com/office/officeart/2008/layout/VerticalCurvedList"/>
    <dgm:cxn modelId="{D51EAA1D-81BA-4CCB-AF6A-1A5797398D17}" type="presParOf" srcId="{28149EAE-C7A3-4529-ABFA-196909AA9D18}" destId="{6C559C99-5071-472F-9872-DC6030ECB41D}" srcOrd="3" destOrd="0" presId="urn:microsoft.com/office/officeart/2008/layout/VerticalCurvedList"/>
    <dgm:cxn modelId="{0780E9A9-E3D6-47F0-A678-2D9B4AFC27CA}" type="presParOf" srcId="{28149EAE-C7A3-4529-ABFA-196909AA9D18}" destId="{31AF5C09-9EF0-4349-A72B-FC9C5565C597}" srcOrd="4" destOrd="0" presId="urn:microsoft.com/office/officeart/2008/layout/VerticalCurvedList"/>
    <dgm:cxn modelId="{CB72EB85-EF46-496B-AFDA-7B2B83C8DAE6}" type="presParOf" srcId="{31AF5C09-9EF0-4349-A72B-FC9C5565C597}" destId="{2C692F37-5158-48F8-AF83-328BB4D00106}" srcOrd="0" destOrd="0" presId="urn:microsoft.com/office/officeart/2008/layout/VerticalCurvedList"/>
    <dgm:cxn modelId="{F57B40E1-C127-48A6-9CDE-7CAF58763935}" type="presParOf" srcId="{28149EAE-C7A3-4529-ABFA-196909AA9D18}" destId="{2298C768-067C-4DDE-985E-5E4AC1AE2A8D}" srcOrd="5" destOrd="0" presId="urn:microsoft.com/office/officeart/2008/layout/VerticalCurvedList"/>
    <dgm:cxn modelId="{9515EDAB-5C16-4697-A113-B2601134E27F}" type="presParOf" srcId="{28149EAE-C7A3-4529-ABFA-196909AA9D18}" destId="{474C2B8B-38E6-46F3-A529-22F4192C6E28}" srcOrd="6" destOrd="0" presId="urn:microsoft.com/office/officeart/2008/layout/VerticalCurvedList"/>
    <dgm:cxn modelId="{6176514A-3735-4FA6-9944-5A7C95C26298}" type="presParOf" srcId="{474C2B8B-38E6-46F3-A529-22F4192C6E28}" destId="{B1DA932A-EB1A-492B-8882-A06B8D2F263C}" srcOrd="0" destOrd="0" presId="urn:microsoft.com/office/officeart/2008/layout/VerticalCurvedList"/>
    <dgm:cxn modelId="{5BCAD459-7E5C-43BB-BBB0-404A95B6CD42}" type="presParOf" srcId="{28149EAE-C7A3-4529-ABFA-196909AA9D18}" destId="{695FB18B-0B36-46FC-89A1-5AD848A0D110}" srcOrd="7" destOrd="0" presId="urn:microsoft.com/office/officeart/2008/layout/VerticalCurvedList"/>
    <dgm:cxn modelId="{7BC275F6-24A8-4390-B188-BC958540B929}" type="presParOf" srcId="{28149EAE-C7A3-4529-ABFA-196909AA9D18}" destId="{8F770931-79FE-4AC1-93DF-D9F92FF5B11F}" srcOrd="8" destOrd="0" presId="urn:microsoft.com/office/officeart/2008/layout/VerticalCurvedList"/>
    <dgm:cxn modelId="{022B71CC-9E97-4C7B-BA78-F9B896CB9B46}" type="presParOf" srcId="{8F770931-79FE-4AC1-93DF-D9F92FF5B11F}" destId="{FDC5ED4E-3E1E-4670-B9A9-CC93CB9074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EA4BCEF-0658-4A8B-B222-75694BB998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9C003F-3C2C-4714-AA23-378996330098}">
      <dgm:prSet/>
      <dgm:spPr/>
      <dgm:t>
        <a:bodyPr/>
        <a:lstStyle/>
        <a:p>
          <a:r>
            <a:rPr lang="uk-UA" b="0" i="0" baseline="0"/>
            <a:t>гетьман Війська Запорозького</a:t>
          </a:r>
          <a:endParaRPr lang="uk-UA"/>
        </a:p>
      </dgm:t>
    </dgm:pt>
    <dgm:pt modelId="{BC697242-7997-4B66-88D7-61648E3E5D73}" type="parTrans" cxnId="{450B0018-C1CF-48BD-BB97-78AD4BC4B09F}">
      <dgm:prSet/>
      <dgm:spPr/>
      <dgm:t>
        <a:bodyPr/>
        <a:lstStyle/>
        <a:p>
          <a:endParaRPr lang="uk-UA"/>
        </a:p>
      </dgm:t>
    </dgm:pt>
    <dgm:pt modelId="{DDC8F0ED-E584-48B6-949B-CE315EFA2AC9}" type="sibTrans" cxnId="{450B0018-C1CF-48BD-BB97-78AD4BC4B09F}">
      <dgm:prSet/>
      <dgm:spPr/>
      <dgm:t>
        <a:bodyPr/>
        <a:lstStyle/>
        <a:p>
          <a:endParaRPr lang="uk-UA"/>
        </a:p>
      </dgm:t>
    </dgm:pt>
    <dgm:pt modelId="{1FF36891-6046-470A-B3FA-E4A66746C351}">
      <dgm:prSet/>
      <dgm:spPr/>
      <dgm:t>
        <a:bodyPr/>
        <a:lstStyle/>
        <a:p>
          <a:r>
            <a:rPr lang="uk-UA" b="0" i="0" baseline="0"/>
            <a:t>полковник Фастівського полку</a:t>
          </a:r>
          <a:endParaRPr lang="uk-UA"/>
        </a:p>
      </dgm:t>
    </dgm:pt>
    <dgm:pt modelId="{F3438BA3-114E-4041-B354-A5904EA99644}" type="parTrans" cxnId="{4D2131CF-1285-4807-BD7E-CAB07FE3A3C0}">
      <dgm:prSet/>
      <dgm:spPr/>
      <dgm:t>
        <a:bodyPr/>
        <a:lstStyle/>
        <a:p>
          <a:endParaRPr lang="uk-UA"/>
        </a:p>
      </dgm:t>
    </dgm:pt>
    <dgm:pt modelId="{258E7F53-60B8-471C-8226-88AB19A2CD69}" type="sibTrans" cxnId="{4D2131CF-1285-4807-BD7E-CAB07FE3A3C0}">
      <dgm:prSet/>
      <dgm:spPr/>
      <dgm:t>
        <a:bodyPr/>
        <a:lstStyle/>
        <a:p>
          <a:endParaRPr lang="uk-UA"/>
        </a:p>
      </dgm:t>
    </dgm:pt>
    <dgm:pt modelId="{BAACFF81-5DA1-4E0B-8962-F30F2DB36AEA}">
      <dgm:prSet/>
      <dgm:spPr/>
      <dgm:t>
        <a:bodyPr/>
        <a:lstStyle/>
        <a:p>
          <a:r>
            <a:rPr lang="uk-UA" b="0" i="0" baseline="0"/>
            <a:t>президент Малоросійської колегії</a:t>
          </a:r>
          <a:endParaRPr lang="uk-UA"/>
        </a:p>
      </dgm:t>
    </dgm:pt>
    <dgm:pt modelId="{72669934-781B-465A-AC5D-4A11B42D3D55}" type="parTrans" cxnId="{883B6807-5194-4DA8-8065-5CAE55F5FA74}">
      <dgm:prSet/>
      <dgm:spPr/>
      <dgm:t>
        <a:bodyPr/>
        <a:lstStyle/>
        <a:p>
          <a:endParaRPr lang="uk-UA"/>
        </a:p>
      </dgm:t>
    </dgm:pt>
    <dgm:pt modelId="{61F8389A-F6A9-42EB-8A2E-2E320EB2D67C}" type="sibTrans" cxnId="{883B6807-5194-4DA8-8065-5CAE55F5FA74}">
      <dgm:prSet/>
      <dgm:spPr/>
      <dgm:t>
        <a:bodyPr/>
        <a:lstStyle/>
        <a:p>
          <a:endParaRPr lang="uk-UA"/>
        </a:p>
      </dgm:t>
    </dgm:pt>
    <dgm:pt modelId="{BF992A62-D389-45C7-98F6-4783C1EFEB41}">
      <dgm:prSet/>
      <dgm:spPr/>
      <dgm:t>
        <a:bodyPr/>
        <a:lstStyle/>
        <a:p>
          <a:r>
            <a:rPr lang="uk-UA" b="0" i="0" baseline="0"/>
            <a:t>ректор Києво-Могилянської академії</a:t>
          </a:r>
          <a:endParaRPr lang="uk-UA"/>
        </a:p>
      </dgm:t>
    </dgm:pt>
    <dgm:pt modelId="{E68B5AEC-850E-4B11-A589-D955EFB5EB92}" type="parTrans" cxnId="{DF1C752C-2973-473F-AB53-76FE0598FE89}">
      <dgm:prSet/>
      <dgm:spPr/>
      <dgm:t>
        <a:bodyPr/>
        <a:lstStyle/>
        <a:p>
          <a:endParaRPr lang="uk-UA"/>
        </a:p>
      </dgm:t>
    </dgm:pt>
    <dgm:pt modelId="{4767E753-42AA-45E9-89A5-F63E07C142ED}" type="sibTrans" cxnId="{DF1C752C-2973-473F-AB53-76FE0598FE89}">
      <dgm:prSet/>
      <dgm:spPr/>
      <dgm:t>
        <a:bodyPr/>
        <a:lstStyle/>
        <a:p>
          <a:endParaRPr lang="uk-UA"/>
        </a:p>
      </dgm:t>
    </dgm:pt>
    <dgm:pt modelId="{350F8F8F-955C-40E1-8A47-B24B35C355A4}">
      <dgm:prSet/>
      <dgm:spPr/>
      <dgm:t>
        <a:bodyPr/>
        <a:lstStyle/>
        <a:p>
          <a:r>
            <a:rPr lang="uk-UA" b="0" i="0" baseline="0"/>
            <a:t>кошовий отаман Війська Запорозького Низового</a:t>
          </a:r>
          <a:endParaRPr lang="uk-UA"/>
        </a:p>
      </dgm:t>
    </dgm:pt>
    <dgm:pt modelId="{BDE8E6A4-2629-4B1D-A20B-73B966681F4D}" type="parTrans" cxnId="{73A91F94-85D5-471F-B3CD-8229B003C210}">
      <dgm:prSet/>
      <dgm:spPr/>
      <dgm:t>
        <a:bodyPr/>
        <a:lstStyle/>
        <a:p>
          <a:endParaRPr lang="uk-UA"/>
        </a:p>
      </dgm:t>
    </dgm:pt>
    <dgm:pt modelId="{0CC508C3-0755-4EE8-9811-BEF8AFE8EF97}" type="sibTrans" cxnId="{73A91F94-85D5-471F-B3CD-8229B003C210}">
      <dgm:prSet/>
      <dgm:spPr/>
      <dgm:t>
        <a:bodyPr/>
        <a:lstStyle/>
        <a:p>
          <a:endParaRPr lang="uk-UA"/>
        </a:p>
      </dgm:t>
    </dgm:pt>
    <dgm:pt modelId="{D3498546-DAC2-4410-8CE7-F25ED86FE624}" type="pres">
      <dgm:prSet presAssocID="{CEA4BCEF-0658-4A8B-B222-75694BB99853}" presName="linear" presStyleCnt="0">
        <dgm:presLayoutVars>
          <dgm:animLvl val="lvl"/>
          <dgm:resizeHandles val="exact"/>
        </dgm:presLayoutVars>
      </dgm:prSet>
      <dgm:spPr/>
    </dgm:pt>
    <dgm:pt modelId="{DFE0743E-1087-4005-B149-96A3423EC029}" type="pres">
      <dgm:prSet presAssocID="{9D9C003F-3C2C-4714-AA23-37899633009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D1AC725-7C11-4BFA-9740-AB95439C9AA6}" type="pres">
      <dgm:prSet presAssocID="{DDC8F0ED-E584-48B6-949B-CE315EFA2AC9}" presName="spacer" presStyleCnt="0"/>
      <dgm:spPr/>
    </dgm:pt>
    <dgm:pt modelId="{8D733306-C7DD-4283-9904-47A43C25DD49}" type="pres">
      <dgm:prSet presAssocID="{1FF36891-6046-470A-B3FA-E4A66746C35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D5D9E17-304D-410A-836F-5920E46943FC}" type="pres">
      <dgm:prSet presAssocID="{258E7F53-60B8-471C-8226-88AB19A2CD69}" presName="spacer" presStyleCnt="0"/>
      <dgm:spPr/>
    </dgm:pt>
    <dgm:pt modelId="{F00B7388-C07E-4709-AAE7-B94C4DF5E476}" type="pres">
      <dgm:prSet presAssocID="{BAACFF81-5DA1-4E0B-8962-F30F2DB36AE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5A242BF-80FF-4466-8E47-4778E7BC8874}" type="pres">
      <dgm:prSet presAssocID="{61F8389A-F6A9-42EB-8A2E-2E320EB2D67C}" presName="spacer" presStyleCnt="0"/>
      <dgm:spPr/>
    </dgm:pt>
    <dgm:pt modelId="{578EE69C-1B52-4469-A3E2-58DBE427F610}" type="pres">
      <dgm:prSet presAssocID="{BF992A62-D389-45C7-98F6-4783C1EFEB4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DA505CB-EC3E-4AB9-9347-25296BCC657A}" type="pres">
      <dgm:prSet presAssocID="{4767E753-42AA-45E9-89A5-F63E07C142ED}" presName="spacer" presStyleCnt="0"/>
      <dgm:spPr/>
    </dgm:pt>
    <dgm:pt modelId="{1E516A67-9947-4E0D-9F04-A94B7B0DDFA0}" type="pres">
      <dgm:prSet presAssocID="{350F8F8F-955C-40E1-8A47-B24B35C355A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83B6807-5194-4DA8-8065-5CAE55F5FA74}" srcId="{CEA4BCEF-0658-4A8B-B222-75694BB99853}" destId="{BAACFF81-5DA1-4E0B-8962-F30F2DB36AEA}" srcOrd="2" destOrd="0" parTransId="{72669934-781B-465A-AC5D-4A11B42D3D55}" sibTransId="{61F8389A-F6A9-42EB-8A2E-2E320EB2D67C}"/>
    <dgm:cxn modelId="{450B0018-C1CF-48BD-BB97-78AD4BC4B09F}" srcId="{CEA4BCEF-0658-4A8B-B222-75694BB99853}" destId="{9D9C003F-3C2C-4714-AA23-378996330098}" srcOrd="0" destOrd="0" parTransId="{BC697242-7997-4B66-88D7-61648E3E5D73}" sibTransId="{DDC8F0ED-E584-48B6-949B-CE315EFA2AC9}"/>
    <dgm:cxn modelId="{DF1C752C-2973-473F-AB53-76FE0598FE89}" srcId="{CEA4BCEF-0658-4A8B-B222-75694BB99853}" destId="{BF992A62-D389-45C7-98F6-4783C1EFEB41}" srcOrd="3" destOrd="0" parTransId="{E68B5AEC-850E-4B11-A589-D955EFB5EB92}" sibTransId="{4767E753-42AA-45E9-89A5-F63E07C142ED}"/>
    <dgm:cxn modelId="{CEADA242-5F20-4BC1-9F6F-8AC2DAE171A4}" type="presOf" srcId="{350F8F8F-955C-40E1-8A47-B24B35C355A4}" destId="{1E516A67-9947-4E0D-9F04-A94B7B0DDFA0}" srcOrd="0" destOrd="0" presId="urn:microsoft.com/office/officeart/2005/8/layout/vList2"/>
    <dgm:cxn modelId="{73A91F94-85D5-471F-B3CD-8229B003C210}" srcId="{CEA4BCEF-0658-4A8B-B222-75694BB99853}" destId="{350F8F8F-955C-40E1-8A47-B24B35C355A4}" srcOrd="4" destOrd="0" parTransId="{BDE8E6A4-2629-4B1D-A20B-73B966681F4D}" sibTransId="{0CC508C3-0755-4EE8-9811-BEF8AFE8EF97}"/>
    <dgm:cxn modelId="{91AA33AA-0CC7-4309-9893-862792FBF649}" type="presOf" srcId="{CEA4BCEF-0658-4A8B-B222-75694BB99853}" destId="{D3498546-DAC2-4410-8CE7-F25ED86FE624}" srcOrd="0" destOrd="0" presId="urn:microsoft.com/office/officeart/2005/8/layout/vList2"/>
    <dgm:cxn modelId="{BDEF6FBF-709D-4393-B095-1AA96ECAFAB5}" type="presOf" srcId="{9D9C003F-3C2C-4714-AA23-378996330098}" destId="{DFE0743E-1087-4005-B149-96A3423EC029}" srcOrd="0" destOrd="0" presId="urn:microsoft.com/office/officeart/2005/8/layout/vList2"/>
    <dgm:cxn modelId="{3DC45FC1-B020-4B5D-9653-229DDD81A640}" type="presOf" srcId="{BF992A62-D389-45C7-98F6-4783C1EFEB41}" destId="{578EE69C-1B52-4469-A3E2-58DBE427F610}" srcOrd="0" destOrd="0" presId="urn:microsoft.com/office/officeart/2005/8/layout/vList2"/>
    <dgm:cxn modelId="{4D2131CF-1285-4807-BD7E-CAB07FE3A3C0}" srcId="{CEA4BCEF-0658-4A8B-B222-75694BB99853}" destId="{1FF36891-6046-470A-B3FA-E4A66746C351}" srcOrd="1" destOrd="0" parTransId="{F3438BA3-114E-4041-B354-A5904EA99644}" sibTransId="{258E7F53-60B8-471C-8226-88AB19A2CD69}"/>
    <dgm:cxn modelId="{94020CD8-D651-4C2B-84F1-6E99AF5C461E}" type="presOf" srcId="{BAACFF81-5DA1-4E0B-8962-F30F2DB36AEA}" destId="{F00B7388-C07E-4709-AAE7-B94C4DF5E476}" srcOrd="0" destOrd="0" presId="urn:microsoft.com/office/officeart/2005/8/layout/vList2"/>
    <dgm:cxn modelId="{B01F08D9-B0E2-4CED-9AB4-70F37D4D1F0D}" type="presOf" srcId="{1FF36891-6046-470A-B3FA-E4A66746C351}" destId="{8D733306-C7DD-4283-9904-47A43C25DD49}" srcOrd="0" destOrd="0" presId="urn:microsoft.com/office/officeart/2005/8/layout/vList2"/>
    <dgm:cxn modelId="{515C7F4D-05DB-4FA1-B25A-4F54AB64965B}" type="presParOf" srcId="{D3498546-DAC2-4410-8CE7-F25ED86FE624}" destId="{DFE0743E-1087-4005-B149-96A3423EC029}" srcOrd="0" destOrd="0" presId="urn:microsoft.com/office/officeart/2005/8/layout/vList2"/>
    <dgm:cxn modelId="{F39F970A-9A1B-43E5-8948-ADD68CD3B7F1}" type="presParOf" srcId="{D3498546-DAC2-4410-8CE7-F25ED86FE624}" destId="{0D1AC725-7C11-4BFA-9740-AB95439C9AA6}" srcOrd="1" destOrd="0" presId="urn:microsoft.com/office/officeart/2005/8/layout/vList2"/>
    <dgm:cxn modelId="{F2489397-2DC5-453D-B1F2-C1F8F22F161A}" type="presParOf" srcId="{D3498546-DAC2-4410-8CE7-F25ED86FE624}" destId="{8D733306-C7DD-4283-9904-47A43C25DD49}" srcOrd="2" destOrd="0" presId="urn:microsoft.com/office/officeart/2005/8/layout/vList2"/>
    <dgm:cxn modelId="{082DF970-C5FC-418D-BF17-72F1A9B9A1D5}" type="presParOf" srcId="{D3498546-DAC2-4410-8CE7-F25ED86FE624}" destId="{AD5D9E17-304D-410A-836F-5920E46943FC}" srcOrd="3" destOrd="0" presId="urn:microsoft.com/office/officeart/2005/8/layout/vList2"/>
    <dgm:cxn modelId="{1E6C525A-75B3-403A-A7B5-2E378EB5061C}" type="presParOf" srcId="{D3498546-DAC2-4410-8CE7-F25ED86FE624}" destId="{F00B7388-C07E-4709-AAE7-B94C4DF5E476}" srcOrd="4" destOrd="0" presId="urn:microsoft.com/office/officeart/2005/8/layout/vList2"/>
    <dgm:cxn modelId="{9BBCD389-D29B-452F-BC87-54782CEEECC6}" type="presParOf" srcId="{D3498546-DAC2-4410-8CE7-F25ED86FE624}" destId="{05A242BF-80FF-4466-8E47-4778E7BC8874}" srcOrd="5" destOrd="0" presId="urn:microsoft.com/office/officeart/2005/8/layout/vList2"/>
    <dgm:cxn modelId="{4A5B7E01-1711-4211-9E2F-869F0C51D406}" type="presParOf" srcId="{D3498546-DAC2-4410-8CE7-F25ED86FE624}" destId="{578EE69C-1B52-4469-A3E2-58DBE427F610}" srcOrd="6" destOrd="0" presId="urn:microsoft.com/office/officeart/2005/8/layout/vList2"/>
    <dgm:cxn modelId="{B8EC4BC6-70AF-4818-813E-6B8C54E651B3}" type="presParOf" srcId="{D3498546-DAC2-4410-8CE7-F25ED86FE624}" destId="{8DA505CB-EC3E-4AB9-9347-25296BCC657A}" srcOrd="7" destOrd="0" presId="urn:microsoft.com/office/officeart/2005/8/layout/vList2"/>
    <dgm:cxn modelId="{DF62B748-9C37-4CB0-A249-289E40C5C6E8}" type="presParOf" srcId="{D3498546-DAC2-4410-8CE7-F25ED86FE624}" destId="{1E516A67-9947-4E0D-9F04-A94B7B0DDFA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F1D53CA-2C1A-4487-972A-7179D9C0E67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72DD23-C3EF-4B35-90A4-8CE222B8ADF2}">
      <dgm:prSet/>
      <dgm:spPr/>
      <dgm:t>
        <a:bodyPr/>
        <a:lstStyle/>
        <a:p>
          <a:r>
            <a:rPr lang="ru-RU" b="0" i="0" baseline="0"/>
            <a:t>І. Мазепа</a:t>
          </a:r>
          <a:endParaRPr lang="uk-UA"/>
        </a:p>
      </dgm:t>
    </dgm:pt>
    <dgm:pt modelId="{F0B6090E-8157-411C-8D64-3FAA85890D6D}" type="parTrans" cxnId="{D9A4E576-B373-4FF7-81BD-0E0D52092ED6}">
      <dgm:prSet/>
      <dgm:spPr/>
      <dgm:t>
        <a:bodyPr/>
        <a:lstStyle/>
        <a:p>
          <a:endParaRPr lang="uk-UA"/>
        </a:p>
      </dgm:t>
    </dgm:pt>
    <dgm:pt modelId="{1D3DAFE1-EF63-45A1-9FFA-6044E2A2ECDC}" type="sibTrans" cxnId="{D9A4E576-B373-4FF7-81BD-0E0D52092ED6}">
      <dgm:prSet/>
      <dgm:spPr/>
      <dgm:t>
        <a:bodyPr/>
        <a:lstStyle/>
        <a:p>
          <a:endParaRPr lang="uk-UA"/>
        </a:p>
      </dgm:t>
    </dgm:pt>
    <dgm:pt modelId="{E54E2C61-30AA-4026-8A60-183C66E1366C}">
      <dgm:prSet/>
      <dgm:spPr/>
      <dgm:t>
        <a:bodyPr/>
        <a:lstStyle/>
        <a:p>
          <a:r>
            <a:rPr lang="ru-RU" b="0" i="0" baseline="0"/>
            <a:t>П. Калнишевський</a:t>
          </a:r>
          <a:endParaRPr lang="uk-UA"/>
        </a:p>
      </dgm:t>
    </dgm:pt>
    <dgm:pt modelId="{E6BBFB8A-BE58-411A-B8A4-F628B0D0313A}" type="parTrans" cxnId="{2F8FCAEA-E201-46BD-BF7E-A6C8048868D9}">
      <dgm:prSet/>
      <dgm:spPr/>
      <dgm:t>
        <a:bodyPr/>
        <a:lstStyle/>
        <a:p>
          <a:endParaRPr lang="uk-UA"/>
        </a:p>
      </dgm:t>
    </dgm:pt>
    <dgm:pt modelId="{49040587-ABE5-49BC-98F2-0CD355BAD8EF}" type="sibTrans" cxnId="{2F8FCAEA-E201-46BD-BF7E-A6C8048868D9}">
      <dgm:prSet/>
      <dgm:spPr/>
      <dgm:t>
        <a:bodyPr/>
        <a:lstStyle/>
        <a:p>
          <a:endParaRPr lang="uk-UA"/>
        </a:p>
      </dgm:t>
    </dgm:pt>
    <dgm:pt modelId="{F76F39C4-EBD6-4D74-99BC-04C7C6841462}">
      <dgm:prSet/>
      <dgm:spPr/>
      <dgm:t>
        <a:bodyPr/>
        <a:lstStyle/>
        <a:p>
          <a:r>
            <a:rPr lang="ru-RU" b="0" i="0" baseline="0"/>
            <a:t>К. Розумовський</a:t>
          </a:r>
          <a:endParaRPr lang="uk-UA"/>
        </a:p>
      </dgm:t>
    </dgm:pt>
    <dgm:pt modelId="{A31AB4BD-C570-4C9F-983B-AF84BC0EB3D8}" type="parTrans" cxnId="{CEFB8022-4EE2-448F-BF8D-C693155B4F60}">
      <dgm:prSet/>
      <dgm:spPr/>
      <dgm:t>
        <a:bodyPr/>
        <a:lstStyle/>
        <a:p>
          <a:endParaRPr lang="uk-UA"/>
        </a:p>
      </dgm:t>
    </dgm:pt>
    <dgm:pt modelId="{9C64FF94-B28D-4E70-8489-1D5D8BAC9581}" type="sibTrans" cxnId="{CEFB8022-4EE2-448F-BF8D-C693155B4F60}">
      <dgm:prSet/>
      <dgm:spPr/>
      <dgm:t>
        <a:bodyPr/>
        <a:lstStyle/>
        <a:p>
          <a:endParaRPr lang="uk-UA"/>
        </a:p>
      </dgm:t>
    </dgm:pt>
    <dgm:pt modelId="{9AB2751F-DF69-4A54-BF9E-23E53222BBCA}" type="pres">
      <dgm:prSet presAssocID="{FF1D53CA-2C1A-4487-972A-7179D9C0E679}" presName="compositeShape" presStyleCnt="0">
        <dgm:presLayoutVars>
          <dgm:chMax val="7"/>
          <dgm:dir/>
          <dgm:resizeHandles val="exact"/>
        </dgm:presLayoutVars>
      </dgm:prSet>
      <dgm:spPr/>
    </dgm:pt>
    <dgm:pt modelId="{A4676D7F-096F-4D88-B4DB-F6568858A620}" type="pres">
      <dgm:prSet presAssocID="{0272DD23-C3EF-4B35-90A4-8CE222B8ADF2}" presName="circ1" presStyleLbl="vennNode1" presStyleIdx="0" presStyleCnt="3"/>
      <dgm:spPr/>
    </dgm:pt>
    <dgm:pt modelId="{C3833F0D-A3D5-4D4D-B350-0281AC84C1F7}" type="pres">
      <dgm:prSet presAssocID="{0272DD23-C3EF-4B35-90A4-8CE222B8ADF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5A3604B-D16C-4853-89BE-104E2ACD5F30}" type="pres">
      <dgm:prSet presAssocID="{E54E2C61-30AA-4026-8A60-183C66E1366C}" presName="circ2" presStyleLbl="vennNode1" presStyleIdx="1" presStyleCnt="3"/>
      <dgm:spPr/>
    </dgm:pt>
    <dgm:pt modelId="{C2E9B26D-6F44-49A0-B27E-3F8ADCA15D3F}" type="pres">
      <dgm:prSet presAssocID="{E54E2C61-30AA-4026-8A60-183C66E1366C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03B409D-047B-4297-AB73-27C70C4EF9BB}" type="pres">
      <dgm:prSet presAssocID="{F76F39C4-EBD6-4D74-99BC-04C7C6841462}" presName="circ3" presStyleLbl="vennNode1" presStyleIdx="2" presStyleCnt="3"/>
      <dgm:spPr/>
    </dgm:pt>
    <dgm:pt modelId="{8B77E5C3-2D53-432C-A829-47785ACC476E}" type="pres">
      <dgm:prSet presAssocID="{F76F39C4-EBD6-4D74-99BC-04C7C684146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EFB8022-4EE2-448F-BF8D-C693155B4F60}" srcId="{FF1D53CA-2C1A-4487-972A-7179D9C0E679}" destId="{F76F39C4-EBD6-4D74-99BC-04C7C6841462}" srcOrd="2" destOrd="0" parTransId="{A31AB4BD-C570-4C9F-983B-AF84BC0EB3D8}" sibTransId="{9C64FF94-B28D-4E70-8489-1D5D8BAC9581}"/>
    <dgm:cxn modelId="{D1F50627-5ABF-41F5-8E7B-2C764C4611BE}" type="presOf" srcId="{F76F39C4-EBD6-4D74-99BC-04C7C6841462}" destId="{8B77E5C3-2D53-432C-A829-47785ACC476E}" srcOrd="1" destOrd="0" presId="urn:microsoft.com/office/officeart/2005/8/layout/venn1"/>
    <dgm:cxn modelId="{D9A4E576-B373-4FF7-81BD-0E0D52092ED6}" srcId="{FF1D53CA-2C1A-4487-972A-7179D9C0E679}" destId="{0272DD23-C3EF-4B35-90A4-8CE222B8ADF2}" srcOrd="0" destOrd="0" parTransId="{F0B6090E-8157-411C-8D64-3FAA85890D6D}" sibTransId="{1D3DAFE1-EF63-45A1-9FFA-6044E2A2ECDC}"/>
    <dgm:cxn modelId="{AB5AAB7E-3821-4A6A-9563-E572605EAE39}" type="presOf" srcId="{0272DD23-C3EF-4B35-90A4-8CE222B8ADF2}" destId="{A4676D7F-096F-4D88-B4DB-F6568858A620}" srcOrd="0" destOrd="0" presId="urn:microsoft.com/office/officeart/2005/8/layout/venn1"/>
    <dgm:cxn modelId="{E8AF8688-B8AF-4E9C-A12D-3AF97BFC810F}" type="presOf" srcId="{E54E2C61-30AA-4026-8A60-183C66E1366C}" destId="{C2E9B26D-6F44-49A0-B27E-3F8ADCA15D3F}" srcOrd="1" destOrd="0" presId="urn:microsoft.com/office/officeart/2005/8/layout/venn1"/>
    <dgm:cxn modelId="{66B74D8D-EF47-41DF-B494-FEE944848DE2}" type="presOf" srcId="{0272DD23-C3EF-4B35-90A4-8CE222B8ADF2}" destId="{C3833F0D-A3D5-4D4D-B350-0281AC84C1F7}" srcOrd="1" destOrd="0" presId="urn:microsoft.com/office/officeart/2005/8/layout/venn1"/>
    <dgm:cxn modelId="{342FC2AF-6935-4F3E-B837-288FE8121766}" type="presOf" srcId="{F76F39C4-EBD6-4D74-99BC-04C7C6841462}" destId="{703B409D-047B-4297-AB73-27C70C4EF9BB}" srcOrd="0" destOrd="0" presId="urn:microsoft.com/office/officeart/2005/8/layout/venn1"/>
    <dgm:cxn modelId="{1F6AC5BC-4131-4DEA-BA6D-599C7916ADCB}" type="presOf" srcId="{FF1D53CA-2C1A-4487-972A-7179D9C0E679}" destId="{9AB2751F-DF69-4A54-BF9E-23E53222BBCA}" srcOrd="0" destOrd="0" presId="urn:microsoft.com/office/officeart/2005/8/layout/venn1"/>
    <dgm:cxn modelId="{2F8FCAEA-E201-46BD-BF7E-A6C8048868D9}" srcId="{FF1D53CA-2C1A-4487-972A-7179D9C0E679}" destId="{E54E2C61-30AA-4026-8A60-183C66E1366C}" srcOrd="1" destOrd="0" parTransId="{E6BBFB8A-BE58-411A-B8A4-F628B0D0313A}" sibTransId="{49040587-ABE5-49BC-98F2-0CD355BAD8EF}"/>
    <dgm:cxn modelId="{4D06D3EB-D3AD-4DA0-9117-126C30F97D48}" type="presOf" srcId="{E54E2C61-30AA-4026-8A60-183C66E1366C}" destId="{15A3604B-D16C-4853-89BE-104E2ACD5F30}" srcOrd="0" destOrd="0" presId="urn:microsoft.com/office/officeart/2005/8/layout/venn1"/>
    <dgm:cxn modelId="{41F44267-C03B-4489-ABC5-9551DA7B079D}" type="presParOf" srcId="{9AB2751F-DF69-4A54-BF9E-23E53222BBCA}" destId="{A4676D7F-096F-4D88-B4DB-F6568858A620}" srcOrd="0" destOrd="0" presId="urn:microsoft.com/office/officeart/2005/8/layout/venn1"/>
    <dgm:cxn modelId="{2A93949F-BEB3-4A01-8E43-0A59DA02D882}" type="presParOf" srcId="{9AB2751F-DF69-4A54-BF9E-23E53222BBCA}" destId="{C3833F0D-A3D5-4D4D-B350-0281AC84C1F7}" srcOrd="1" destOrd="0" presId="urn:microsoft.com/office/officeart/2005/8/layout/venn1"/>
    <dgm:cxn modelId="{7CAE93C1-858B-4A2F-B5AF-1A83E9DAB241}" type="presParOf" srcId="{9AB2751F-DF69-4A54-BF9E-23E53222BBCA}" destId="{15A3604B-D16C-4853-89BE-104E2ACD5F30}" srcOrd="2" destOrd="0" presId="urn:microsoft.com/office/officeart/2005/8/layout/venn1"/>
    <dgm:cxn modelId="{2651201E-188E-4857-BB40-06B03742C938}" type="presParOf" srcId="{9AB2751F-DF69-4A54-BF9E-23E53222BBCA}" destId="{C2E9B26D-6F44-49A0-B27E-3F8ADCA15D3F}" srcOrd="3" destOrd="0" presId="urn:microsoft.com/office/officeart/2005/8/layout/venn1"/>
    <dgm:cxn modelId="{453B08D2-D416-45BE-831D-A0E9B25A9C9F}" type="presParOf" srcId="{9AB2751F-DF69-4A54-BF9E-23E53222BBCA}" destId="{703B409D-047B-4297-AB73-27C70C4EF9BB}" srcOrd="4" destOrd="0" presId="urn:microsoft.com/office/officeart/2005/8/layout/venn1"/>
    <dgm:cxn modelId="{509AC7E6-1477-4A1E-A94A-19D46A2E83AE}" type="presParOf" srcId="{9AB2751F-DF69-4A54-BF9E-23E53222BBCA}" destId="{8B77E5C3-2D53-432C-A829-47785ACC476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1140297-B241-4056-BE0C-581E7BE8F42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88AEA5-0CA0-4284-AF0F-0C12039E2BF6}">
      <dgm:prSet/>
      <dgm:spPr/>
      <dgm:t>
        <a:bodyPr/>
        <a:lstStyle/>
        <a:p>
          <a:r>
            <a:rPr lang="ru-RU" b="0" i="0" baseline="0"/>
            <a:t>Ф. Прокопович</a:t>
          </a:r>
          <a:endParaRPr lang="uk-UA"/>
        </a:p>
      </dgm:t>
    </dgm:pt>
    <dgm:pt modelId="{EAFAE336-6401-4639-8638-9B35DDD44857}" type="parTrans" cxnId="{5F3A7823-5CD5-42CD-8B0E-CFAB59462CAE}">
      <dgm:prSet/>
      <dgm:spPr/>
      <dgm:t>
        <a:bodyPr/>
        <a:lstStyle/>
        <a:p>
          <a:endParaRPr lang="uk-UA"/>
        </a:p>
      </dgm:t>
    </dgm:pt>
    <dgm:pt modelId="{6549BC91-D4CB-4849-ADDD-5A2E0CA478D6}" type="sibTrans" cxnId="{5F3A7823-5CD5-42CD-8B0E-CFAB59462CAE}">
      <dgm:prSet/>
      <dgm:spPr/>
      <dgm:t>
        <a:bodyPr/>
        <a:lstStyle/>
        <a:p>
          <a:endParaRPr lang="uk-UA"/>
        </a:p>
      </dgm:t>
    </dgm:pt>
    <dgm:pt modelId="{61BC5C31-66DA-4619-BD10-2CD502C46316}">
      <dgm:prSet/>
      <dgm:spPr/>
      <dgm:t>
        <a:bodyPr/>
        <a:lstStyle/>
        <a:p>
          <a:r>
            <a:rPr lang="ru-RU" b="0" i="0" baseline="0"/>
            <a:t>С. Палій</a:t>
          </a:r>
          <a:endParaRPr lang="uk-UA"/>
        </a:p>
      </dgm:t>
    </dgm:pt>
    <dgm:pt modelId="{8F07B2DF-43CB-47DF-862A-75C8146B57BC}" type="parTrans" cxnId="{16BA185D-8BE4-4363-841D-0D68B5A88119}">
      <dgm:prSet/>
      <dgm:spPr/>
      <dgm:t>
        <a:bodyPr/>
        <a:lstStyle/>
        <a:p>
          <a:endParaRPr lang="uk-UA"/>
        </a:p>
      </dgm:t>
    </dgm:pt>
    <dgm:pt modelId="{85DA7506-D2A8-430F-AF46-9A85D50684D2}" type="sibTrans" cxnId="{16BA185D-8BE4-4363-841D-0D68B5A88119}">
      <dgm:prSet/>
      <dgm:spPr/>
      <dgm:t>
        <a:bodyPr/>
        <a:lstStyle/>
        <a:p>
          <a:endParaRPr lang="uk-UA"/>
        </a:p>
      </dgm:t>
    </dgm:pt>
    <dgm:pt modelId="{8B027FF9-97A3-4D36-9715-2F2C289AD6A8}">
      <dgm:prSet/>
      <dgm:spPr/>
      <dgm:t>
        <a:bodyPr/>
        <a:lstStyle/>
        <a:p>
          <a:r>
            <a:rPr lang="ru-RU" b="0" i="0" baseline="0" dirty="0"/>
            <a:t>П. Орлик</a:t>
          </a:r>
          <a:endParaRPr lang="uk-UA" dirty="0"/>
        </a:p>
      </dgm:t>
    </dgm:pt>
    <dgm:pt modelId="{9BE40DEB-5AA3-41B8-BA1E-83D717E79910}" type="parTrans" cxnId="{626F9C94-DF6E-404E-9592-1BC44C4FF78E}">
      <dgm:prSet/>
      <dgm:spPr/>
      <dgm:t>
        <a:bodyPr/>
        <a:lstStyle/>
        <a:p>
          <a:endParaRPr lang="uk-UA"/>
        </a:p>
      </dgm:t>
    </dgm:pt>
    <dgm:pt modelId="{7D31A508-0525-480B-9C11-8E0AE6052069}" type="sibTrans" cxnId="{626F9C94-DF6E-404E-9592-1BC44C4FF78E}">
      <dgm:prSet/>
      <dgm:spPr/>
      <dgm:t>
        <a:bodyPr/>
        <a:lstStyle/>
        <a:p>
          <a:endParaRPr lang="uk-UA"/>
        </a:p>
      </dgm:t>
    </dgm:pt>
    <dgm:pt modelId="{F36DAE6A-3056-40DC-B953-E00545E98BB6}">
      <dgm:prSet/>
      <dgm:spPr/>
      <dgm:t>
        <a:bodyPr/>
        <a:lstStyle/>
        <a:p>
          <a:r>
            <a:rPr lang="ru-RU" b="0" i="0" baseline="0"/>
            <a:t>К. Гордієнко</a:t>
          </a:r>
          <a:endParaRPr lang="uk-UA"/>
        </a:p>
      </dgm:t>
    </dgm:pt>
    <dgm:pt modelId="{0479372F-53BC-4C6B-A43F-859E8A82662A}" type="parTrans" cxnId="{49F1BEE6-39D7-4047-9BF1-0A7DA9F70FD3}">
      <dgm:prSet/>
      <dgm:spPr/>
      <dgm:t>
        <a:bodyPr/>
        <a:lstStyle/>
        <a:p>
          <a:endParaRPr lang="uk-UA"/>
        </a:p>
      </dgm:t>
    </dgm:pt>
    <dgm:pt modelId="{81277705-72C5-4E4E-8EBE-61D1DC0D2039}" type="sibTrans" cxnId="{49F1BEE6-39D7-4047-9BF1-0A7DA9F70FD3}">
      <dgm:prSet/>
      <dgm:spPr/>
      <dgm:t>
        <a:bodyPr/>
        <a:lstStyle/>
        <a:p>
          <a:endParaRPr lang="uk-UA"/>
        </a:p>
      </dgm:t>
    </dgm:pt>
    <dgm:pt modelId="{A52AC7A7-E3F6-4178-9784-5D6D85D06A62}" type="pres">
      <dgm:prSet presAssocID="{71140297-B241-4056-BE0C-581E7BE8F42E}" presName="compositeShape" presStyleCnt="0">
        <dgm:presLayoutVars>
          <dgm:chMax val="7"/>
          <dgm:dir/>
          <dgm:resizeHandles val="exact"/>
        </dgm:presLayoutVars>
      </dgm:prSet>
      <dgm:spPr/>
    </dgm:pt>
    <dgm:pt modelId="{2E3DAD90-7D3A-4074-9918-4C8CB20FB7E9}" type="pres">
      <dgm:prSet presAssocID="{6288AEA5-0CA0-4284-AF0F-0C12039E2BF6}" presName="circ1" presStyleLbl="vennNode1" presStyleIdx="0" presStyleCnt="4"/>
      <dgm:spPr/>
    </dgm:pt>
    <dgm:pt modelId="{21C0147D-29DD-43E3-85C4-7D64744E29C0}" type="pres">
      <dgm:prSet presAssocID="{6288AEA5-0CA0-4284-AF0F-0C12039E2BF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5ED9ABB-8F1B-4DDB-BA6F-CCC9B96FD7DB}" type="pres">
      <dgm:prSet presAssocID="{61BC5C31-66DA-4619-BD10-2CD502C46316}" presName="circ2" presStyleLbl="vennNode1" presStyleIdx="1" presStyleCnt="4"/>
      <dgm:spPr/>
    </dgm:pt>
    <dgm:pt modelId="{773DD4B9-43E3-454B-BB91-184107C09208}" type="pres">
      <dgm:prSet presAssocID="{61BC5C31-66DA-4619-BD10-2CD502C4631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989530E-B06D-4FD2-9210-3B54940AAE6A}" type="pres">
      <dgm:prSet presAssocID="{8B027FF9-97A3-4D36-9715-2F2C289AD6A8}" presName="circ3" presStyleLbl="vennNode1" presStyleIdx="2" presStyleCnt="4"/>
      <dgm:spPr/>
    </dgm:pt>
    <dgm:pt modelId="{D98F2773-4D9C-4C5C-90E7-F79A8D5B0FF2}" type="pres">
      <dgm:prSet presAssocID="{8B027FF9-97A3-4D36-9715-2F2C289AD6A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6449C20-68AB-4BAF-BBEB-062825231991}" type="pres">
      <dgm:prSet presAssocID="{F36DAE6A-3056-40DC-B953-E00545E98BB6}" presName="circ4" presStyleLbl="vennNode1" presStyleIdx="3" presStyleCnt="4"/>
      <dgm:spPr/>
    </dgm:pt>
    <dgm:pt modelId="{7FA85DDC-C513-49D7-9D69-51CD9EF547EB}" type="pres">
      <dgm:prSet presAssocID="{F36DAE6A-3056-40DC-B953-E00545E98BB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F3A7823-5CD5-42CD-8B0E-CFAB59462CAE}" srcId="{71140297-B241-4056-BE0C-581E7BE8F42E}" destId="{6288AEA5-0CA0-4284-AF0F-0C12039E2BF6}" srcOrd="0" destOrd="0" parTransId="{EAFAE336-6401-4639-8638-9B35DDD44857}" sibTransId="{6549BC91-D4CB-4849-ADDD-5A2E0CA478D6}"/>
    <dgm:cxn modelId="{D7863B5C-4AE7-41E6-8332-16A723746521}" type="presOf" srcId="{F36DAE6A-3056-40DC-B953-E00545E98BB6}" destId="{D6449C20-68AB-4BAF-BBEB-062825231991}" srcOrd="0" destOrd="0" presId="urn:microsoft.com/office/officeart/2005/8/layout/venn1"/>
    <dgm:cxn modelId="{16BA185D-8BE4-4363-841D-0D68B5A88119}" srcId="{71140297-B241-4056-BE0C-581E7BE8F42E}" destId="{61BC5C31-66DA-4619-BD10-2CD502C46316}" srcOrd="1" destOrd="0" parTransId="{8F07B2DF-43CB-47DF-862A-75C8146B57BC}" sibTransId="{85DA7506-D2A8-430F-AF46-9A85D50684D2}"/>
    <dgm:cxn modelId="{2EC24C76-7C20-4F11-A7FC-CEBB2BEA125F}" type="presOf" srcId="{61BC5C31-66DA-4619-BD10-2CD502C46316}" destId="{C5ED9ABB-8F1B-4DDB-BA6F-CCC9B96FD7DB}" srcOrd="0" destOrd="0" presId="urn:microsoft.com/office/officeart/2005/8/layout/venn1"/>
    <dgm:cxn modelId="{34EB747D-7CF9-4C71-971A-DA14F5434083}" type="presOf" srcId="{71140297-B241-4056-BE0C-581E7BE8F42E}" destId="{A52AC7A7-E3F6-4178-9784-5D6D85D06A62}" srcOrd="0" destOrd="0" presId="urn:microsoft.com/office/officeart/2005/8/layout/venn1"/>
    <dgm:cxn modelId="{F0327593-C4C8-4F61-B20F-229BAAD1188F}" type="presOf" srcId="{61BC5C31-66DA-4619-BD10-2CD502C46316}" destId="{773DD4B9-43E3-454B-BB91-184107C09208}" srcOrd="1" destOrd="0" presId="urn:microsoft.com/office/officeart/2005/8/layout/venn1"/>
    <dgm:cxn modelId="{626F9C94-DF6E-404E-9592-1BC44C4FF78E}" srcId="{71140297-B241-4056-BE0C-581E7BE8F42E}" destId="{8B027FF9-97A3-4D36-9715-2F2C289AD6A8}" srcOrd="2" destOrd="0" parTransId="{9BE40DEB-5AA3-41B8-BA1E-83D717E79910}" sibTransId="{7D31A508-0525-480B-9C11-8E0AE6052069}"/>
    <dgm:cxn modelId="{CA3CDA9E-7C50-4245-9BBC-8097E012967A}" type="presOf" srcId="{6288AEA5-0CA0-4284-AF0F-0C12039E2BF6}" destId="{2E3DAD90-7D3A-4074-9918-4C8CB20FB7E9}" srcOrd="0" destOrd="0" presId="urn:microsoft.com/office/officeart/2005/8/layout/venn1"/>
    <dgm:cxn modelId="{C2AC42A8-9859-4552-BCA5-68B54FEB46D9}" type="presOf" srcId="{8B027FF9-97A3-4D36-9715-2F2C289AD6A8}" destId="{D98F2773-4D9C-4C5C-90E7-F79A8D5B0FF2}" srcOrd="1" destOrd="0" presId="urn:microsoft.com/office/officeart/2005/8/layout/venn1"/>
    <dgm:cxn modelId="{E4690CAA-07E8-4B8F-80AC-0D48FDDBFC9D}" type="presOf" srcId="{6288AEA5-0CA0-4284-AF0F-0C12039E2BF6}" destId="{21C0147D-29DD-43E3-85C4-7D64744E29C0}" srcOrd="1" destOrd="0" presId="urn:microsoft.com/office/officeart/2005/8/layout/venn1"/>
    <dgm:cxn modelId="{120E01B5-465A-4AF9-9E55-A1EFB890AC7B}" type="presOf" srcId="{F36DAE6A-3056-40DC-B953-E00545E98BB6}" destId="{7FA85DDC-C513-49D7-9D69-51CD9EF547EB}" srcOrd="1" destOrd="0" presId="urn:microsoft.com/office/officeart/2005/8/layout/venn1"/>
    <dgm:cxn modelId="{F50A14C9-9338-444E-975D-BFE3F6971128}" type="presOf" srcId="{8B027FF9-97A3-4D36-9715-2F2C289AD6A8}" destId="{A989530E-B06D-4FD2-9210-3B54940AAE6A}" srcOrd="0" destOrd="0" presId="urn:microsoft.com/office/officeart/2005/8/layout/venn1"/>
    <dgm:cxn modelId="{49F1BEE6-39D7-4047-9BF1-0A7DA9F70FD3}" srcId="{71140297-B241-4056-BE0C-581E7BE8F42E}" destId="{F36DAE6A-3056-40DC-B953-E00545E98BB6}" srcOrd="3" destOrd="0" parTransId="{0479372F-53BC-4C6B-A43F-859E8A82662A}" sibTransId="{81277705-72C5-4E4E-8EBE-61D1DC0D2039}"/>
    <dgm:cxn modelId="{CF337542-9D0C-48B7-9284-F048CC84FF33}" type="presParOf" srcId="{A52AC7A7-E3F6-4178-9784-5D6D85D06A62}" destId="{2E3DAD90-7D3A-4074-9918-4C8CB20FB7E9}" srcOrd="0" destOrd="0" presId="urn:microsoft.com/office/officeart/2005/8/layout/venn1"/>
    <dgm:cxn modelId="{836CB316-B098-4073-BC56-C98992B39B24}" type="presParOf" srcId="{A52AC7A7-E3F6-4178-9784-5D6D85D06A62}" destId="{21C0147D-29DD-43E3-85C4-7D64744E29C0}" srcOrd="1" destOrd="0" presId="urn:microsoft.com/office/officeart/2005/8/layout/venn1"/>
    <dgm:cxn modelId="{28522CC7-F266-4FB4-BD2D-B05A5AB4B98F}" type="presParOf" srcId="{A52AC7A7-E3F6-4178-9784-5D6D85D06A62}" destId="{C5ED9ABB-8F1B-4DDB-BA6F-CCC9B96FD7DB}" srcOrd="2" destOrd="0" presId="urn:microsoft.com/office/officeart/2005/8/layout/venn1"/>
    <dgm:cxn modelId="{928586BF-78D5-45B5-B2F9-8E444460DEE5}" type="presParOf" srcId="{A52AC7A7-E3F6-4178-9784-5D6D85D06A62}" destId="{773DD4B9-43E3-454B-BB91-184107C09208}" srcOrd="3" destOrd="0" presId="urn:microsoft.com/office/officeart/2005/8/layout/venn1"/>
    <dgm:cxn modelId="{41737BC6-4674-4059-98A5-BA3830192AE6}" type="presParOf" srcId="{A52AC7A7-E3F6-4178-9784-5D6D85D06A62}" destId="{A989530E-B06D-4FD2-9210-3B54940AAE6A}" srcOrd="4" destOrd="0" presId="urn:microsoft.com/office/officeart/2005/8/layout/venn1"/>
    <dgm:cxn modelId="{BAF4E878-A174-431A-9C47-E6F38094FCA8}" type="presParOf" srcId="{A52AC7A7-E3F6-4178-9784-5D6D85D06A62}" destId="{D98F2773-4D9C-4C5C-90E7-F79A8D5B0FF2}" srcOrd="5" destOrd="0" presId="urn:microsoft.com/office/officeart/2005/8/layout/venn1"/>
    <dgm:cxn modelId="{C688324D-4543-4F5F-8BA9-2C4038A6FA6F}" type="presParOf" srcId="{A52AC7A7-E3F6-4178-9784-5D6D85D06A62}" destId="{D6449C20-68AB-4BAF-BBEB-062825231991}" srcOrd="6" destOrd="0" presId="urn:microsoft.com/office/officeart/2005/8/layout/venn1"/>
    <dgm:cxn modelId="{B155FD47-69DA-4EED-B610-3B66A8E478DC}" type="presParOf" srcId="{A52AC7A7-E3F6-4178-9784-5D6D85D06A62}" destId="{7FA85DDC-C513-49D7-9D69-51CD9EF547EB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3F83393-58D5-4C1E-A6D0-AD81B96ECEC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9DB80D9-CDE7-4702-82A0-A86595A9511E}">
      <dgm:prSet/>
      <dgm:spPr/>
      <dgm:t>
        <a:bodyPr/>
        <a:lstStyle/>
        <a:p>
          <a:r>
            <a:rPr lang="ru-RU" b="0" i="0" baseline="0"/>
            <a:t>І. Мазепа</a:t>
          </a:r>
          <a:endParaRPr lang="uk-UA"/>
        </a:p>
      </dgm:t>
    </dgm:pt>
    <dgm:pt modelId="{71C43505-7719-4915-A868-2B4CD9584BC8}" type="parTrans" cxnId="{5D70C9E8-1FE9-4282-B84D-C28F74B8F3F8}">
      <dgm:prSet/>
      <dgm:spPr/>
      <dgm:t>
        <a:bodyPr/>
        <a:lstStyle/>
        <a:p>
          <a:endParaRPr lang="uk-UA"/>
        </a:p>
      </dgm:t>
    </dgm:pt>
    <dgm:pt modelId="{6D4F62EB-B5CE-48B3-A20F-D519B7B9300B}" type="sibTrans" cxnId="{5D70C9E8-1FE9-4282-B84D-C28F74B8F3F8}">
      <dgm:prSet/>
      <dgm:spPr/>
      <dgm:t>
        <a:bodyPr/>
        <a:lstStyle/>
        <a:p>
          <a:endParaRPr lang="uk-UA"/>
        </a:p>
      </dgm:t>
    </dgm:pt>
    <dgm:pt modelId="{BAE51E2B-E846-4BE2-A6A3-6B8A31289AC0}">
      <dgm:prSet/>
      <dgm:spPr/>
      <dgm:t>
        <a:bodyPr/>
        <a:lstStyle/>
        <a:p>
          <a:r>
            <a:rPr lang="ru-RU" b="0" i="0" baseline="0"/>
            <a:t>С. Палій</a:t>
          </a:r>
          <a:endParaRPr lang="uk-UA"/>
        </a:p>
      </dgm:t>
    </dgm:pt>
    <dgm:pt modelId="{49C36988-36DB-411D-9844-E9463E59CB5A}" type="parTrans" cxnId="{137C8B13-3684-4DCF-A5C4-009DC2575D54}">
      <dgm:prSet/>
      <dgm:spPr/>
      <dgm:t>
        <a:bodyPr/>
        <a:lstStyle/>
        <a:p>
          <a:endParaRPr lang="uk-UA"/>
        </a:p>
      </dgm:t>
    </dgm:pt>
    <dgm:pt modelId="{2E58B42D-B193-40F0-8EE6-AD3EAE5F63DF}" type="sibTrans" cxnId="{137C8B13-3684-4DCF-A5C4-009DC2575D54}">
      <dgm:prSet/>
      <dgm:spPr/>
      <dgm:t>
        <a:bodyPr/>
        <a:lstStyle/>
        <a:p>
          <a:endParaRPr lang="uk-UA"/>
        </a:p>
      </dgm:t>
    </dgm:pt>
    <dgm:pt modelId="{E9A499B1-9BC6-4670-8CE1-A5DECB565789}">
      <dgm:prSet/>
      <dgm:spPr/>
      <dgm:t>
        <a:bodyPr/>
        <a:lstStyle/>
        <a:p>
          <a:r>
            <a:rPr lang="ru-RU" b="0" i="0" baseline="0"/>
            <a:t>К. Гордієнко</a:t>
          </a:r>
          <a:endParaRPr lang="uk-UA"/>
        </a:p>
      </dgm:t>
    </dgm:pt>
    <dgm:pt modelId="{98AD4E9D-BD1F-46EF-911B-E5D4044AD3DA}" type="parTrans" cxnId="{88EF4A20-6945-4428-84AA-519A517EB717}">
      <dgm:prSet/>
      <dgm:spPr/>
      <dgm:t>
        <a:bodyPr/>
        <a:lstStyle/>
        <a:p>
          <a:endParaRPr lang="uk-UA"/>
        </a:p>
      </dgm:t>
    </dgm:pt>
    <dgm:pt modelId="{BDD4A07E-54CD-47DA-A76E-483ABC96AD6F}" type="sibTrans" cxnId="{88EF4A20-6945-4428-84AA-519A517EB717}">
      <dgm:prSet/>
      <dgm:spPr/>
      <dgm:t>
        <a:bodyPr/>
        <a:lstStyle/>
        <a:p>
          <a:endParaRPr lang="uk-UA"/>
        </a:p>
      </dgm:t>
    </dgm:pt>
    <dgm:pt modelId="{E0764A92-E69B-4A98-B0C8-DA5A3F8BA72E}">
      <dgm:prSet/>
      <dgm:spPr/>
      <dgm:t>
        <a:bodyPr/>
        <a:lstStyle/>
        <a:p>
          <a:r>
            <a:rPr lang="ru-RU" b="0" i="0" baseline="0"/>
            <a:t>Ф. Прокопович</a:t>
          </a:r>
          <a:endParaRPr lang="uk-UA"/>
        </a:p>
      </dgm:t>
    </dgm:pt>
    <dgm:pt modelId="{DF064195-E97F-4172-8776-9A163D4B6627}" type="parTrans" cxnId="{2DA2A739-E95A-42B2-BEC2-0B657C25B63D}">
      <dgm:prSet/>
      <dgm:spPr/>
      <dgm:t>
        <a:bodyPr/>
        <a:lstStyle/>
        <a:p>
          <a:endParaRPr lang="uk-UA"/>
        </a:p>
      </dgm:t>
    </dgm:pt>
    <dgm:pt modelId="{455C3EBB-9273-49AF-BEF0-345B447F641B}" type="sibTrans" cxnId="{2DA2A739-E95A-42B2-BEC2-0B657C25B63D}">
      <dgm:prSet/>
      <dgm:spPr/>
      <dgm:t>
        <a:bodyPr/>
        <a:lstStyle/>
        <a:p>
          <a:endParaRPr lang="uk-UA"/>
        </a:p>
      </dgm:t>
    </dgm:pt>
    <dgm:pt modelId="{BA01B03D-B676-4975-8709-A1AC537E878C}" type="pres">
      <dgm:prSet presAssocID="{E3F83393-58D5-4C1E-A6D0-AD81B96ECEC1}" presName="matrix" presStyleCnt="0">
        <dgm:presLayoutVars>
          <dgm:chMax val="1"/>
          <dgm:dir/>
          <dgm:resizeHandles val="exact"/>
        </dgm:presLayoutVars>
      </dgm:prSet>
      <dgm:spPr/>
    </dgm:pt>
    <dgm:pt modelId="{3D2D5D41-6619-4A33-A641-A539D753011D}" type="pres">
      <dgm:prSet presAssocID="{E3F83393-58D5-4C1E-A6D0-AD81B96ECEC1}" presName="diamond" presStyleLbl="bgShp" presStyleIdx="0" presStyleCnt="1"/>
      <dgm:spPr/>
    </dgm:pt>
    <dgm:pt modelId="{2C10A419-A92C-4640-9F56-E0F56AA778B4}" type="pres">
      <dgm:prSet presAssocID="{E3F83393-58D5-4C1E-A6D0-AD81B96ECEC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92A706-345F-4589-B66D-10B97FD77743}" type="pres">
      <dgm:prSet presAssocID="{E3F83393-58D5-4C1E-A6D0-AD81B96ECEC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35C332-BA61-408B-917B-C52E7551C288}" type="pres">
      <dgm:prSet presAssocID="{E3F83393-58D5-4C1E-A6D0-AD81B96ECEC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9879C0B-77DB-4074-BAE3-96C1FF55D7AA}" type="pres">
      <dgm:prSet presAssocID="{E3F83393-58D5-4C1E-A6D0-AD81B96ECEC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37C8B13-3684-4DCF-A5C4-009DC2575D54}" srcId="{E3F83393-58D5-4C1E-A6D0-AD81B96ECEC1}" destId="{BAE51E2B-E846-4BE2-A6A3-6B8A31289AC0}" srcOrd="1" destOrd="0" parTransId="{49C36988-36DB-411D-9844-E9463E59CB5A}" sibTransId="{2E58B42D-B193-40F0-8EE6-AD3EAE5F63DF}"/>
    <dgm:cxn modelId="{1F8FCF16-733C-4EB0-A550-A841F706EB4B}" type="presOf" srcId="{29DB80D9-CDE7-4702-82A0-A86595A9511E}" destId="{2C10A419-A92C-4640-9F56-E0F56AA778B4}" srcOrd="0" destOrd="0" presId="urn:microsoft.com/office/officeart/2005/8/layout/matrix3"/>
    <dgm:cxn modelId="{88EF4A20-6945-4428-84AA-519A517EB717}" srcId="{E3F83393-58D5-4C1E-A6D0-AD81B96ECEC1}" destId="{E9A499B1-9BC6-4670-8CE1-A5DECB565789}" srcOrd="2" destOrd="0" parTransId="{98AD4E9D-BD1F-46EF-911B-E5D4044AD3DA}" sibTransId="{BDD4A07E-54CD-47DA-A76E-483ABC96AD6F}"/>
    <dgm:cxn modelId="{D7B5B837-1006-43E0-83E7-D7212915098B}" type="presOf" srcId="{E9A499B1-9BC6-4670-8CE1-A5DECB565789}" destId="{F835C332-BA61-408B-917B-C52E7551C288}" srcOrd="0" destOrd="0" presId="urn:microsoft.com/office/officeart/2005/8/layout/matrix3"/>
    <dgm:cxn modelId="{2DA2A739-E95A-42B2-BEC2-0B657C25B63D}" srcId="{E3F83393-58D5-4C1E-A6D0-AD81B96ECEC1}" destId="{E0764A92-E69B-4A98-B0C8-DA5A3F8BA72E}" srcOrd="3" destOrd="0" parTransId="{DF064195-E97F-4172-8776-9A163D4B6627}" sibTransId="{455C3EBB-9273-49AF-BEF0-345B447F641B}"/>
    <dgm:cxn modelId="{4B235251-3EA1-40F3-9DDE-D54AB17A211C}" type="presOf" srcId="{E3F83393-58D5-4C1E-A6D0-AD81B96ECEC1}" destId="{BA01B03D-B676-4975-8709-A1AC537E878C}" srcOrd="0" destOrd="0" presId="urn:microsoft.com/office/officeart/2005/8/layout/matrix3"/>
    <dgm:cxn modelId="{B1E3A07D-2ABE-47A1-A4B3-8AEB339DACEA}" type="presOf" srcId="{E0764A92-E69B-4A98-B0C8-DA5A3F8BA72E}" destId="{19879C0B-77DB-4074-BAE3-96C1FF55D7AA}" srcOrd="0" destOrd="0" presId="urn:microsoft.com/office/officeart/2005/8/layout/matrix3"/>
    <dgm:cxn modelId="{0A96BDD2-C32C-4E00-98B8-C8FB55B189F9}" type="presOf" srcId="{BAE51E2B-E846-4BE2-A6A3-6B8A31289AC0}" destId="{1592A706-345F-4589-B66D-10B97FD77743}" srcOrd="0" destOrd="0" presId="urn:microsoft.com/office/officeart/2005/8/layout/matrix3"/>
    <dgm:cxn modelId="{5D70C9E8-1FE9-4282-B84D-C28F74B8F3F8}" srcId="{E3F83393-58D5-4C1E-A6D0-AD81B96ECEC1}" destId="{29DB80D9-CDE7-4702-82A0-A86595A9511E}" srcOrd="0" destOrd="0" parTransId="{71C43505-7719-4915-A868-2B4CD9584BC8}" sibTransId="{6D4F62EB-B5CE-48B3-A20F-D519B7B9300B}"/>
    <dgm:cxn modelId="{A5B7D4A4-5DF1-4C6A-9D28-556E91ADCC92}" type="presParOf" srcId="{BA01B03D-B676-4975-8709-A1AC537E878C}" destId="{3D2D5D41-6619-4A33-A641-A539D753011D}" srcOrd="0" destOrd="0" presId="urn:microsoft.com/office/officeart/2005/8/layout/matrix3"/>
    <dgm:cxn modelId="{EAB97CA7-4BA7-453A-A943-92CA87C23968}" type="presParOf" srcId="{BA01B03D-B676-4975-8709-A1AC537E878C}" destId="{2C10A419-A92C-4640-9F56-E0F56AA778B4}" srcOrd="1" destOrd="0" presId="urn:microsoft.com/office/officeart/2005/8/layout/matrix3"/>
    <dgm:cxn modelId="{38E589ED-049C-40F1-A8CF-004655AF2DAE}" type="presParOf" srcId="{BA01B03D-B676-4975-8709-A1AC537E878C}" destId="{1592A706-345F-4589-B66D-10B97FD77743}" srcOrd="2" destOrd="0" presId="urn:microsoft.com/office/officeart/2005/8/layout/matrix3"/>
    <dgm:cxn modelId="{4BC53045-B6BF-4BCC-9DF7-803BC8406E46}" type="presParOf" srcId="{BA01B03D-B676-4975-8709-A1AC537E878C}" destId="{F835C332-BA61-408B-917B-C52E7551C288}" srcOrd="3" destOrd="0" presId="urn:microsoft.com/office/officeart/2005/8/layout/matrix3"/>
    <dgm:cxn modelId="{26F5F164-FA7A-47F7-A9E6-3139FD5B08A1}" type="presParOf" srcId="{BA01B03D-B676-4975-8709-A1AC537E878C}" destId="{19879C0B-77DB-4074-BAE3-96C1FF55D7A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95FC121-951F-46C4-A2EA-9D135195B7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7155EC-3B09-40C8-BC48-721901908C1C}">
      <dgm:prSet/>
      <dgm:spPr/>
      <dgm:t>
        <a:bodyPr/>
        <a:lstStyle/>
        <a:p>
          <a:r>
            <a:rPr lang="uk-UA" b="0" i="0" baseline="0"/>
            <a:t>гетьман Війська Запорозького</a:t>
          </a:r>
          <a:endParaRPr lang="uk-UA"/>
        </a:p>
      </dgm:t>
    </dgm:pt>
    <dgm:pt modelId="{D44A485A-F3D3-4CC4-8D6D-9C489EF523BC}" type="parTrans" cxnId="{4DA5A815-D128-4DA5-B02B-8CF57F478D4B}">
      <dgm:prSet/>
      <dgm:spPr/>
      <dgm:t>
        <a:bodyPr/>
        <a:lstStyle/>
        <a:p>
          <a:endParaRPr lang="uk-UA"/>
        </a:p>
      </dgm:t>
    </dgm:pt>
    <dgm:pt modelId="{CF5D48FB-D047-467C-AEE9-3480BC697E20}" type="sibTrans" cxnId="{4DA5A815-D128-4DA5-B02B-8CF57F478D4B}">
      <dgm:prSet/>
      <dgm:spPr/>
      <dgm:t>
        <a:bodyPr/>
        <a:lstStyle/>
        <a:p>
          <a:endParaRPr lang="uk-UA"/>
        </a:p>
      </dgm:t>
    </dgm:pt>
    <dgm:pt modelId="{ED7B5C6C-E327-4FC9-9256-A2DE55D687B6}">
      <dgm:prSet/>
      <dgm:spPr/>
      <dgm:t>
        <a:bodyPr/>
        <a:lstStyle/>
        <a:p>
          <a:r>
            <a:rPr lang="uk-UA" b="0" i="0" baseline="0"/>
            <a:t>полковник Фастівського козацького полку</a:t>
          </a:r>
          <a:endParaRPr lang="uk-UA"/>
        </a:p>
      </dgm:t>
    </dgm:pt>
    <dgm:pt modelId="{D17CD749-EE90-48FF-8CE2-175B71D8EF1B}" type="parTrans" cxnId="{8DB3EB66-F6B6-4B5A-AA35-D4A465BA552C}">
      <dgm:prSet/>
      <dgm:spPr/>
      <dgm:t>
        <a:bodyPr/>
        <a:lstStyle/>
        <a:p>
          <a:endParaRPr lang="uk-UA"/>
        </a:p>
      </dgm:t>
    </dgm:pt>
    <dgm:pt modelId="{1371FABA-4017-437E-897D-2E35221D7F82}" type="sibTrans" cxnId="{8DB3EB66-F6B6-4B5A-AA35-D4A465BA552C}">
      <dgm:prSet/>
      <dgm:spPr/>
      <dgm:t>
        <a:bodyPr/>
        <a:lstStyle/>
        <a:p>
          <a:endParaRPr lang="uk-UA"/>
        </a:p>
      </dgm:t>
    </dgm:pt>
    <dgm:pt modelId="{FFB4F11E-8F7E-40FB-BDF2-83EE63F2C128}">
      <dgm:prSet/>
      <dgm:spPr/>
      <dgm:t>
        <a:bodyPr/>
        <a:lstStyle/>
        <a:p>
          <a:r>
            <a:rPr lang="uk-UA" b="0" i="0" baseline="0"/>
            <a:t>президент Малоросійської колегії</a:t>
          </a:r>
          <a:endParaRPr lang="uk-UA"/>
        </a:p>
      </dgm:t>
    </dgm:pt>
    <dgm:pt modelId="{5D71AAF3-BEBA-49BC-B71B-F2D65220612C}" type="parTrans" cxnId="{77698C3C-8C37-430C-A7A5-EB62BCD8E68F}">
      <dgm:prSet/>
      <dgm:spPr/>
      <dgm:t>
        <a:bodyPr/>
        <a:lstStyle/>
        <a:p>
          <a:endParaRPr lang="uk-UA"/>
        </a:p>
      </dgm:t>
    </dgm:pt>
    <dgm:pt modelId="{ACEE0FE3-2426-46A4-B6E2-7AEFA3D519C8}" type="sibTrans" cxnId="{77698C3C-8C37-430C-A7A5-EB62BCD8E68F}">
      <dgm:prSet/>
      <dgm:spPr/>
      <dgm:t>
        <a:bodyPr/>
        <a:lstStyle/>
        <a:p>
          <a:endParaRPr lang="uk-UA"/>
        </a:p>
      </dgm:t>
    </dgm:pt>
    <dgm:pt modelId="{851E9D1E-E20E-4C01-B416-26DFF11AE345}">
      <dgm:prSet/>
      <dgm:spPr/>
      <dgm:t>
        <a:bodyPr/>
        <a:lstStyle/>
        <a:p>
          <a:r>
            <a:rPr lang="uk-UA" b="0" i="0" baseline="0"/>
            <a:t>ректор Києво-Могилянської академії</a:t>
          </a:r>
          <a:endParaRPr lang="uk-UA"/>
        </a:p>
      </dgm:t>
    </dgm:pt>
    <dgm:pt modelId="{09955D1E-9492-4A90-B9A9-4FDEF94B002A}" type="parTrans" cxnId="{8FBFA4C7-756A-4B22-9DF9-C308492FF3B3}">
      <dgm:prSet/>
      <dgm:spPr/>
      <dgm:t>
        <a:bodyPr/>
        <a:lstStyle/>
        <a:p>
          <a:endParaRPr lang="uk-UA"/>
        </a:p>
      </dgm:t>
    </dgm:pt>
    <dgm:pt modelId="{A3AB8F12-8625-4F47-BE86-46D66F8EB059}" type="sibTrans" cxnId="{8FBFA4C7-756A-4B22-9DF9-C308492FF3B3}">
      <dgm:prSet/>
      <dgm:spPr/>
      <dgm:t>
        <a:bodyPr/>
        <a:lstStyle/>
        <a:p>
          <a:endParaRPr lang="uk-UA"/>
        </a:p>
      </dgm:t>
    </dgm:pt>
    <dgm:pt modelId="{73C65A48-1F41-4410-AE72-8358E1F18559}">
      <dgm:prSet/>
      <dgm:spPr/>
      <dgm:t>
        <a:bodyPr/>
        <a:lstStyle/>
        <a:p>
          <a:r>
            <a:rPr lang="uk-UA" b="0" i="0" baseline="0"/>
            <a:t>кошовий отаман Війська Запорозького Низового</a:t>
          </a:r>
          <a:endParaRPr lang="uk-UA"/>
        </a:p>
      </dgm:t>
    </dgm:pt>
    <dgm:pt modelId="{F239C855-BB05-44AB-9A03-CE8B4C230B60}" type="parTrans" cxnId="{8EBD1A9C-94BB-4856-B8A5-067C9E7FD5A5}">
      <dgm:prSet/>
      <dgm:spPr/>
      <dgm:t>
        <a:bodyPr/>
        <a:lstStyle/>
        <a:p>
          <a:endParaRPr lang="uk-UA"/>
        </a:p>
      </dgm:t>
    </dgm:pt>
    <dgm:pt modelId="{B6C10EA3-8C0D-4035-8EED-E258F71C992D}" type="sibTrans" cxnId="{8EBD1A9C-94BB-4856-B8A5-067C9E7FD5A5}">
      <dgm:prSet/>
      <dgm:spPr/>
      <dgm:t>
        <a:bodyPr/>
        <a:lstStyle/>
        <a:p>
          <a:endParaRPr lang="uk-UA"/>
        </a:p>
      </dgm:t>
    </dgm:pt>
    <dgm:pt modelId="{CB3CFB08-A222-416A-A814-401F08EE501C}" type="pres">
      <dgm:prSet presAssocID="{295FC121-951F-46C4-A2EA-9D135195B78B}" presName="linear" presStyleCnt="0">
        <dgm:presLayoutVars>
          <dgm:animLvl val="lvl"/>
          <dgm:resizeHandles val="exact"/>
        </dgm:presLayoutVars>
      </dgm:prSet>
      <dgm:spPr/>
    </dgm:pt>
    <dgm:pt modelId="{2E8A1BCF-9BE1-414E-ABB6-AA94DD440D71}" type="pres">
      <dgm:prSet presAssocID="{307155EC-3B09-40C8-BC48-721901908C1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5A09E64-67DA-4F00-8893-5809DBC5D131}" type="pres">
      <dgm:prSet presAssocID="{CF5D48FB-D047-467C-AEE9-3480BC697E20}" presName="spacer" presStyleCnt="0"/>
      <dgm:spPr/>
    </dgm:pt>
    <dgm:pt modelId="{6982D5D0-6377-4112-AF3F-B834C44CECC7}" type="pres">
      <dgm:prSet presAssocID="{ED7B5C6C-E327-4FC9-9256-A2DE55D687B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E6A3585-2A67-4720-929C-9C3CEA1D45A1}" type="pres">
      <dgm:prSet presAssocID="{1371FABA-4017-437E-897D-2E35221D7F82}" presName="spacer" presStyleCnt="0"/>
      <dgm:spPr/>
    </dgm:pt>
    <dgm:pt modelId="{80CC4F54-8D0B-4868-8DF7-932662403EF8}" type="pres">
      <dgm:prSet presAssocID="{FFB4F11E-8F7E-40FB-BDF2-83EE63F2C12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45BD2C-BD42-4444-97E1-D9F22788FE19}" type="pres">
      <dgm:prSet presAssocID="{ACEE0FE3-2426-46A4-B6E2-7AEFA3D519C8}" presName="spacer" presStyleCnt="0"/>
      <dgm:spPr/>
    </dgm:pt>
    <dgm:pt modelId="{4A319BA3-85BC-40E3-98A1-A42D226E1AE6}" type="pres">
      <dgm:prSet presAssocID="{851E9D1E-E20E-4C01-B416-26DFF11AE3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67C416-1E8F-48D8-A8AD-0D76854C2BDB}" type="pres">
      <dgm:prSet presAssocID="{A3AB8F12-8625-4F47-BE86-46D66F8EB059}" presName="spacer" presStyleCnt="0"/>
      <dgm:spPr/>
    </dgm:pt>
    <dgm:pt modelId="{87249543-37EE-48E9-A95B-EEA5DCFB6B98}" type="pres">
      <dgm:prSet presAssocID="{73C65A48-1F41-4410-AE72-8358E1F1855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DA5A815-D128-4DA5-B02B-8CF57F478D4B}" srcId="{295FC121-951F-46C4-A2EA-9D135195B78B}" destId="{307155EC-3B09-40C8-BC48-721901908C1C}" srcOrd="0" destOrd="0" parTransId="{D44A485A-F3D3-4CC4-8D6D-9C489EF523BC}" sibTransId="{CF5D48FB-D047-467C-AEE9-3480BC697E20}"/>
    <dgm:cxn modelId="{7685B837-5602-4823-91AE-E62421E9B59F}" type="presOf" srcId="{73C65A48-1F41-4410-AE72-8358E1F18559}" destId="{87249543-37EE-48E9-A95B-EEA5DCFB6B98}" srcOrd="0" destOrd="0" presId="urn:microsoft.com/office/officeart/2005/8/layout/vList2"/>
    <dgm:cxn modelId="{E82FC637-D3CF-4308-AFB8-B181F7217A2A}" type="presOf" srcId="{FFB4F11E-8F7E-40FB-BDF2-83EE63F2C128}" destId="{80CC4F54-8D0B-4868-8DF7-932662403EF8}" srcOrd="0" destOrd="0" presId="urn:microsoft.com/office/officeart/2005/8/layout/vList2"/>
    <dgm:cxn modelId="{77698C3C-8C37-430C-A7A5-EB62BCD8E68F}" srcId="{295FC121-951F-46C4-A2EA-9D135195B78B}" destId="{FFB4F11E-8F7E-40FB-BDF2-83EE63F2C128}" srcOrd="2" destOrd="0" parTransId="{5D71AAF3-BEBA-49BC-B71B-F2D65220612C}" sibTransId="{ACEE0FE3-2426-46A4-B6E2-7AEFA3D519C8}"/>
    <dgm:cxn modelId="{8DB3EB66-F6B6-4B5A-AA35-D4A465BA552C}" srcId="{295FC121-951F-46C4-A2EA-9D135195B78B}" destId="{ED7B5C6C-E327-4FC9-9256-A2DE55D687B6}" srcOrd="1" destOrd="0" parTransId="{D17CD749-EE90-48FF-8CE2-175B71D8EF1B}" sibTransId="{1371FABA-4017-437E-897D-2E35221D7F82}"/>
    <dgm:cxn modelId="{B8E91256-7611-414C-84AE-C4F749B4680D}" type="presOf" srcId="{ED7B5C6C-E327-4FC9-9256-A2DE55D687B6}" destId="{6982D5D0-6377-4112-AF3F-B834C44CECC7}" srcOrd="0" destOrd="0" presId="urn:microsoft.com/office/officeart/2005/8/layout/vList2"/>
    <dgm:cxn modelId="{5DF67898-0945-410F-9C3C-4A85715A8535}" type="presOf" srcId="{307155EC-3B09-40C8-BC48-721901908C1C}" destId="{2E8A1BCF-9BE1-414E-ABB6-AA94DD440D71}" srcOrd="0" destOrd="0" presId="urn:microsoft.com/office/officeart/2005/8/layout/vList2"/>
    <dgm:cxn modelId="{8EBD1A9C-94BB-4856-B8A5-067C9E7FD5A5}" srcId="{295FC121-951F-46C4-A2EA-9D135195B78B}" destId="{73C65A48-1F41-4410-AE72-8358E1F18559}" srcOrd="4" destOrd="0" parTransId="{F239C855-BB05-44AB-9A03-CE8B4C230B60}" sibTransId="{B6C10EA3-8C0D-4035-8EED-E258F71C992D}"/>
    <dgm:cxn modelId="{56D06ABB-176D-42E8-95E1-5B5A7F6A5B29}" type="presOf" srcId="{295FC121-951F-46C4-A2EA-9D135195B78B}" destId="{CB3CFB08-A222-416A-A814-401F08EE501C}" srcOrd="0" destOrd="0" presId="urn:microsoft.com/office/officeart/2005/8/layout/vList2"/>
    <dgm:cxn modelId="{8FBFA4C7-756A-4B22-9DF9-C308492FF3B3}" srcId="{295FC121-951F-46C4-A2EA-9D135195B78B}" destId="{851E9D1E-E20E-4C01-B416-26DFF11AE345}" srcOrd="3" destOrd="0" parTransId="{09955D1E-9492-4A90-B9A9-4FDEF94B002A}" sibTransId="{A3AB8F12-8625-4F47-BE86-46D66F8EB059}"/>
    <dgm:cxn modelId="{4E883ACD-30A2-48F9-BBC0-78385DA14C78}" type="presOf" srcId="{851E9D1E-E20E-4C01-B416-26DFF11AE345}" destId="{4A319BA3-85BC-40E3-98A1-A42D226E1AE6}" srcOrd="0" destOrd="0" presId="urn:microsoft.com/office/officeart/2005/8/layout/vList2"/>
    <dgm:cxn modelId="{0DEAD15D-8553-4A45-8A46-79F7DCCCD366}" type="presParOf" srcId="{CB3CFB08-A222-416A-A814-401F08EE501C}" destId="{2E8A1BCF-9BE1-414E-ABB6-AA94DD440D71}" srcOrd="0" destOrd="0" presId="urn:microsoft.com/office/officeart/2005/8/layout/vList2"/>
    <dgm:cxn modelId="{020387B8-D642-4702-849B-80A969D5CBF6}" type="presParOf" srcId="{CB3CFB08-A222-416A-A814-401F08EE501C}" destId="{15A09E64-67DA-4F00-8893-5809DBC5D131}" srcOrd="1" destOrd="0" presId="urn:microsoft.com/office/officeart/2005/8/layout/vList2"/>
    <dgm:cxn modelId="{02B969FB-C67B-4C1B-AB3E-720912101592}" type="presParOf" srcId="{CB3CFB08-A222-416A-A814-401F08EE501C}" destId="{6982D5D0-6377-4112-AF3F-B834C44CECC7}" srcOrd="2" destOrd="0" presId="urn:microsoft.com/office/officeart/2005/8/layout/vList2"/>
    <dgm:cxn modelId="{FB6FCCE5-E90D-43C3-9D69-047B94538AE9}" type="presParOf" srcId="{CB3CFB08-A222-416A-A814-401F08EE501C}" destId="{5E6A3585-2A67-4720-929C-9C3CEA1D45A1}" srcOrd="3" destOrd="0" presId="urn:microsoft.com/office/officeart/2005/8/layout/vList2"/>
    <dgm:cxn modelId="{594FA588-2F2D-4131-803A-D1952B46CE79}" type="presParOf" srcId="{CB3CFB08-A222-416A-A814-401F08EE501C}" destId="{80CC4F54-8D0B-4868-8DF7-932662403EF8}" srcOrd="4" destOrd="0" presId="urn:microsoft.com/office/officeart/2005/8/layout/vList2"/>
    <dgm:cxn modelId="{B7235DE2-B462-451F-A7D6-438C0E750354}" type="presParOf" srcId="{CB3CFB08-A222-416A-A814-401F08EE501C}" destId="{CA45BD2C-BD42-4444-97E1-D9F22788FE19}" srcOrd="5" destOrd="0" presId="urn:microsoft.com/office/officeart/2005/8/layout/vList2"/>
    <dgm:cxn modelId="{C4823E34-27F3-4511-830D-A9F5C43CA84D}" type="presParOf" srcId="{CB3CFB08-A222-416A-A814-401F08EE501C}" destId="{4A319BA3-85BC-40E3-98A1-A42D226E1AE6}" srcOrd="6" destOrd="0" presId="urn:microsoft.com/office/officeart/2005/8/layout/vList2"/>
    <dgm:cxn modelId="{8269F677-3D37-4986-B5BA-3D8368D07E24}" type="presParOf" srcId="{CB3CFB08-A222-416A-A814-401F08EE501C}" destId="{E267C416-1E8F-48D8-A8AD-0D76854C2BDB}" srcOrd="7" destOrd="0" presId="urn:microsoft.com/office/officeart/2005/8/layout/vList2"/>
    <dgm:cxn modelId="{125DA6AD-048B-4C87-A703-F2812B896AB5}" type="presParOf" srcId="{CB3CFB08-A222-416A-A814-401F08EE501C}" destId="{87249543-37EE-48E9-A95B-EEA5DCFB6B9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D88D025-4EB5-43E6-8E60-965FA462AD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FEA0D1-B021-4182-9308-64A3AC89D7DF}">
      <dgm:prSet/>
      <dgm:spPr/>
      <dgm:t>
        <a:bodyPr/>
        <a:lstStyle/>
        <a:p>
          <a:r>
            <a:rPr lang="uk-UA" b="0" i="0" baseline="0"/>
            <a:t>ліквідації магдебурзького права.</a:t>
          </a:r>
          <a:endParaRPr lang="uk-UA"/>
        </a:p>
      </dgm:t>
    </dgm:pt>
    <dgm:pt modelId="{0DB6FAA9-6450-4CD4-BF10-AA4BCC93271F}" type="parTrans" cxnId="{D5AC5C5C-CD68-4643-849C-3E0AB03F2C68}">
      <dgm:prSet/>
      <dgm:spPr/>
      <dgm:t>
        <a:bodyPr/>
        <a:lstStyle/>
        <a:p>
          <a:endParaRPr lang="uk-UA"/>
        </a:p>
      </dgm:t>
    </dgm:pt>
    <dgm:pt modelId="{EC8940C6-79E5-411A-946D-31E2040A84DD}" type="sibTrans" cxnId="{D5AC5C5C-CD68-4643-849C-3E0AB03F2C68}">
      <dgm:prSet/>
      <dgm:spPr/>
      <dgm:t>
        <a:bodyPr/>
        <a:lstStyle/>
        <a:p>
          <a:endParaRPr lang="uk-UA"/>
        </a:p>
      </dgm:t>
    </dgm:pt>
    <dgm:pt modelId="{CE9FF364-D32F-420B-B33E-CB2C14F68A8B}">
      <dgm:prSet/>
      <dgm:spPr/>
      <dgm:t>
        <a:bodyPr/>
        <a:lstStyle/>
        <a:p>
          <a:r>
            <a:rPr lang="uk-UA" b="0" i="0" baseline="0"/>
            <a:t>узаконення та регламентації панщини.</a:t>
          </a:r>
          <a:endParaRPr lang="uk-UA"/>
        </a:p>
      </dgm:t>
    </dgm:pt>
    <dgm:pt modelId="{291F5BF4-3015-4799-BAFB-081BFA6000E0}" type="parTrans" cxnId="{6C27BAFA-2C5F-4A73-95CC-2A951AEFC110}">
      <dgm:prSet/>
      <dgm:spPr/>
      <dgm:t>
        <a:bodyPr/>
        <a:lstStyle/>
        <a:p>
          <a:endParaRPr lang="uk-UA"/>
        </a:p>
      </dgm:t>
    </dgm:pt>
    <dgm:pt modelId="{3DFEB30A-9392-4E6F-9632-AF401823649D}" type="sibTrans" cxnId="{6C27BAFA-2C5F-4A73-95CC-2A951AEFC110}">
      <dgm:prSet/>
      <dgm:spPr/>
      <dgm:t>
        <a:bodyPr/>
        <a:lstStyle/>
        <a:p>
          <a:endParaRPr lang="uk-UA"/>
        </a:p>
      </dgm:t>
    </dgm:pt>
    <dgm:pt modelId="{4AFB3C72-9706-425F-BB33-2608C039AE4A}">
      <dgm:prSet/>
      <dgm:spPr/>
      <dgm:t>
        <a:bodyPr/>
        <a:lstStyle/>
        <a:p>
          <a:r>
            <a:rPr lang="uk-UA" b="0" i="0" baseline="0"/>
            <a:t>обезземелення козацької старшини та шляхти.</a:t>
          </a:r>
          <a:endParaRPr lang="uk-UA"/>
        </a:p>
      </dgm:t>
    </dgm:pt>
    <dgm:pt modelId="{F482FEBD-5537-453C-A94C-5EF40720CA79}" type="parTrans" cxnId="{FFEE7896-E84A-4AC7-AB94-19844C53F4EC}">
      <dgm:prSet/>
      <dgm:spPr/>
      <dgm:t>
        <a:bodyPr/>
        <a:lstStyle/>
        <a:p>
          <a:endParaRPr lang="uk-UA"/>
        </a:p>
      </dgm:t>
    </dgm:pt>
    <dgm:pt modelId="{DF85E88F-7CE2-4586-B3A9-EA1EC1A193BC}" type="sibTrans" cxnId="{FFEE7896-E84A-4AC7-AB94-19844C53F4EC}">
      <dgm:prSet/>
      <dgm:spPr/>
      <dgm:t>
        <a:bodyPr/>
        <a:lstStyle/>
        <a:p>
          <a:endParaRPr lang="uk-UA"/>
        </a:p>
      </dgm:t>
    </dgm:pt>
    <dgm:pt modelId="{E3EA5CFE-CACC-4B54-A7B6-5E6048FE337F}">
      <dgm:prSet/>
      <dgm:spPr/>
      <dgm:t>
        <a:bodyPr/>
        <a:lstStyle/>
        <a:p>
          <a:r>
            <a:rPr lang="uk-UA" b="0" i="0" baseline="0"/>
            <a:t>скорочення землеволодінь російського дворянства.</a:t>
          </a:r>
          <a:endParaRPr lang="uk-UA"/>
        </a:p>
      </dgm:t>
    </dgm:pt>
    <dgm:pt modelId="{37CCB086-8F36-4429-A9E6-9F88701DE591}" type="parTrans" cxnId="{F74B06A3-80C5-4091-A764-50256722A853}">
      <dgm:prSet/>
      <dgm:spPr/>
      <dgm:t>
        <a:bodyPr/>
        <a:lstStyle/>
        <a:p>
          <a:endParaRPr lang="uk-UA"/>
        </a:p>
      </dgm:t>
    </dgm:pt>
    <dgm:pt modelId="{E8A0923C-B085-47F6-992D-326D73A4A044}" type="sibTrans" cxnId="{F74B06A3-80C5-4091-A764-50256722A853}">
      <dgm:prSet/>
      <dgm:spPr/>
      <dgm:t>
        <a:bodyPr/>
        <a:lstStyle/>
        <a:p>
          <a:endParaRPr lang="uk-UA"/>
        </a:p>
      </dgm:t>
    </dgm:pt>
    <dgm:pt modelId="{954A7CD2-F98F-4342-9651-4135C800BADA}" type="pres">
      <dgm:prSet presAssocID="{6D88D025-4EB5-43E6-8E60-965FA462AD80}" presName="linear" presStyleCnt="0">
        <dgm:presLayoutVars>
          <dgm:animLvl val="lvl"/>
          <dgm:resizeHandles val="exact"/>
        </dgm:presLayoutVars>
      </dgm:prSet>
      <dgm:spPr/>
    </dgm:pt>
    <dgm:pt modelId="{DC9E68E5-D9D7-44FD-8FC4-41DE88DACF7D}" type="pres">
      <dgm:prSet presAssocID="{B6FEA0D1-B021-4182-9308-64A3AC89D7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B7B84A-0C77-4860-BC17-1FDD4B596F9F}" type="pres">
      <dgm:prSet presAssocID="{EC8940C6-79E5-411A-946D-31E2040A84DD}" presName="spacer" presStyleCnt="0"/>
      <dgm:spPr/>
    </dgm:pt>
    <dgm:pt modelId="{9A739B21-3452-4306-9187-9C95AC33EF72}" type="pres">
      <dgm:prSet presAssocID="{CE9FF364-D32F-420B-B33E-CB2C14F68A8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E50D8B-0634-430D-BEC9-DFB152B1D281}" type="pres">
      <dgm:prSet presAssocID="{3DFEB30A-9392-4E6F-9632-AF401823649D}" presName="spacer" presStyleCnt="0"/>
      <dgm:spPr/>
    </dgm:pt>
    <dgm:pt modelId="{79ED972C-D357-4EFC-A1CC-1466A171E101}" type="pres">
      <dgm:prSet presAssocID="{4AFB3C72-9706-425F-BB33-2608C039AE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053DDF-7DAF-41D5-8C92-2E84A19F90A4}" type="pres">
      <dgm:prSet presAssocID="{DF85E88F-7CE2-4586-B3A9-EA1EC1A193BC}" presName="spacer" presStyleCnt="0"/>
      <dgm:spPr/>
    </dgm:pt>
    <dgm:pt modelId="{39B1069E-027A-4B68-9CA6-C74E266B5A6A}" type="pres">
      <dgm:prSet presAssocID="{E3EA5CFE-CACC-4B54-A7B6-5E6048FE33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5AC5C5C-CD68-4643-849C-3E0AB03F2C68}" srcId="{6D88D025-4EB5-43E6-8E60-965FA462AD80}" destId="{B6FEA0D1-B021-4182-9308-64A3AC89D7DF}" srcOrd="0" destOrd="0" parTransId="{0DB6FAA9-6450-4CD4-BF10-AA4BCC93271F}" sibTransId="{EC8940C6-79E5-411A-946D-31E2040A84DD}"/>
    <dgm:cxn modelId="{DB03F863-E8FB-4517-AEE3-44B09B4170E9}" type="presOf" srcId="{CE9FF364-D32F-420B-B33E-CB2C14F68A8B}" destId="{9A739B21-3452-4306-9187-9C95AC33EF72}" srcOrd="0" destOrd="0" presId="urn:microsoft.com/office/officeart/2005/8/layout/vList2"/>
    <dgm:cxn modelId="{173DF64E-291A-4888-B5EC-454719E506F7}" type="presOf" srcId="{B6FEA0D1-B021-4182-9308-64A3AC89D7DF}" destId="{DC9E68E5-D9D7-44FD-8FC4-41DE88DACF7D}" srcOrd="0" destOrd="0" presId="urn:microsoft.com/office/officeart/2005/8/layout/vList2"/>
    <dgm:cxn modelId="{114FEC59-B436-46E5-8461-8FD3BF4E2742}" type="presOf" srcId="{6D88D025-4EB5-43E6-8E60-965FA462AD80}" destId="{954A7CD2-F98F-4342-9651-4135C800BADA}" srcOrd="0" destOrd="0" presId="urn:microsoft.com/office/officeart/2005/8/layout/vList2"/>
    <dgm:cxn modelId="{FFEE7896-E84A-4AC7-AB94-19844C53F4EC}" srcId="{6D88D025-4EB5-43E6-8E60-965FA462AD80}" destId="{4AFB3C72-9706-425F-BB33-2608C039AE4A}" srcOrd="2" destOrd="0" parTransId="{F482FEBD-5537-453C-A94C-5EF40720CA79}" sibTransId="{DF85E88F-7CE2-4586-B3A9-EA1EC1A193BC}"/>
    <dgm:cxn modelId="{F74B06A3-80C5-4091-A764-50256722A853}" srcId="{6D88D025-4EB5-43E6-8E60-965FA462AD80}" destId="{E3EA5CFE-CACC-4B54-A7B6-5E6048FE337F}" srcOrd="3" destOrd="0" parTransId="{37CCB086-8F36-4429-A9E6-9F88701DE591}" sibTransId="{E8A0923C-B085-47F6-992D-326D73A4A044}"/>
    <dgm:cxn modelId="{F66045C7-3D52-467E-9578-E5E5DBC50B6B}" type="presOf" srcId="{4AFB3C72-9706-425F-BB33-2608C039AE4A}" destId="{79ED972C-D357-4EFC-A1CC-1466A171E101}" srcOrd="0" destOrd="0" presId="urn:microsoft.com/office/officeart/2005/8/layout/vList2"/>
    <dgm:cxn modelId="{26788EEB-0FEB-46FA-A8DA-2C45856C54D5}" type="presOf" srcId="{E3EA5CFE-CACC-4B54-A7B6-5E6048FE337F}" destId="{39B1069E-027A-4B68-9CA6-C74E266B5A6A}" srcOrd="0" destOrd="0" presId="urn:microsoft.com/office/officeart/2005/8/layout/vList2"/>
    <dgm:cxn modelId="{6C27BAFA-2C5F-4A73-95CC-2A951AEFC110}" srcId="{6D88D025-4EB5-43E6-8E60-965FA462AD80}" destId="{CE9FF364-D32F-420B-B33E-CB2C14F68A8B}" srcOrd="1" destOrd="0" parTransId="{291F5BF4-3015-4799-BAFB-081BFA6000E0}" sibTransId="{3DFEB30A-9392-4E6F-9632-AF401823649D}"/>
    <dgm:cxn modelId="{F41ABEC1-F155-437F-9D7E-43714F1C35BF}" type="presParOf" srcId="{954A7CD2-F98F-4342-9651-4135C800BADA}" destId="{DC9E68E5-D9D7-44FD-8FC4-41DE88DACF7D}" srcOrd="0" destOrd="0" presId="urn:microsoft.com/office/officeart/2005/8/layout/vList2"/>
    <dgm:cxn modelId="{EF0C0DD2-FFFA-400D-B436-CF508949EF87}" type="presParOf" srcId="{954A7CD2-F98F-4342-9651-4135C800BADA}" destId="{EEB7B84A-0C77-4860-BC17-1FDD4B596F9F}" srcOrd="1" destOrd="0" presId="urn:microsoft.com/office/officeart/2005/8/layout/vList2"/>
    <dgm:cxn modelId="{8AFAAAF2-846A-4E24-9530-E7C3F358FB33}" type="presParOf" srcId="{954A7CD2-F98F-4342-9651-4135C800BADA}" destId="{9A739B21-3452-4306-9187-9C95AC33EF72}" srcOrd="2" destOrd="0" presId="urn:microsoft.com/office/officeart/2005/8/layout/vList2"/>
    <dgm:cxn modelId="{D7BA05C7-FB74-4225-9F71-2CB1B7801CFB}" type="presParOf" srcId="{954A7CD2-F98F-4342-9651-4135C800BADA}" destId="{20E50D8B-0634-430D-BEC9-DFB152B1D281}" srcOrd="3" destOrd="0" presId="urn:microsoft.com/office/officeart/2005/8/layout/vList2"/>
    <dgm:cxn modelId="{1678D536-6FAE-45DE-BF79-6B126549D0F8}" type="presParOf" srcId="{954A7CD2-F98F-4342-9651-4135C800BADA}" destId="{79ED972C-D357-4EFC-A1CC-1466A171E101}" srcOrd="4" destOrd="0" presId="urn:microsoft.com/office/officeart/2005/8/layout/vList2"/>
    <dgm:cxn modelId="{474D7ADE-FF79-4CC1-816A-92A92E0DCCA8}" type="presParOf" srcId="{954A7CD2-F98F-4342-9651-4135C800BADA}" destId="{F7053DDF-7DAF-41D5-8C92-2E84A19F90A4}" srcOrd="5" destOrd="0" presId="urn:microsoft.com/office/officeart/2005/8/layout/vList2"/>
    <dgm:cxn modelId="{A69A9187-6758-494B-BEB8-3557B2007B3E}" type="presParOf" srcId="{954A7CD2-F98F-4342-9651-4135C800BADA}" destId="{39B1069E-027A-4B68-9CA6-C74E266B5A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93293DC-B1A8-4BD9-BDC3-85573C948E7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934198-52C9-4850-BC2F-B2DECF57B11A}">
      <dgm:prSet/>
      <dgm:spPr/>
      <dgm:t>
        <a:bodyPr/>
        <a:lstStyle/>
        <a:p>
          <a:r>
            <a:rPr lang="ru-RU" b="0" i="0" baseline="0" dirty="0"/>
            <a:t>П. Орлика</a:t>
          </a:r>
          <a:endParaRPr lang="uk-UA" dirty="0"/>
        </a:p>
      </dgm:t>
    </dgm:pt>
    <dgm:pt modelId="{E7DADF76-5244-4A7A-9ABE-EC4701E6F753}" type="parTrans" cxnId="{625576E4-3CB9-40AE-A08C-C232D94F06CD}">
      <dgm:prSet/>
      <dgm:spPr/>
      <dgm:t>
        <a:bodyPr/>
        <a:lstStyle/>
        <a:p>
          <a:endParaRPr lang="uk-UA"/>
        </a:p>
      </dgm:t>
    </dgm:pt>
    <dgm:pt modelId="{EEC93616-439D-439C-AA39-DFFFC3A8E729}" type="sibTrans" cxnId="{625576E4-3CB9-40AE-A08C-C232D94F06CD}">
      <dgm:prSet/>
      <dgm:spPr/>
      <dgm:t>
        <a:bodyPr/>
        <a:lstStyle/>
        <a:p>
          <a:endParaRPr lang="uk-UA"/>
        </a:p>
      </dgm:t>
    </dgm:pt>
    <dgm:pt modelId="{5231BC32-0A6C-4711-B085-3F33D8E773A7}">
      <dgm:prSet/>
      <dgm:spPr/>
      <dgm:t>
        <a:bodyPr/>
        <a:lstStyle/>
        <a:p>
          <a:r>
            <a:rPr lang="ru-RU" b="0" i="0" baseline="0"/>
            <a:t>П. Дорошенка</a:t>
          </a:r>
          <a:endParaRPr lang="uk-UA"/>
        </a:p>
      </dgm:t>
    </dgm:pt>
    <dgm:pt modelId="{B246DB47-0CD1-48B4-8ED2-7B72C740267D}" type="parTrans" cxnId="{D20AE8D5-AE89-4732-A078-42B3FE63BB6F}">
      <dgm:prSet/>
      <dgm:spPr/>
      <dgm:t>
        <a:bodyPr/>
        <a:lstStyle/>
        <a:p>
          <a:endParaRPr lang="uk-UA"/>
        </a:p>
      </dgm:t>
    </dgm:pt>
    <dgm:pt modelId="{D9B44175-E237-4D45-AC73-2AB93ADB8B1B}" type="sibTrans" cxnId="{D20AE8D5-AE89-4732-A078-42B3FE63BB6F}">
      <dgm:prSet/>
      <dgm:spPr/>
      <dgm:t>
        <a:bodyPr/>
        <a:lstStyle/>
        <a:p>
          <a:endParaRPr lang="uk-UA"/>
        </a:p>
      </dgm:t>
    </dgm:pt>
    <dgm:pt modelId="{EF42A822-E97A-46E1-8945-542A3BBBD857}">
      <dgm:prSet/>
      <dgm:spPr/>
      <dgm:t>
        <a:bodyPr/>
        <a:lstStyle/>
        <a:p>
          <a:r>
            <a:rPr lang="ru-RU" b="0" i="0" baseline="0" dirty="0"/>
            <a:t>Д. Апостола</a:t>
          </a:r>
          <a:endParaRPr lang="uk-UA" dirty="0"/>
        </a:p>
      </dgm:t>
    </dgm:pt>
    <dgm:pt modelId="{E0F192BF-4ECF-48E9-AAC7-F898B522EC53}" type="parTrans" cxnId="{9783D57E-6793-4B25-BAD6-93340F9D18BD}">
      <dgm:prSet/>
      <dgm:spPr/>
      <dgm:t>
        <a:bodyPr/>
        <a:lstStyle/>
        <a:p>
          <a:endParaRPr lang="uk-UA"/>
        </a:p>
      </dgm:t>
    </dgm:pt>
    <dgm:pt modelId="{84CB246F-A415-4B38-BDF5-185854F8C011}" type="sibTrans" cxnId="{9783D57E-6793-4B25-BAD6-93340F9D18BD}">
      <dgm:prSet/>
      <dgm:spPr/>
      <dgm:t>
        <a:bodyPr/>
        <a:lstStyle/>
        <a:p>
          <a:endParaRPr lang="uk-UA"/>
        </a:p>
      </dgm:t>
    </dgm:pt>
    <dgm:pt modelId="{A956D1E0-2E1E-4AC1-8FDF-2CACEB8A591B}">
      <dgm:prSet/>
      <dgm:spPr/>
      <dgm:t>
        <a:bodyPr/>
        <a:lstStyle/>
        <a:p>
          <a:r>
            <a:rPr lang="ru-RU" b="0" i="0" baseline="0"/>
            <a:t>І. Мазепи</a:t>
          </a:r>
          <a:endParaRPr lang="uk-UA"/>
        </a:p>
      </dgm:t>
    </dgm:pt>
    <dgm:pt modelId="{27F84F5D-4B7E-40E2-876B-C1B24B9772CD}" type="parTrans" cxnId="{FDBD1131-EE9C-473D-98ED-1A333821B193}">
      <dgm:prSet/>
      <dgm:spPr/>
      <dgm:t>
        <a:bodyPr/>
        <a:lstStyle/>
        <a:p>
          <a:endParaRPr lang="uk-UA"/>
        </a:p>
      </dgm:t>
    </dgm:pt>
    <dgm:pt modelId="{5DA7A738-CDF1-4ED3-AB23-953BF3DD9227}" type="sibTrans" cxnId="{FDBD1131-EE9C-473D-98ED-1A333821B193}">
      <dgm:prSet/>
      <dgm:spPr/>
      <dgm:t>
        <a:bodyPr/>
        <a:lstStyle/>
        <a:p>
          <a:endParaRPr lang="uk-UA"/>
        </a:p>
      </dgm:t>
    </dgm:pt>
    <dgm:pt modelId="{5231B4DF-AF35-49A0-9B74-F1F680D6B0E6}" type="pres">
      <dgm:prSet presAssocID="{D93293DC-B1A8-4BD9-BDC3-85573C948E7F}" presName="linear" presStyleCnt="0">
        <dgm:presLayoutVars>
          <dgm:animLvl val="lvl"/>
          <dgm:resizeHandles val="exact"/>
        </dgm:presLayoutVars>
      </dgm:prSet>
      <dgm:spPr/>
    </dgm:pt>
    <dgm:pt modelId="{3387FABD-9E89-4C50-8F97-1FEAAAEB2B87}" type="pres">
      <dgm:prSet presAssocID="{25934198-52C9-4850-BC2F-B2DECF57B1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1E473A-15FB-47AA-9F91-30DFCA93810B}" type="pres">
      <dgm:prSet presAssocID="{EEC93616-439D-439C-AA39-DFFFC3A8E729}" presName="spacer" presStyleCnt="0"/>
      <dgm:spPr/>
    </dgm:pt>
    <dgm:pt modelId="{81A9E24F-5CAE-4513-AA0A-E62FD06DD387}" type="pres">
      <dgm:prSet presAssocID="{5231BC32-0A6C-4711-B085-3F33D8E773A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CF9865-D10A-4A61-886A-57DFA48594E0}" type="pres">
      <dgm:prSet presAssocID="{D9B44175-E237-4D45-AC73-2AB93ADB8B1B}" presName="spacer" presStyleCnt="0"/>
      <dgm:spPr/>
    </dgm:pt>
    <dgm:pt modelId="{6BB5F27A-E2DE-4743-984A-E40367C3A3CB}" type="pres">
      <dgm:prSet presAssocID="{EF42A822-E97A-46E1-8945-542A3BBBD8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965F41-355C-41A3-9E6B-AE9AD1596CC1}" type="pres">
      <dgm:prSet presAssocID="{84CB246F-A415-4B38-BDF5-185854F8C011}" presName="spacer" presStyleCnt="0"/>
      <dgm:spPr/>
    </dgm:pt>
    <dgm:pt modelId="{451A49FE-88A2-4146-8941-82A319434E15}" type="pres">
      <dgm:prSet presAssocID="{A956D1E0-2E1E-4AC1-8FDF-2CACEB8A59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976412B-F323-42EF-9354-B7433B0EC3CE}" type="presOf" srcId="{5231BC32-0A6C-4711-B085-3F33D8E773A7}" destId="{81A9E24F-5CAE-4513-AA0A-E62FD06DD387}" srcOrd="0" destOrd="0" presId="urn:microsoft.com/office/officeart/2005/8/layout/vList2"/>
    <dgm:cxn modelId="{FDBD1131-EE9C-473D-98ED-1A333821B193}" srcId="{D93293DC-B1A8-4BD9-BDC3-85573C948E7F}" destId="{A956D1E0-2E1E-4AC1-8FDF-2CACEB8A591B}" srcOrd="3" destOrd="0" parTransId="{27F84F5D-4B7E-40E2-876B-C1B24B9772CD}" sibTransId="{5DA7A738-CDF1-4ED3-AB23-953BF3DD9227}"/>
    <dgm:cxn modelId="{3032BF35-6485-4A41-982C-FCE840D2A3F7}" type="presOf" srcId="{EF42A822-E97A-46E1-8945-542A3BBBD857}" destId="{6BB5F27A-E2DE-4743-984A-E40367C3A3CB}" srcOrd="0" destOrd="0" presId="urn:microsoft.com/office/officeart/2005/8/layout/vList2"/>
    <dgm:cxn modelId="{96DF4C67-4379-46CB-B703-123C50B2D2ED}" type="presOf" srcId="{D93293DC-B1A8-4BD9-BDC3-85573C948E7F}" destId="{5231B4DF-AF35-49A0-9B74-F1F680D6B0E6}" srcOrd="0" destOrd="0" presId="urn:microsoft.com/office/officeart/2005/8/layout/vList2"/>
    <dgm:cxn modelId="{125F3D4A-2EC3-4038-BCA0-679CC1C0E699}" type="presOf" srcId="{25934198-52C9-4850-BC2F-B2DECF57B11A}" destId="{3387FABD-9E89-4C50-8F97-1FEAAAEB2B87}" srcOrd="0" destOrd="0" presId="urn:microsoft.com/office/officeart/2005/8/layout/vList2"/>
    <dgm:cxn modelId="{600C6D6F-587F-4FD2-A0C4-5CC5F8917A3F}" type="presOf" srcId="{A956D1E0-2E1E-4AC1-8FDF-2CACEB8A591B}" destId="{451A49FE-88A2-4146-8941-82A319434E15}" srcOrd="0" destOrd="0" presId="urn:microsoft.com/office/officeart/2005/8/layout/vList2"/>
    <dgm:cxn modelId="{9783D57E-6793-4B25-BAD6-93340F9D18BD}" srcId="{D93293DC-B1A8-4BD9-BDC3-85573C948E7F}" destId="{EF42A822-E97A-46E1-8945-542A3BBBD857}" srcOrd="2" destOrd="0" parTransId="{E0F192BF-4ECF-48E9-AAC7-F898B522EC53}" sibTransId="{84CB246F-A415-4B38-BDF5-185854F8C011}"/>
    <dgm:cxn modelId="{D20AE8D5-AE89-4732-A078-42B3FE63BB6F}" srcId="{D93293DC-B1A8-4BD9-BDC3-85573C948E7F}" destId="{5231BC32-0A6C-4711-B085-3F33D8E773A7}" srcOrd="1" destOrd="0" parTransId="{B246DB47-0CD1-48B4-8ED2-7B72C740267D}" sibTransId="{D9B44175-E237-4D45-AC73-2AB93ADB8B1B}"/>
    <dgm:cxn modelId="{625576E4-3CB9-40AE-A08C-C232D94F06CD}" srcId="{D93293DC-B1A8-4BD9-BDC3-85573C948E7F}" destId="{25934198-52C9-4850-BC2F-B2DECF57B11A}" srcOrd="0" destOrd="0" parTransId="{E7DADF76-5244-4A7A-9ABE-EC4701E6F753}" sibTransId="{EEC93616-439D-439C-AA39-DFFFC3A8E729}"/>
    <dgm:cxn modelId="{6C9EBB76-CB3B-4882-B227-CCA8B4F63057}" type="presParOf" srcId="{5231B4DF-AF35-49A0-9B74-F1F680D6B0E6}" destId="{3387FABD-9E89-4C50-8F97-1FEAAAEB2B87}" srcOrd="0" destOrd="0" presId="urn:microsoft.com/office/officeart/2005/8/layout/vList2"/>
    <dgm:cxn modelId="{014FCA8A-79E4-4080-A631-492513603CD9}" type="presParOf" srcId="{5231B4DF-AF35-49A0-9B74-F1F680D6B0E6}" destId="{AF1E473A-15FB-47AA-9F91-30DFCA93810B}" srcOrd="1" destOrd="0" presId="urn:microsoft.com/office/officeart/2005/8/layout/vList2"/>
    <dgm:cxn modelId="{246F756E-D106-46CB-8087-242EBA2E2629}" type="presParOf" srcId="{5231B4DF-AF35-49A0-9B74-F1F680D6B0E6}" destId="{81A9E24F-5CAE-4513-AA0A-E62FD06DD387}" srcOrd="2" destOrd="0" presId="urn:microsoft.com/office/officeart/2005/8/layout/vList2"/>
    <dgm:cxn modelId="{557AE882-3B06-4728-AC48-DC37974A8A5F}" type="presParOf" srcId="{5231B4DF-AF35-49A0-9B74-F1F680D6B0E6}" destId="{51CF9865-D10A-4A61-886A-57DFA48594E0}" srcOrd="3" destOrd="0" presId="urn:microsoft.com/office/officeart/2005/8/layout/vList2"/>
    <dgm:cxn modelId="{858C1A29-0923-4AE1-88B4-22CB306F65DE}" type="presParOf" srcId="{5231B4DF-AF35-49A0-9B74-F1F680D6B0E6}" destId="{6BB5F27A-E2DE-4743-984A-E40367C3A3CB}" srcOrd="4" destOrd="0" presId="urn:microsoft.com/office/officeart/2005/8/layout/vList2"/>
    <dgm:cxn modelId="{0B9F17F8-2493-44BC-B761-6D6101A3E00E}" type="presParOf" srcId="{5231B4DF-AF35-49A0-9B74-F1F680D6B0E6}" destId="{1B965F41-355C-41A3-9E6B-AE9AD1596CC1}" srcOrd="5" destOrd="0" presId="urn:microsoft.com/office/officeart/2005/8/layout/vList2"/>
    <dgm:cxn modelId="{C35E1CC5-0A4D-4340-9E29-0FE15858F25C}" type="presParOf" srcId="{5231B4DF-AF35-49A0-9B74-F1F680D6B0E6}" destId="{451A49FE-88A2-4146-8941-82A319434E1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9E4D4AA-DE00-4E5D-AAB9-39546B8403C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14097D-900C-454E-8563-A5F43156A1FF}">
      <dgm:prSet/>
      <dgm:spPr/>
      <dgm:t>
        <a:bodyPr/>
        <a:lstStyle/>
        <a:p>
          <a:r>
            <a:rPr lang="uk-UA" b="0" i="0" baseline="0"/>
            <a:t>фрески.</a:t>
          </a:r>
          <a:endParaRPr lang="uk-UA"/>
        </a:p>
      </dgm:t>
    </dgm:pt>
    <dgm:pt modelId="{EAF3DF1C-C3F6-404A-B3FC-5E7857BDE204}" type="parTrans" cxnId="{FE4C2A83-513A-4606-99CE-F9368D14ACE4}">
      <dgm:prSet/>
      <dgm:spPr/>
      <dgm:t>
        <a:bodyPr/>
        <a:lstStyle/>
        <a:p>
          <a:endParaRPr lang="uk-UA"/>
        </a:p>
      </dgm:t>
    </dgm:pt>
    <dgm:pt modelId="{58487492-6520-47D1-BCE4-9C402D7A560E}" type="sibTrans" cxnId="{FE4C2A83-513A-4606-99CE-F9368D14ACE4}">
      <dgm:prSet/>
      <dgm:spPr/>
      <dgm:t>
        <a:bodyPr/>
        <a:lstStyle/>
        <a:p>
          <a:endParaRPr lang="uk-UA"/>
        </a:p>
      </dgm:t>
    </dgm:pt>
    <dgm:pt modelId="{A436EF37-D1B5-4164-9E9A-B0295D39BE79}">
      <dgm:prSet/>
      <dgm:spPr/>
      <dgm:t>
        <a:bodyPr/>
        <a:lstStyle/>
        <a:p>
          <a:r>
            <a:rPr lang="uk-UA" b="0" i="0" baseline="0"/>
            <a:t>мозаїки.</a:t>
          </a:r>
          <a:endParaRPr lang="uk-UA"/>
        </a:p>
      </dgm:t>
    </dgm:pt>
    <dgm:pt modelId="{61CBD597-EDF3-4B4F-8219-A7788B7026EA}" type="parTrans" cxnId="{9A3615C3-5E78-4F00-9B6B-C4D917C98A2F}">
      <dgm:prSet/>
      <dgm:spPr/>
      <dgm:t>
        <a:bodyPr/>
        <a:lstStyle/>
        <a:p>
          <a:endParaRPr lang="uk-UA"/>
        </a:p>
      </dgm:t>
    </dgm:pt>
    <dgm:pt modelId="{D01CA57B-7981-47A9-859E-3FAEE085E63B}" type="sibTrans" cxnId="{9A3615C3-5E78-4F00-9B6B-C4D917C98A2F}">
      <dgm:prSet/>
      <dgm:spPr/>
      <dgm:t>
        <a:bodyPr/>
        <a:lstStyle/>
        <a:p>
          <a:endParaRPr lang="uk-UA"/>
        </a:p>
      </dgm:t>
    </dgm:pt>
    <dgm:pt modelId="{AFD182BF-A558-46E8-8C40-27AB45252D40}">
      <dgm:prSet/>
      <dgm:spPr/>
      <dgm:t>
        <a:bodyPr/>
        <a:lstStyle/>
        <a:p>
          <a:r>
            <a:rPr lang="uk-UA" b="0" i="0" baseline="0"/>
            <a:t>гравюри.</a:t>
          </a:r>
          <a:endParaRPr lang="uk-UA"/>
        </a:p>
      </dgm:t>
    </dgm:pt>
    <dgm:pt modelId="{0DE52920-5D73-4BB5-A015-4259651A18A1}" type="parTrans" cxnId="{4128D2F7-2ED9-4168-91AC-D13426ED2A8C}">
      <dgm:prSet/>
      <dgm:spPr/>
      <dgm:t>
        <a:bodyPr/>
        <a:lstStyle/>
        <a:p>
          <a:endParaRPr lang="uk-UA"/>
        </a:p>
      </dgm:t>
    </dgm:pt>
    <dgm:pt modelId="{5290EAFF-6E61-4EA2-9EEB-18EAFBFA0D01}" type="sibTrans" cxnId="{4128D2F7-2ED9-4168-91AC-D13426ED2A8C}">
      <dgm:prSet/>
      <dgm:spPr/>
      <dgm:t>
        <a:bodyPr/>
        <a:lstStyle/>
        <a:p>
          <a:endParaRPr lang="uk-UA"/>
        </a:p>
      </dgm:t>
    </dgm:pt>
    <dgm:pt modelId="{1D10C545-9760-42C7-9612-CCD90B53816C}">
      <dgm:prSet/>
      <dgm:spPr/>
      <dgm:t>
        <a:bodyPr/>
        <a:lstStyle/>
        <a:p>
          <a:r>
            <a:rPr lang="uk-UA" b="0" i="0" baseline="0"/>
            <a:t>мініатюри.</a:t>
          </a:r>
          <a:endParaRPr lang="uk-UA"/>
        </a:p>
      </dgm:t>
    </dgm:pt>
    <dgm:pt modelId="{92348701-BC0C-4639-84EF-ABD4D6F4A1B1}" type="parTrans" cxnId="{0A649B83-46D8-48A8-899A-DD86E2E9C344}">
      <dgm:prSet/>
      <dgm:spPr/>
      <dgm:t>
        <a:bodyPr/>
        <a:lstStyle/>
        <a:p>
          <a:endParaRPr lang="uk-UA"/>
        </a:p>
      </dgm:t>
    </dgm:pt>
    <dgm:pt modelId="{D94C9FB1-2C1D-43A1-9AF9-32BD0E7AB843}" type="sibTrans" cxnId="{0A649B83-46D8-48A8-899A-DD86E2E9C344}">
      <dgm:prSet/>
      <dgm:spPr/>
      <dgm:t>
        <a:bodyPr/>
        <a:lstStyle/>
        <a:p>
          <a:endParaRPr lang="uk-UA"/>
        </a:p>
      </dgm:t>
    </dgm:pt>
    <dgm:pt modelId="{EE5C6610-4208-4C94-8A32-029793591763}" type="pres">
      <dgm:prSet presAssocID="{29E4D4AA-DE00-4E5D-AAB9-39546B8403C4}" presName="matrix" presStyleCnt="0">
        <dgm:presLayoutVars>
          <dgm:chMax val="1"/>
          <dgm:dir/>
          <dgm:resizeHandles val="exact"/>
        </dgm:presLayoutVars>
      </dgm:prSet>
      <dgm:spPr/>
    </dgm:pt>
    <dgm:pt modelId="{9BB1D974-FD79-4922-85EF-0ECE7D2D3505}" type="pres">
      <dgm:prSet presAssocID="{29E4D4AA-DE00-4E5D-AAB9-39546B8403C4}" presName="diamond" presStyleLbl="bgShp" presStyleIdx="0" presStyleCnt="1"/>
      <dgm:spPr/>
    </dgm:pt>
    <dgm:pt modelId="{CFAE2DCC-653B-4591-93AD-916488CFF695}" type="pres">
      <dgm:prSet presAssocID="{29E4D4AA-DE00-4E5D-AAB9-39546B8403C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5632B54-FEBD-473A-90CD-52755C21E666}" type="pres">
      <dgm:prSet presAssocID="{29E4D4AA-DE00-4E5D-AAB9-39546B8403C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F1F44F6-4AB0-44C5-895B-E1ECB68A8DBD}" type="pres">
      <dgm:prSet presAssocID="{29E4D4AA-DE00-4E5D-AAB9-39546B8403C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1FF6E69-35A3-4C74-BEB1-E6576588C314}" type="pres">
      <dgm:prSet presAssocID="{29E4D4AA-DE00-4E5D-AAB9-39546B8403C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2D84706-8F7B-4FF1-A31A-551E55BFCEC9}" type="presOf" srcId="{29E4D4AA-DE00-4E5D-AAB9-39546B8403C4}" destId="{EE5C6610-4208-4C94-8A32-029793591763}" srcOrd="0" destOrd="0" presId="urn:microsoft.com/office/officeart/2005/8/layout/matrix3"/>
    <dgm:cxn modelId="{7E3CD826-09A0-48F5-ABCB-D0B73BD77863}" type="presOf" srcId="{AFD182BF-A558-46E8-8C40-27AB45252D40}" destId="{CF1F44F6-4AB0-44C5-895B-E1ECB68A8DBD}" srcOrd="0" destOrd="0" presId="urn:microsoft.com/office/officeart/2005/8/layout/matrix3"/>
    <dgm:cxn modelId="{3E77602E-4135-45C8-B911-7BD034C47816}" type="presOf" srcId="{1D10C545-9760-42C7-9612-CCD90B53816C}" destId="{11FF6E69-35A3-4C74-BEB1-E6576588C314}" srcOrd="0" destOrd="0" presId="urn:microsoft.com/office/officeart/2005/8/layout/matrix3"/>
    <dgm:cxn modelId="{63939D33-8633-4F2E-A29F-7F2C12028A18}" type="presOf" srcId="{A436EF37-D1B5-4164-9E9A-B0295D39BE79}" destId="{45632B54-FEBD-473A-90CD-52755C21E666}" srcOrd="0" destOrd="0" presId="urn:microsoft.com/office/officeart/2005/8/layout/matrix3"/>
    <dgm:cxn modelId="{9C3E7979-D3BA-4A51-B3CA-811F20D8C0E9}" type="presOf" srcId="{C514097D-900C-454E-8563-A5F43156A1FF}" destId="{CFAE2DCC-653B-4591-93AD-916488CFF695}" srcOrd="0" destOrd="0" presId="urn:microsoft.com/office/officeart/2005/8/layout/matrix3"/>
    <dgm:cxn modelId="{FE4C2A83-513A-4606-99CE-F9368D14ACE4}" srcId="{29E4D4AA-DE00-4E5D-AAB9-39546B8403C4}" destId="{C514097D-900C-454E-8563-A5F43156A1FF}" srcOrd="0" destOrd="0" parTransId="{EAF3DF1C-C3F6-404A-B3FC-5E7857BDE204}" sibTransId="{58487492-6520-47D1-BCE4-9C402D7A560E}"/>
    <dgm:cxn modelId="{0A649B83-46D8-48A8-899A-DD86E2E9C344}" srcId="{29E4D4AA-DE00-4E5D-AAB9-39546B8403C4}" destId="{1D10C545-9760-42C7-9612-CCD90B53816C}" srcOrd="3" destOrd="0" parTransId="{92348701-BC0C-4639-84EF-ABD4D6F4A1B1}" sibTransId="{D94C9FB1-2C1D-43A1-9AF9-32BD0E7AB843}"/>
    <dgm:cxn modelId="{9A3615C3-5E78-4F00-9B6B-C4D917C98A2F}" srcId="{29E4D4AA-DE00-4E5D-AAB9-39546B8403C4}" destId="{A436EF37-D1B5-4164-9E9A-B0295D39BE79}" srcOrd="1" destOrd="0" parTransId="{61CBD597-EDF3-4B4F-8219-A7788B7026EA}" sibTransId="{D01CA57B-7981-47A9-859E-3FAEE085E63B}"/>
    <dgm:cxn modelId="{4128D2F7-2ED9-4168-91AC-D13426ED2A8C}" srcId="{29E4D4AA-DE00-4E5D-AAB9-39546B8403C4}" destId="{AFD182BF-A558-46E8-8C40-27AB45252D40}" srcOrd="2" destOrd="0" parTransId="{0DE52920-5D73-4BB5-A015-4259651A18A1}" sibTransId="{5290EAFF-6E61-4EA2-9EEB-18EAFBFA0D01}"/>
    <dgm:cxn modelId="{2DC1B16C-1DE4-4268-B8EC-2EA3560B2B76}" type="presParOf" srcId="{EE5C6610-4208-4C94-8A32-029793591763}" destId="{9BB1D974-FD79-4922-85EF-0ECE7D2D3505}" srcOrd="0" destOrd="0" presId="urn:microsoft.com/office/officeart/2005/8/layout/matrix3"/>
    <dgm:cxn modelId="{EB381B70-764A-4CD4-A5A2-E3A1E1362822}" type="presParOf" srcId="{EE5C6610-4208-4C94-8A32-029793591763}" destId="{CFAE2DCC-653B-4591-93AD-916488CFF695}" srcOrd="1" destOrd="0" presId="urn:microsoft.com/office/officeart/2005/8/layout/matrix3"/>
    <dgm:cxn modelId="{6D392640-4F6E-4598-9DC7-64646EAF1AEA}" type="presParOf" srcId="{EE5C6610-4208-4C94-8A32-029793591763}" destId="{45632B54-FEBD-473A-90CD-52755C21E666}" srcOrd="2" destOrd="0" presId="urn:microsoft.com/office/officeart/2005/8/layout/matrix3"/>
    <dgm:cxn modelId="{001F9387-4559-48B0-90ED-111E7A24FF02}" type="presParOf" srcId="{EE5C6610-4208-4C94-8A32-029793591763}" destId="{CF1F44F6-4AB0-44C5-895B-E1ECB68A8DBD}" srcOrd="3" destOrd="0" presId="urn:microsoft.com/office/officeart/2005/8/layout/matrix3"/>
    <dgm:cxn modelId="{A0D88E87-B089-400F-A6F8-8C0A2E365895}" type="presParOf" srcId="{EE5C6610-4208-4C94-8A32-029793591763}" destId="{11FF6E69-35A3-4C74-BEB1-E6576588C31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BB0EBC2-4AC1-4D34-AB1F-01C10B99C28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926684-8272-487A-8D30-BDEAA8D3B092}">
      <dgm:prSet/>
      <dgm:spPr/>
      <dgm:t>
        <a:bodyPr/>
        <a:lstStyle/>
        <a:p>
          <a:r>
            <a:rPr lang="ru-RU" b="0" i="0" baseline="0" dirty="0"/>
            <a:t>П. Орлика.</a:t>
          </a:r>
          <a:endParaRPr lang="uk-UA" dirty="0"/>
        </a:p>
      </dgm:t>
    </dgm:pt>
    <dgm:pt modelId="{696841F0-0C8C-43FC-B2DF-0E6F42A0353F}" type="parTrans" cxnId="{A440196A-4DF9-43C5-A7AE-A648B921BA5F}">
      <dgm:prSet/>
      <dgm:spPr/>
      <dgm:t>
        <a:bodyPr/>
        <a:lstStyle/>
        <a:p>
          <a:endParaRPr lang="uk-UA"/>
        </a:p>
      </dgm:t>
    </dgm:pt>
    <dgm:pt modelId="{84AEF353-C1AC-4187-8282-38C13434AE2B}" type="sibTrans" cxnId="{A440196A-4DF9-43C5-A7AE-A648B921BA5F}">
      <dgm:prSet/>
      <dgm:spPr/>
      <dgm:t>
        <a:bodyPr/>
        <a:lstStyle/>
        <a:p>
          <a:endParaRPr lang="uk-UA"/>
        </a:p>
      </dgm:t>
    </dgm:pt>
    <dgm:pt modelId="{642D6C19-8594-464F-A6B5-E758C13770C8}">
      <dgm:prSet/>
      <dgm:spPr/>
      <dgm:t>
        <a:bodyPr/>
        <a:lstStyle/>
        <a:p>
          <a:r>
            <a:rPr lang="ru-RU" b="0" i="0" baseline="0"/>
            <a:t>П. Дорошенка.</a:t>
          </a:r>
          <a:endParaRPr lang="uk-UA"/>
        </a:p>
      </dgm:t>
    </dgm:pt>
    <dgm:pt modelId="{00F8CE45-9BCD-4276-B882-584189123AC6}" type="parTrans" cxnId="{FA48F6C4-DF9D-419E-91DC-62E0D49D52AC}">
      <dgm:prSet/>
      <dgm:spPr/>
      <dgm:t>
        <a:bodyPr/>
        <a:lstStyle/>
        <a:p>
          <a:endParaRPr lang="uk-UA"/>
        </a:p>
      </dgm:t>
    </dgm:pt>
    <dgm:pt modelId="{B602F2B4-74A8-4B30-984E-1B3543693007}" type="sibTrans" cxnId="{FA48F6C4-DF9D-419E-91DC-62E0D49D52AC}">
      <dgm:prSet/>
      <dgm:spPr/>
      <dgm:t>
        <a:bodyPr/>
        <a:lstStyle/>
        <a:p>
          <a:endParaRPr lang="uk-UA"/>
        </a:p>
      </dgm:t>
    </dgm:pt>
    <dgm:pt modelId="{B7633EA8-4468-4CA4-B752-DFE23F846B97}">
      <dgm:prSet/>
      <dgm:spPr/>
      <dgm:t>
        <a:bodyPr/>
        <a:lstStyle/>
        <a:p>
          <a:r>
            <a:rPr lang="ru-RU" b="0" i="0" baseline="0" dirty="0"/>
            <a:t>Д. Апостола.</a:t>
          </a:r>
          <a:endParaRPr lang="uk-UA" dirty="0"/>
        </a:p>
      </dgm:t>
    </dgm:pt>
    <dgm:pt modelId="{D04586B5-4EDD-4C9C-9A01-A2CD72D203BE}" type="parTrans" cxnId="{8CDD5425-EB8F-4D23-95D0-C20826577071}">
      <dgm:prSet/>
      <dgm:spPr/>
      <dgm:t>
        <a:bodyPr/>
        <a:lstStyle/>
        <a:p>
          <a:endParaRPr lang="uk-UA"/>
        </a:p>
      </dgm:t>
    </dgm:pt>
    <dgm:pt modelId="{94CC4264-734A-4081-95C1-7145CA689D20}" type="sibTrans" cxnId="{8CDD5425-EB8F-4D23-95D0-C20826577071}">
      <dgm:prSet/>
      <dgm:spPr/>
      <dgm:t>
        <a:bodyPr/>
        <a:lstStyle/>
        <a:p>
          <a:endParaRPr lang="uk-UA"/>
        </a:p>
      </dgm:t>
    </dgm:pt>
    <dgm:pt modelId="{360AE8FC-1ED6-4EF8-99D6-C2F7AAA87A59}">
      <dgm:prSet/>
      <dgm:spPr/>
      <dgm:t>
        <a:bodyPr/>
        <a:lstStyle/>
        <a:p>
          <a:r>
            <a:rPr lang="ru-RU" b="0" i="0" baseline="0"/>
            <a:t>І. Мазепи.</a:t>
          </a:r>
          <a:endParaRPr lang="uk-UA"/>
        </a:p>
      </dgm:t>
    </dgm:pt>
    <dgm:pt modelId="{B22917DD-75AE-40DA-807F-C15E20290DC9}" type="parTrans" cxnId="{EAC422B6-0FA7-420F-97AC-91BDBF2AA33D}">
      <dgm:prSet/>
      <dgm:spPr/>
      <dgm:t>
        <a:bodyPr/>
        <a:lstStyle/>
        <a:p>
          <a:endParaRPr lang="uk-UA"/>
        </a:p>
      </dgm:t>
    </dgm:pt>
    <dgm:pt modelId="{F586921A-E0FF-4F4F-895D-13EBD4249A3F}" type="sibTrans" cxnId="{EAC422B6-0FA7-420F-97AC-91BDBF2AA33D}">
      <dgm:prSet/>
      <dgm:spPr/>
      <dgm:t>
        <a:bodyPr/>
        <a:lstStyle/>
        <a:p>
          <a:endParaRPr lang="uk-UA"/>
        </a:p>
      </dgm:t>
    </dgm:pt>
    <dgm:pt modelId="{0C245460-E0A6-49EA-853A-394F80FFB337}" type="pres">
      <dgm:prSet presAssocID="{CBB0EBC2-4AC1-4D34-AB1F-01C10B99C288}" presName="matrix" presStyleCnt="0">
        <dgm:presLayoutVars>
          <dgm:chMax val="1"/>
          <dgm:dir/>
          <dgm:resizeHandles val="exact"/>
        </dgm:presLayoutVars>
      </dgm:prSet>
      <dgm:spPr/>
    </dgm:pt>
    <dgm:pt modelId="{A0B5330A-E6A1-432F-ABCD-735B38DA2D4B}" type="pres">
      <dgm:prSet presAssocID="{CBB0EBC2-4AC1-4D34-AB1F-01C10B99C288}" presName="diamond" presStyleLbl="bgShp" presStyleIdx="0" presStyleCnt="1"/>
      <dgm:spPr/>
    </dgm:pt>
    <dgm:pt modelId="{5F129EF1-DB5B-4A45-B5CE-529A1B2A4E6E}" type="pres">
      <dgm:prSet presAssocID="{CBB0EBC2-4AC1-4D34-AB1F-01C10B99C28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A22782-3588-4BEE-818A-88DDC3D81B51}" type="pres">
      <dgm:prSet presAssocID="{CBB0EBC2-4AC1-4D34-AB1F-01C10B99C28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F7F40E-DEBD-4AB8-A1F8-32CA7288E4FB}" type="pres">
      <dgm:prSet presAssocID="{CBB0EBC2-4AC1-4D34-AB1F-01C10B99C28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031539-EC34-4E8F-B895-EEE7318953C4}" type="pres">
      <dgm:prSet presAssocID="{CBB0EBC2-4AC1-4D34-AB1F-01C10B99C28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CDD5425-EB8F-4D23-95D0-C20826577071}" srcId="{CBB0EBC2-4AC1-4D34-AB1F-01C10B99C288}" destId="{B7633EA8-4468-4CA4-B752-DFE23F846B97}" srcOrd="2" destOrd="0" parTransId="{D04586B5-4EDD-4C9C-9A01-A2CD72D203BE}" sibTransId="{94CC4264-734A-4081-95C1-7145CA689D20}"/>
    <dgm:cxn modelId="{A440196A-4DF9-43C5-A7AE-A648B921BA5F}" srcId="{CBB0EBC2-4AC1-4D34-AB1F-01C10B99C288}" destId="{90926684-8272-487A-8D30-BDEAA8D3B092}" srcOrd="0" destOrd="0" parTransId="{696841F0-0C8C-43FC-B2DF-0E6F42A0353F}" sibTransId="{84AEF353-C1AC-4187-8282-38C13434AE2B}"/>
    <dgm:cxn modelId="{E2804A4C-7E10-4AEA-B484-61B6DC0ED54E}" type="presOf" srcId="{642D6C19-8594-464F-A6B5-E758C13770C8}" destId="{97A22782-3588-4BEE-818A-88DDC3D81B51}" srcOrd="0" destOrd="0" presId="urn:microsoft.com/office/officeart/2005/8/layout/matrix3"/>
    <dgm:cxn modelId="{812D4873-BB41-4E09-BA06-C4CCD520ED73}" type="presOf" srcId="{360AE8FC-1ED6-4EF8-99D6-C2F7AAA87A59}" destId="{93031539-EC34-4E8F-B895-EEE7318953C4}" srcOrd="0" destOrd="0" presId="urn:microsoft.com/office/officeart/2005/8/layout/matrix3"/>
    <dgm:cxn modelId="{651B7C78-FDD1-46D2-A238-0B00844DF122}" type="presOf" srcId="{90926684-8272-487A-8D30-BDEAA8D3B092}" destId="{5F129EF1-DB5B-4A45-B5CE-529A1B2A4E6E}" srcOrd="0" destOrd="0" presId="urn:microsoft.com/office/officeart/2005/8/layout/matrix3"/>
    <dgm:cxn modelId="{C388F894-823B-43C3-8C7F-300B958B690C}" type="presOf" srcId="{CBB0EBC2-4AC1-4D34-AB1F-01C10B99C288}" destId="{0C245460-E0A6-49EA-853A-394F80FFB337}" srcOrd="0" destOrd="0" presId="urn:microsoft.com/office/officeart/2005/8/layout/matrix3"/>
    <dgm:cxn modelId="{EAC422B6-0FA7-420F-97AC-91BDBF2AA33D}" srcId="{CBB0EBC2-4AC1-4D34-AB1F-01C10B99C288}" destId="{360AE8FC-1ED6-4EF8-99D6-C2F7AAA87A59}" srcOrd="3" destOrd="0" parTransId="{B22917DD-75AE-40DA-807F-C15E20290DC9}" sibTransId="{F586921A-E0FF-4F4F-895D-13EBD4249A3F}"/>
    <dgm:cxn modelId="{A41ED0B8-2C84-43D5-BD45-9F2E39B08DDC}" type="presOf" srcId="{B7633EA8-4468-4CA4-B752-DFE23F846B97}" destId="{ECF7F40E-DEBD-4AB8-A1F8-32CA7288E4FB}" srcOrd="0" destOrd="0" presId="urn:microsoft.com/office/officeart/2005/8/layout/matrix3"/>
    <dgm:cxn modelId="{FA48F6C4-DF9D-419E-91DC-62E0D49D52AC}" srcId="{CBB0EBC2-4AC1-4D34-AB1F-01C10B99C288}" destId="{642D6C19-8594-464F-A6B5-E758C13770C8}" srcOrd="1" destOrd="0" parTransId="{00F8CE45-9BCD-4276-B882-584189123AC6}" sibTransId="{B602F2B4-74A8-4B30-984E-1B3543693007}"/>
    <dgm:cxn modelId="{E3F88E86-0CD6-42F0-823C-177717F865D2}" type="presParOf" srcId="{0C245460-E0A6-49EA-853A-394F80FFB337}" destId="{A0B5330A-E6A1-432F-ABCD-735B38DA2D4B}" srcOrd="0" destOrd="0" presId="urn:microsoft.com/office/officeart/2005/8/layout/matrix3"/>
    <dgm:cxn modelId="{E636A4DD-95FE-4C80-859E-0BFB0C1BEF16}" type="presParOf" srcId="{0C245460-E0A6-49EA-853A-394F80FFB337}" destId="{5F129EF1-DB5B-4A45-B5CE-529A1B2A4E6E}" srcOrd="1" destOrd="0" presId="urn:microsoft.com/office/officeart/2005/8/layout/matrix3"/>
    <dgm:cxn modelId="{0B7A19EF-94D9-4266-947E-C8BB1A3B7E98}" type="presParOf" srcId="{0C245460-E0A6-49EA-853A-394F80FFB337}" destId="{97A22782-3588-4BEE-818A-88DDC3D81B51}" srcOrd="2" destOrd="0" presId="urn:microsoft.com/office/officeart/2005/8/layout/matrix3"/>
    <dgm:cxn modelId="{7BD15A72-C823-45A0-B391-4E299D628CE6}" type="presParOf" srcId="{0C245460-E0A6-49EA-853A-394F80FFB337}" destId="{ECF7F40E-DEBD-4AB8-A1F8-32CA7288E4FB}" srcOrd="3" destOrd="0" presId="urn:microsoft.com/office/officeart/2005/8/layout/matrix3"/>
    <dgm:cxn modelId="{84795160-DA4E-406C-86F3-2CA87FF4D48C}" type="presParOf" srcId="{0C245460-E0A6-49EA-853A-394F80FFB337}" destId="{93031539-EC34-4E8F-B895-EEE7318953C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03801A9-B23B-4030-AE2A-7351ED202F0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D459D5-0E51-444A-879A-FF60AD5A6D8E}">
      <dgm:prSet/>
      <dgm:spPr/>
      <dgm:t>
        <a:bodyPr/>
        <a:lstStyle/>
        <a:p>
          <a:r>
            <a:rPr lang="uk-UA" b="0" i="0" baseline="0"/>
            <a:t>соціально-економічній політиці.</a:t>
          </a:r>
          <a:endParaRPr lang="uk-UA"/>
        </a:p>
      </dgm:t>
    </dgm:pt>
    <dgm:pt modelId="{10254D7B-4205-419C-8C1B-E09ECAB9FF08}" type="parTrans" cxnId="{9004A7EE-2F04-4513-A757-C4C0196FF91E}">
      <dgm:prSet/>
      <dgm:spPr/>
      <dgm:t>
        <a:bodyPr/>
        <a:lstStyle/>
        <a:p>
          <a:endParaRPr lang="uk-UA"/>
        </a:p>
      </dgm:t>
    </dgm:pt>
    <dgm:pt modelId="{F3336187-A64E-4EEA-8426-4BA5E7D7AE88}" type="sibTrans" cxnId="{9004A7EE-2F04-4513-A757-C4C0196FF91E}">
      <dgm:prSet/>
      <dgm:spPr/>
      <dgm:t>
        <a:bodyPr/>
        <a:lstStyle/>
        <a:p>
          <a:endParaRPr lang="uk-UA"/>
        </a:p>
      </dgm:t>
    </dgm:pt>
    <dgm:pt modelId="{34D71838-A5C1-4CEC-82E3-CF85409CF8AA}">
      <dgm:prSet/>
      <dgm:spPr/>
      <dgm:t>
        <a:bodyPr/>
        <a:lstStyle/>
        <a:p>
          <a:r>
            <a:rPr lang="uk-UA" b="0" i="0" baseline="0"/>
            <a:t>державно-політичній діяльності.</a:t>
          </a:r>
          <a:endParaRPr lang="uk-UA"/>
        </a:p>
      </dgm:t>
    </dgm:pt>
    <dgm:pt modelId="{83293325-A672-48A9-9DB7-6DFAD43420AC}" type="parTrans" cxnId="{A36D4F04-C494-40A5-868E-D2FA6808698B}">
      <dgm:prSet/>
      <dgm:spPr/>
      <dgm:t>
        <a:bodyPr/>
        <a:lstStyle/>
        <a:p>
          <a:endParaRPr lang="uk-UA"/>
        </a:p>
      </dgm:t>
    </dgm:pt>
    <dgm:pt modelId="{B35AE385-B20C-45C0-A2CC-B8AE1F699586}" type="sibTrans" cxnId="{A36D4F04-C494-40A5-868E-D2FA6808698B}">
      <dgm:prSet/>
      <dgm:spPr/>
      <dgm:t>
        <a:bodyPr/>
        <a:lstStyle/>
        <a:p>
          <a:endParaRPr lang="uk-UA"/>
        </a:p>
      </dgm:t>
    </dgm:pt>
    <dgm:pt modelId="{D4084D6F-F5E9-47CF-B21B-A1273F0FA39C}">
      <dgm:prSet/>
      <dgm:spPr/>
      <dgm:t>
        <a:bodyPr/>
        <a:lstStyle/>
        <a:p>
          <a:r>
            <a:rPr lang="uk-UA" b="0" i="0" baseline="0"/>
            <a:t>зовнішньополітичній царині.</a:t>
          </a:r>
          <a:endParaRPr lang="uk-UA"/>
        </a:p>
      </dgm:t>
    </dgm:pt>
    <dgm:pt modelId="{11FF41E5-CD48-4DA7-A874-BA9702F86C91}" type="parTrans" cxnId="{203A5934-1EC8-4D3D-A97A-10483CC089D4}">
      <dgm:prSet/>
      <dgm:spPr/>
      <dgm:t>
        <a:bodyPr/>
        <a:lstStyle/>
        <a:p>
          <a:endParaRPr lang="uk-UA"/>
        </a:p>
      </dgm:t>
    </dgm:pt>
    <dgm:pt modelId="{B8256D47-E56C-4E1E-90FE-67A32B0063E3}" type="sibTrans" cxnId="{203A5934-1EC8-4D3D-A97A-10483CC089D4}">
      <dgm:prSet/>
      <dgm:spPr/>
      <dgm:t>
        <a:bodyPr/>
        <a:lstStyle/>
        <a:p>
          <a:endParaRPr lang="uk-UA"/>
        </a:p>
      </dgm:t>
    </dgm:pt>
    <dgm:pt modelId="{61129FD5-90D2-4EA6-A621-3527C0F26E58}">
      <dgm:prSet/>
      <dgm:spPr/>
      <dgm:t>
        <a:bodyPr/>
        <a:lstStyle/>
        <a:p>
          <a:r>
            <a:rPr lang="uk-UA" b="0" i="0" baseline="0"/>
            <a:t>культурно-просвітницькій сфері.</a:t>
          </a:r>
          <a:endParaRPr lang="uk-UA"/>
        </a:p>
      </dgm:t>
    </dgm:pt>
    <dgm:pt modelId="{E8BFBCCF-BEF8-43F9-83EB-DE12C1080F78}" type="parTrans" cxnId="{74AFB8A9-3164-47BE-981A-4AFDF6718C89}">
      <dgm:prSet/>
      <dgm:spPr/>
      <dgm:t>
        <a:bodyPr/>
        <a:lstStyle/>
        <a:p>
          <a:endParaRPr lang="uk-UA"/>
        </a:p>
      </dgm:t>
    </dgm:pt>
    <dgm:pt modelId="{2C9BF388-EC11-4F87-8383-620A8C87B54A}" type="sibTrans" cxnId="{74AFB8A9-3164-47BE-981A-4AFDF6718C89}">
      <dgm:prSet/>
      <dgm:spPr/>
      <dgm:t>
        <a:bodyPr/>
        <a:lstStyle/>
        <a:p>
          <a:endParaRPr lang="uk-UA"/>
        </a:p>
      </dgm:t>
    </dgm:pt>
    <dgm:pt modelId="{D0AD6232-85AD-401C-8E5A-CB85FBBCC008}" type="pres">
      <dgm:prSet presAssocID="{503801A9-B23B-4030-AE2A-7351ED202F0B}" presName="Name0" presStyleCnt="0">
        <dgm:presLayoutVars>
          <dgm:chMax val="7"/>
          <dgm:chPref val="7"/>
          <dgm:dir/>
        </dgm:presLayoutVars>
      </dgm:prSet>
      <dgm:spPr/>
    </dgm:pt>
    <dgm:pt modelId="{00C37148-5524-42CE-80B7-CA75A88514D9}" type="pres">
      <dgm:prSet presAssocID="{503801A9-B23B-4030-AE2A-7351ED202F0B}" presName="Name1" presStyleCnt="0"/>
      <dgm:spPr/>
    </dgm:pt>
    <dgm:pt modelId="{09E0B8D8-C3DA-4A66-A9CC-7F2ADA00D566}" type="pres">
      <dgm:prSet presAssocID="{503801A9-B23B-4030-AE2A-7351ED202F0B}" presName="cycle" presStyleCnt="0"/>
      <dgm:spPr/>
    </dgm:pt>
    <dgm:pt modelId="{40F99581-1FC7-486C-90DF-ECE190C553F8}" type="pres">
      <dgm:prSet presAssocID="{503801A9-B23B-4030-AE2A-7351ED202F0B}" presName="srcNode" presStyleLbl="node1" presStyleIdx="0" presStyleCnt="4"/>
      <dgm:spPr/>
    </dgm:pt>
    <dgm:pt modelId="{372D2877-1277-4DBE-951A-D9A594965DAD}" type="pres">
      <dgm:prSet presAssocID="{503801A9-B23B-4030-AE2A-7351ED202F0B}" presName="conn" presStyleLbl="parChTrans1D2" presStyleIdx="0" presStyleCnt="1"/>
      <dgm:spPr/>
    </dgm:pt>
    <dgm:pt modelId="{C80020EA-9840-441A-8B4A-F64A411652F5}" type="pres">
      <dgm:prSet presAssocID="{503801A9-B23B-4030-AE2A-7351ED202F0B}" presName="extraNode" presStyleLbl="node1" presStyleIdx="0" presStyleCnt="4"/>
      <dgm:spPr/>
    </dgm:pt>
    <dgm:pt modelId="{C19CC62C-E325-4196-8F99-B389F42D6500}" type="pres">
      <dgm:prSet presAssocID="{503801A9-B23B-4030-AE2A-7351ED202F0B}" presName="dstNode" presStyleLbl="node1" presStyleIdx="0" presStyleCnt="4"/>
      <dgm:spPr/>
    </dgm:pt>
    <dgm:pt modelId="{E7B3F61A-EBD7-4393-8D28-21C6D619BA53}" type="pres">
      <dgm:prSet presAssocID="{5FD459D5-0E51-444A-879A-FF60AD5A6D8E}" presName="text_1" presStyleLbl="node1" presStyleIdx="0" presStyleCnt="4">
        <dgm:presLayoutVars>
          <dgm:bulletEnabled val="1"/>
        </dgm:presLayoutVars>
      </dgm:prSet>
      <dgm:spPr/>
    </dgm:pt>
    <dgm:pt modelId="{8C0FACB1-B5F7-4F37-B0FA-82BC1AB3F9D9}" type="pres">
      <dgm:prSet presAssocID="{5FD459D5-0E51-444A-879A-FF60AD5A6D8E}" presName="accent_1" presStyleCnt="0"/>
      <dgm:spPr/>
    </dgm:pt>
    <dgm:pt modelId="{D5487B9A-73A6-4177-B702-EEA3EC3FAC9D}" type="pres">
      <dgm:prSet presAssocID="{5FD459D5-0E51-444A-879A-FF60AD5A6D8E}" presName="accentRepeatNode" presStyleLbl="solidFgAcc1" presStyleIdx="0" presStyleCnt="4"/>
      <dgm:spPr/>
    </dgm:pt>
    <dgm:pt modelId="{418A5905-F447-4481-900B-1977E8945739}" type="pres">
      <dgm:prSet presAssocID="{34D71838-A5C1-4CEC-82E3-CF85409CF8AA}" presName="text_2" presStyleLbl="node1" presStyleIdx="1" presStyleCnt="4">
        <dgm:presLayoutVars>
          <dgm:bulletEnabled val="1"/>
        </dgm:presLayoutVars>
      </dgm:prSet>
      <dgm:spPr/>
    </dgm:pt>
    <dgm:pt modelId="{46A52D29-E0DD-49E2-B786-465864A15FA5}" type="pres">
      <dgm:prSet presAssocID="{34D71838-A5C1-4CEC-82E3-CF85409CF8AA}" presName="accent_2" presStyleCnt="0"/>
      <dgm:spPr/>
    </dgm:pt>
    <dgm:pt modelId="{A96EC7C8-31AA-4D69-BD65-ECB416129F1C}" type="pres">
      <dgm:prSet presAssocID="{34D71838-A5C1-4CEC-82E3-CF85409CF8AA}" presName="accentRepeatNode" presStyleLbl="solidFgAcc1" presStyleIdx="1" presStyleCnt="4"/>
      <dgm:spPr/>
    </dgm:pt>
    <dgm:pt modelId="{D645E782-D431-4BF7-ABE9-E64449A90728}" type="pres">
      <dgm:prSet presAssocID="{D4084D6F-F5E9-47CF-B21B-A1273F0FA39C}" presName="text_3" presStyleLbl="node1" presStyleIdx="2" presStyleCnt="4">
        <dgm:presLayoutVars>
          <dgm:bulletEnabled val="1"/>
        </dgm:presLayoutVars>
      </dgm:prSet>
      <dgm:spPr/>
    </dgm:pt>
    <dgm:pt modelId="{A550243F-E160-49E4-B83A-7BE4779767C4}" type="pres">
      <dgm:prSet presAssocID="{D4084D6F-F5E9-47CF-B21B-A1273F0FA39C}" presName="accent_3" presStyleCnt="0"/>
      <dgm:spPr/>
    </dgm:pt>
    <dgm:pt modelId="{162646AB-0352-4733-820E-9A41ED609394}" type="pres">
      <dgm:prSet presAssocID="{D4084D6F-F5E9-47CF-B21B-A1273F0FA39C}" presName="accentRepeatNode" presStyleLbl="solidFgAcc1" presStyleIdx="2" presStyleCnt="4"/>
      <dgm:spPr/>
    </dgm:pt>
    <dgm:pt modelId="{A06CC962-6E87-4072-BEC7-CB80E21A5BFF}" type="pres">
      <dgm:prSet presAssocID="{61129FD5-90D2-4EA6-A621-3527C0F26E58}" presName="text_4" presStyleLbl="node1" presStyleIdx="3" presStyleCnt="4">
        <dgm:presLayoutVars>
          <dgm:bulletEnabled val="1"/>
        </dgm:presLayoutVars>
      </dgm:prSet>
      <dgm:spPr/>
    </dgm:pt>
    <dgm:pt modelId="{80E91A55-08DC-42FA-B9A5-5ABD136F0CA8}" type="pres">
      <dgm:prSet presAssocID="{61129FD5-90D2-4EA6-A621-3527C0F26E58}" presName="accent_4" presStyleCnt="0"/>
      <dgm:spPr/>
    </dgm:pt>
    <dgm:pt modelId="{3C31BE76-BA97-4B27-8BF4-AC73D7D1E442}" type="pres">
      <dgm:prSet presAssocID="{61129FD5-90D2-4EA6-A621-3527C0F26E58}" presName="accentRepeatNode" presStyleLbl="solidFgAcc1" presStyleIdx="3" presStyleCnt="4"/>
      <dgm:spPr/>
    </dgm:pt>
  </dgm:ptLst>
  <dgm:cxnLst>
    <dgm:cxn modelId="{A36D4F04-C494-40A5-868E-D2FA6808698B}" srcId="{503801A9-B23B-4030-AE2A-7351ED202F0B}" destId="{34D71838-A5C1-4CEC-82E3-CF85409CF8AA}" srcOrd="1" destOrd="0" parTransId="{83293325-A672-48A9-9DB7-6DFAD43420AC}" sibTransId="{B35AE385-B20C-45C0-A2CC-B8AE1F699586}"/>
    <dgm:cxn modelId="{77669E2C-891C-4537-A54D-41D6A5AB8F71}" type="presOf" srcId="{5FD459D5-0E51-444A-879A-FF60AD5A6D8E}" destId="{E7B3F61A-EBD7-4393-8D28-21C6D619BA53}" srcOrd="0" destOrd="0" presId="urn:microsoft.com/office/officeart/2008/layout/VerticalCurvedList"/>
    <dgm:cxn modelId="{203A5934-1EC8-4D3D-A97A-10483CC089D4}" srcId="{503801A9-B23B-4030-AE2A-7351ED202F0B}" destId="{D4084D6F-F5E9-47CF-B21B-A1273F0FA39C}" srcOrd="2" destOrd="0" parTransId="{11FF41E5-CD48-4DA7-A874-BA9702F86C91}" sibTransId="{B8256D47-E56C-4E1E-90FE-67A32B0063E3}"/>
    <dgm:cxn modelId="{B7F84865-73D3-4869-82E1-0548A544A430}" type="presOf" srcId="{61129FD5-90D2-4EA6-A621-3527C0F26E58}" destId="{A06CC962-6E87-4072-BEC7-CB80E21A5BFF}" srcOrd="0" destOrd="0" presId="urn:microsoft.com/office/officeart/2008/layout/VerticalCurvedList"/>
    <dgm:cxn modelId="{17FC5389-A1DF-4238-A566-238DC6375C72}" type="presOf" srcId="{F3336187-A64E-4EEA-8426-4BA5E7D7AE88}" destId="{372D2877-1277-4DBE-951A-D9A594965DAD}" srcOrd="0" destOrd="0" presId="urn:microsoft.com/office/officeart/2008/layout/VerticalCurvedList"/>
    <dgm:cxn modelId="{74AFB8A9-3164-47BE-981A-4AFDF6718C89}" srcId="{503801A9-B23B-4030-AE2A-7351ED202F0B}" destId="{61129FD5-90D2-4EA6-A621-3527C0F26E58}" srcOrd="3" destOrd="0" parTransId="{E8BFBCCF-BEF8-43F9-83EB-DE12C1080F78}" sibTransId="{2C9BF388-EC11-4F87-8383-620A8C87B54A}"/>
    <dgm:cxn modelId="{FB1577C7-7A5B-4547-A228-55E5D87F440F}" type="presOf" srcId="{503801A9-B23B-4030-AE2A-7351ED202F0B}" destId="{D0AD6232-85AD-401C-8E5A-CB85FBBCC008}" srcOrd="0" destOrd="0" presId="urn:microsoft.com/office/officeart/2008/layout/VerticalCurvedList"/>
    <dgm:cxn modelId="{6DD615DF-1741-4238-8B06-EA983CE9246D}" type="presOf" srcId="{34D71838-A5C1-4CEC-82E3-CF85409CF8AA}" destId="{418A5905-F447-4481-900B-1977E8945739}" srcOrd="0" destOrd="0" presId="urn:microsoft.com/office/officeart/2008/layout/VerticalCurvedList"/>
    <dgm:cxn modelId="{9004A7EE-2F04-4513-A757-C4C0196FF91E}" srcId="{503801A9-B23B-4030-AE2A-7351ED202F0B}" destId="{5FD459D5-0E51-444A-879A-FF60AD5A6D8E}" srcOrd="0" destOrd="0" parTransId="{10254D7B-4205-419C-8C1B-E09ECAB9FF08}" sibTransId="{F3336187-A64E-4EEA-8426-4BA5E7D7AE88}"/>
    <dgm:cxn modelId="{9B6FBEFD-F5FB-48C4-A6FF-3FD8CC91F0FE}" type="presOf" srcId="{D4084D6F-F5E9-47CF-B21B-A1273F0FA39C}" destId="{D645E782-D431-4BF7-ABE9-E64449A90728}" srcOrd="0" destOrd="0" presId="urn:microsoft.com/office/officeart/2008/layout/VerticalCurvedList"/>
    <dgm:cxn modelId="{CD47A518-ED82-4D76-8E2A-2D5ADC2D1448}" type="presParOf" srcId="{D0AD6232-85AD-401C-8E5A-CB85FBBCC008}" destId="{00C37148-5524-42CE-80B7-CA75A88514D9}" srcOrd="0" destOrd="0" presId="urn:microsoft.com/office/officeart/2008/layout/VerticalCurvedList"/>
    <dgm:cxn modelId="{C1246F29-A78D-48DD-962E-174EA3815152}" type="presParOf" srcId="{00C37148-5524-42CE-80B7-CA75A88514D9}" destId="{09E0B8D8-C3DA-4A66-A9CC-7F2ADA00D566}" srcOrd="0" destOrd="0" presId="urn:microsoft.com/office/officeart/2008/layout/VerticalCurvedList"/>
    <dgm:cxn modelId="{7EB7462B-49A6-4C29-A648-14D34618C8A0}" type="presParOf" srcId="{09E0B8D8-C3DA-4A66-A9CC-7F2ADA00D566}" destId="{40F99581-1FC7-486C-90DF-ECE190C553F8}" srcOrd="0" destOrd="0" presId="urn:microsoft.com/office/officeart/2008/layout/VerticalCurvedList"/>
    <dgm:cxn modelId="{F79AC26B-32E5-4942-909C-9605476C2277}" type="presParOf" srcId="{09E0B8D8-C3DA-4A66-A9CC-7F2ADA00D566}" destId="{372D2877-1277-4DBE-951A-D9A594965DAD}" srcOrd="1" destOrd="0" presId="urn:microsoft.com/office/officeart/2008/layout/VerticalCurvedList"/>
    <dgm:cxn modelId="{BCD8AAF9-0E82-4553-8C24-12350A9A7DE3}" type="presParOf" srcId="{09E0B8D8-C3DA-4A66-A9CC-7F2ADA00D566}" destId="{C80020EA-9840-441A-8B4A-F64A411652F5}" srcOrd="2" destOrd="0" presId="urn:microsoft.com/office/officeart/2008/layout/VerticalCurvedList"/>
    <dgm:cxn modelId="{E00D912F-5D8A-4FF9-98F0-6043A1F3E10C}" type="presParOf" srcId="{09E0B8D8-C3DA-4A66-A9CC-7F2ADA00D566}" destId="{C19CC62C-E325-4196-8F99-B389F42D6500}" srcOrd="3" destOrd="0" presId="urn:microsoft.com/office/officeart/2008/layout/VerticalCurvedList"/>
    <dgm:cxn modelId="{A0F3ED34-B85D-4AB5-9D0C-84574A878385}" type="presParOf" srcId="{00C37148-5524-42CE-80B7-CA75A88514D9}" destId="{E7B3F61A-EBD7-4393-8D28-21C6D619BA53}" srcOrd="1" destOrd="0" presId="urn:microsoft.com/office/officeart/2008/layout/VerticalCurvedList"/>
    <dgm:cxn modelId="{C5D8523C-D4FB-47C5-BE94-9D62EA2C635D}" type="presParOf" srcId="{00C37148-5524-42CE-80B7-CA75A88514D9}" destId="{8C0FACB1-B5F7-4F37-B0FA-82BC1AB3F9D9}" srcOrd="2" destOrd="0" presId="urn:microsoft.com/office/officeart/2008/layout/VerticalCurvedList"/>
    <dgm:cxn modelId="{9617ADD2-C06F-4120-8AB3-059AFA931C6C}" type="presParOf" srcId="{8C0FACB1-B5F7-4F37-B0FA-82BC1AB3F9D9}" destId="{D5487B9A-73A6-4177-B702-EEA3EC3FAC9D}" srcOrd="0" destOrd="0" presId="urn:microsoft.com/office/officeart/2008/layout/VerticalCurvedList"/>
    <dgm:cxn modelId="{F8F4873B-2AA0-440E-BD04-BAFB1D0748BE}" type="presParOf" srcId="{00C37148-5524-42CE-80B7-CA75A88514D9}" destId="{418A5905-F447-4481-900B-1977E8945739}" srcOrd="3" destOrd="0" presId="urn:microsoft.com/office/officeart/2008/layout/VerticalCurvedList"/>
    <dgm:cxn modelId="{D92CC7E1-A26F-4F37-B260-698D5323A418}" type="presParOf" srcId="{00C37148-5524-42CE-80B7-CA75A88514D9}" destId="{46A52D29-E0DD-49E2-B786-465864A15FA5}" srcOrd="4" destOrd="0" presId="urn:microsoft.com/office/officeart/2008/layout/VerticalCurvedList"/>
    <dgm:cxn modelId="{56AE14C4-8CAE-4663-B8AE-666276645338}" type="presParOf" srcId="{46A52D29-E0DD-49E2-B786-465864A15FA5}" destId="{A96EC7C8-31AA-4D69-BD65-ECB416129F1C}" srcOrd="0" destOrd="0" presId="urn:microsoft.com/office/officeart/2008/layout/VerticalCurvedList"/>
    <dgm:cxn modelId="{9651A57B-7C44-4950-8C96-3EC7DC67AB90}" type="presParOf" srcId="{00C37148-5524-42CE-80B7-CA75A88514D9}" destId="{D645E782-D431-4BF7-ABE9-E64449A90728}" srcOrd="5" destOrd="0" presId="urn:microsoft.com/office/officeart/2008/layout/VerticalCurvedList"/>
    <dgm:cxn modelId="{05D37C33-B4CA-41DB-877D-CD7AD2B0FD3C}" type="presParOf" srcId="{00C37148-5524-42CE-80B7-CA75A88514D9}" destId="{A550243F-E160-49E4-B83A-7BE4779767C4}" srcOrd="6" destOrd="0" presId="urn:microsoft.com/office/officeart/2008/layout/VerticalCurvedList"/>
    <dgm:cxn modelId="{DC80355B-1574-41BF-842E-D1B188869D8B}" type="presParOf" srcId="{A550243F-E160-49E4-B83A-7BE4779767C4}" destId="{162646AB-0352-4733-820E-9A41ED609394}" srcOrd="0" destOrd="0" presId="urn:microsoft.com/office/officeart/2008/layout/VerticalCurvedList"/>
    <dgm:cxn modelId="{70268D18-ACD6-49C4-94DB-4A869EEB2F50}" type="presParOf" srcId="{00C37148-5524-42CE-80B7-CA75A88514D9}" destId="{A06CC962-6E87-4072-BEC7-CB80E21A5BFF}" srcOrd="7" destOrd="0" presId="urn:microsoft.com/office/officeart/2008/layout/VerticalCurvedList"/>
    <dgm:cxn modelId="{8B199A54-3AF0-429F-B054-11D910FCC40D}" type="presParOf" srcId="{00C37148-5524-42CE-80B7-CA75A88514D9}" destId="{80E91A55-08DC-42FA-B9A5-5ABD136F0CA8}" srcOrd="8" destOrd="0" presId="urn:microsoft.com/office/officeart/2008/layout/VerticalCurvedList"/>
    <dgm:cxn modelId="{51C72F38-2329-458F-ACC4-EC7F0D44430A}" type="presParOf" srcId="{80E91A55-08DC-42FA-B9A5-5ABD136F0CA8}" destId="{3C31BE76-BA97-4B27-8BF4-AC73D7D1E44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CAE22AA-F8E6-40B8-A55D-A12ED14AD545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7A1F9E-049D-4808-A8F3-562A079C1A32}">
      <dgm:prSet/>
      <dgm:spPr/>
      <dgm:t>
        <a:bodyPr/>
        <a:lstStyle/>
        <a:p>
          <a:r>
            <a:rPr lang="ru-RU" b="0" i="0" baseline="0"/>
            <a:t>І. Мазепу.</a:t>
          </a:r>
          <a:endParaRPr lang="uk-UA"/>
        </a:p>
      </dgm:t>
    </dgm:pt>
    <dgm:pt modelId="{8B2195CD-6E5D-4AE4-A8CB-E31C948610D3}" type="parTrans" cxnId="{3BBD37BA-D0D6-4C08-A6A8-86061C477816}">
      <dgm:prSet/>
      <dgm:spPr/>
      <dgm:t>
        <a:bodyPr/>
        <a:lstStyle/>
        <a:p>
          <a:endParaRPr lang="uk-UA"/>
        </a:p>
      </dgm:t>
    </dgm:pt>
    <dgm:pt modelId="{2D3F3F57-F08B-4395-8AE8-05DC9329594A}" type="sibTrans" cxnId="{3BBD37BA-D0D6-4C08-A6A8-86061C477816}">
      <dgm:prSet/>
      <dgm:spPr/>
      <dgm:t>
        <a:bodyPr/>
        <a:lstStyle/>
        <a:p>
          <a:endParaRPr lang="uk-UA"/>
        </a:p>
      </dgm:t>
    </dgm:pt>
    <dgm:pt modelId="{DB8E8BE3-4935-4B11-8BB3-DD81371F06A7}">
      <dgm:prSet/>
      <dgm:spPr/>
      <dgm:t>
        <a:bodyPr/>
        <a:lstStyle/>
        <a:p>
          <a:r>
            <a:rPr lang="ru-RU" b="0" i="0" baseline="0"/>
            <a:t>І. Самойловича.</a:t>
          </a:r>
          <a:endParaRPr lang="uk-UA"/>
        </a:p>
      </dgm:t>
    </dgm:pt>
    <dgm:pt modelId="{8AD58EF7-D155-420A-989D-8229C40907A3}" type="parTrans" cxnId="{0092D907-1E2E-4D23-B8B6-86259F4915B5}">
      <dgm:prSet/>
      <dgm:spPr/>
      <dgm:t>
        <a:bodyPr/>
        <a:lstStyle/>
        <a:p>
          <a:endParaRPr lang="uk-UA"/>
        </a:p>
      </dgm:t>
    </dgm:pt>
    <dgm:pt modelId="{4810B23E-153C-4F08-AEFA-76CCE6BCC9F2}" type="sibTrans" cxnId="{0092D907-1E2E-4D23-B8B6-86259F4915B5}">
      <dgm:prSet/>
      <dgm:spPr/>
      <dgm:t>
        <a:bodyPr/>
        <a:lstStyle/>
        <a:p>
          <a:endParaRPr lang="uk-UA"/>
        </a:p>
      </dgm:t>
    </dgm:pt>
    <dgm:pt modelId="{EF5DA295-034F-426C-887E-E2E648B22802}">
      <dgm:prSet/>
      <dgm:spPr/>
      <dgm:t>
        <a:bodyPr/>
        <a:lstStyle/>
        <a:p>
          <a:r>
            <a:rPr lang="ru-RU" b="0" i="0" baseline="0"/>
            <a:t>І. Брюховецького.</a:t>
          </a:r>
          <a:endParaRPr lang="uk-UA"/>
        </a:p>
      </dgm:t>
    </dgm:pt>
    <dgm:pt modelId="{2E3E2003-36B6-4A6E-93EA-A0ADB2CE19CD}" type="parTrans" cxnId="{C5AE1BD8-3B0A-434B-93FE-C061C20BAFEE}">
      <dgm:prSet/>
      <dgm:spPr/>
      <dgm:t>
        <a:bodyPr/>
        <a:lstStyle/>
        <a:p>
          <a:endParaRPr lang="uk-UA"/>
        </a:p>
      </dgm:t>
    </dgm:pt>
    <dgm:pt modelId="{54358CCB-4075-4797-85B7-5F7CC0A78662}" type="sibTrans" cxnId="{C5AE1BD8-3B0A-434B-93FE-C061C20BAFEE}">
      <dgm:prSet/>
      <dgm:spPr/>
      <dgm:t>
        <a:bodyPr/>
        <a:lstStyle/>
        <a:p>
          <a:endParaRPr lang="uk-UA"/>
        </a:p>
      </dgm:t>
    </dgm:pt>
    <dgm:pt modelId="{3FA0F60E-263D-4CBB-A1AB-89DE2D9B6C53}">
      <dgm:prSet/>
      <dgm:spPr/>
      <dgm:t>
        <a:bodyPr/>
        <a:lstStyle/>
        <a:p>
          <a:r>
            <a:rPr lang="ru-RU" b="0" i="0" baseline="0"/>
            <a:t>Ю.Хмельницького.</a:t>
          </a:r>
          <a:endParaRPr lang="uk-UA"/>
        </a:p>
      </dgm:t>
    </dgm:pt>
    <dgm:pt modelId="{5E588532-C314-4D07-8A48-D78CF196F268}" type="parTrans" cxnId="{D58A455B-7425-409E-98A7-FB12E605EF78}">
      <dgm:prSet/>
      <dgm:spPr/>
      <dgm:t>
        <a:bodyPr/>
        <a:lstStyle/>
        <a:p>
          <a:endParaRPr lang="uk-UA"/>
        </a:p>
      </dgm:t>
    </dgm:pt>
    <dgm:pt modelId="{BB1D6265-80B2-482C-8243-B5BC566AB020}" type="sibTrans" cxnId="{D58A455B-7425-409E-98A7-FB12E605EF78}">
      <dgm:prSet/>
      <dgm:spPr/>
      <dgm:t>
        <a:bodyPr/>
        <a:lstStyle/>
        <a:p>
          <a:endParaRPr lang="uk-UA"/>
        </a:p>
      </dgm:t>
    </dgm:pt>
    <dgm:pt modelId="{551AC341-3785-4817-A4C7-941A4C1D0946}" type="pres">
      <dgm:prSet presAssocID="{0CAE22AA-F8E6-40B8-A55D-A12ED14AD545}" presName="compositeShape" presStyleCnt="0">
        <dgm:presLayoutVars>
          <dgm:dir/>
          <dgm:resizeHandles/>
        </dgm:presLayoutVars>
      </dgm:prSet>
      <dgm:spPr/>
    </dgm:pt>
    <dgm:pt modelId="{417987A5-178B-49F0-879A-0844016F3B12}" type="pres">
      <dgm:prSet presAssocID="{0CAE22AA-F8E6-40B8-A55D-A12ED14AD545}" presName="pyramid" presStyleLbl="node1" presStyleIdx="0" presStyleCnt="1"/>
      <dgm:spPr/>
    </dgm:pt>
    <dgm:pt modelId="{E9434350-9397-4EAA-98D1-DF2C5A5573D6}" type="pres">
      <dgm:prSet presAssocID="{0CAE22AA-F8E6-40B8-A55D-A12ED14AD545}" presName="theList" presStyleCnt="0"/>
      <dgm:spPr/>
    </dgm:pt>
    <dgm:pt modelId="{4E235FC8-489D-4AD8-877F-CCE7D4ACBB0C}" type="pres">
      <dgm:prSet presAssocID="{E37A1F9E-049D-4808-A8F3-562A079C1A32}" presName="aNode" presStyleLbl="fgAcc1" presStyleIdx="0" presStyleCnt="4">
        <dgm:presLayoutVars>
          <dgm:bulletEnabled val="1"/>
        </dgm:presLayoutVars>
      </dgm:prSet>
      <dgm:spPr/>
    </dgm:pt>
    <dgm:pt modelId="{2A8AF01B-02DF-4A0E-9DB5-BE3E2C1CF30B}" type="pres">
      <dgm:prSet presAssocID="{E37A1F9E-049D-4808-A8F3-562A079C1A32}" presName="aSpace" presStyleCnt="0"/>
      <dgm:spPr/>
    </dgm:pt>
    <dgm:pt modelId="{E26749AF-8D27-4E31-84B9-8CD6DAC6E499}" type="pres">
      <dgm:prSet presAssocID="{DB8E8BE3-4935-4B11-8BB3-DD81371F06A7}" presName="aNode" presStyleLbl="fgAcc1" presStyleIdx="1" presStyleCnt="4">
        <dgm:presLayoutVars>
          <dgm:bulletEnabled val="1"/>
        </dgm:presLayoutVars>
      </dgm:prSet>
      <dgm:spPr/>
    </dgm:pt>
    <dgm:pt modelId="{13D97779-2E08-4268-9963-F8E4EB7F8EA6}" type="pres">
      <dgm:prSet presAssocID="{DB8E8BE3-4935-4B11-8BB3-DD81371F06A7}" presName="aSpace" presStyleCnt="0"/>
      <dgm:spPr/>
    </dgm:pt>
    <dgm:pt modelId="{51831868-648A-4783-B9E1-BBE1FAFD35D6}" type="pres">
      <dgm:prSet presAssocID="{EF5DA295-034F-426C-887E-E2E648B22802}" presName="aNode" presStyleLbl="fgAcc1" presStyleIdx="2" presStyleCnt="4">
        <dgm:presLayoutVars>
          <dgm:bulletEnabled val="1"/>
        </dgm:presLayoutVars>
      </dgm:prSet>
      <dgm:spPr/>
    </dgm:pt>
    <dgm:pt modelId="{D7232C5C-3E9D-45C1-88AC-82463F44B183}" type="pres">
      <dgm:prSet presAssocID="{EF5DA295-034F-426C-887E-E2E648B22802}" presName="aSpace" presStyleCnt="0"/>
      <dgm:spPr/>
    </dgm:pt>
    <dgm:pt modelId="{3C0D9986-C5FF-46A2-812F-8363560EE9B4}" type="pres">
      <dgm:prSet presAssocID="{3FA0F60E-263D-4CBB-A1AB-89DE2D9B6C53}" presName="aNode" presStyleLbl="fgAcc1" presStyleIdx="3" presStyleCnt="4">
        <dgm:presLayoutVars>
          <dgm:bulletEnabled val="1"/>
        </dgm:presLayoutVars>
      </dgm:prSet>
      <dgm:spPr/>
    </dgm:pt>
    <dgm:pt modelId="{7AA4FBC5-C8AD-4333-AA0A-177A9406B577}" type="pres">
      <dgm:prSet presAssocID="{3FA0F60E-263D-4CBB-A1AB-89DE2D9B6C53}" presName="aSpace" presStyleCnt="0"/>
      <dgm:spPr/>
    </dgm:pt>
  </dgm:ptLst>
  <dgm:cxnLst>
    <dgm:cxn modelId="{0092D907-1E2E-4D23-B8B6-86259F4915B5}" srcId="{0CAE22AA-F8E6-40B8-A55D-A12ED14AD545}" destId="{DB8E8BE3-4935-4B11-8BB3-DD81371F06A7}" srcOrd="1" destOrd="0" parTransId="{8AD58EF7-D155-420A-989D-8229C40907A3}" sibTransId="{4810B23E-153C-4F08-AEFA-76CCE6BCC9F2}"/>
    <dgm:cxn modelId="{D58A455B-7425-409E-98A7-FB12E605EF78}" srcId="{0CAE22AA-F8E6-40B8-A55D-A12ED14AD545}" destId="{3FA0F60E-263D-4CBB-A1AB-89DE2D9B6C53}" srcOrd="3" destOrd="0" parTransId="{5E588532-C314-4D07-8A48-D78CF196F268}" sibTransId="{BB1D6265-80B2-482C-8243-B5BC566AB020}"/>
    <dgm:cxn modelId="{A8D5F76B-7632-493D-92A6-079C750F6EF5}" type="presOf" srcId="{DB8E8BE3-4935-4B11-8BB3-DD81371F06A7}" destId="{E26749AF-8D27-4E31-84B9-8CD6DAC6E499}" srcOrd="0" destOrd="0" presId="urn:microsoft.com/office/officeart/2005/8/layout/pyramid2"/>
    <dgm:cxn modelId="{D7876994-E335-4599-B5B3-0F317D7816D8}" type="presOf" srcId="{3FA0F60E-263D-4CBB-A1AB-89DE2D9B6C53}" destId="{3C0D9986-C5FF-46A2-812F-8363560EE9B4}" srcOrd="0" destOrd="0" presId="urn:microsoft.com/office/officeart/2005/8/layout/pyramid2"/>
    <dgm:cxn modelId="{A3DC5AB0-92E8-42DE-8969-7E4FACE46700}" type="presOf" srcId="{E37A1F9E-049D-4808-A8F3-562A079C1A32}" destId="{4E235FC8-489D-4AD8-877F-CCE7D4ACBB0C}" srcOrd="0" destOrd="0" presId="urn:microsoft.com/office/officeart/2005/8/layout/pyramid2"/>
    <dgm:cxn modelId="{3BBD37BA-D0D6-4C08-A6A8-86061C477816}" srcId="{0CAE22AA-F8E6-40B8-A55D-A12ED14AD545}" destId="{E37A1F9E-049D-4808-A8F3-562A079C1A32}" srcOrd="0" destOrd="0" parTransId="{8B2195CD-6E5D-4AE4-A8CB-E31C948610D3}" sibTransId="{2D3F3F57-F08B-4395-8AE8-05DC9329594A}"/>
    <dgm:cxn modelId="{BBD5F0D2-14D3-491D-AF06-82D31472F8AB}" type="presOf" srcId="{0CAE22AA-F8E6-40B8-A55D-A12ED14AD545}" destId="{551AC341-3785-4817-A4C7-941A4C1D0946}" srcOrd="0" destOrd="0" presId="urn:microsoft.com/office/officeart/2005/8/layout/pyramid2"/>
    <dgm:cxn modelId="{C5AE1BD8-3B0A-434B-93FE-C061C20BAFEE}" srcId="{0CAE22AA-F8E6-40B8-A55D-A12ED14AD545}" destId="{EF5DA295-034F-426C-887E-E2E648B22802}" srcOrd="2" destOrd="0" parTransId="{2E3E2003-36B6-4A6E-93EA-A0ADB2CE19CD}" sibTransId="{54358CCB-4075-4797-85B7-5F7CC0A78662}"/>
    <dgm:cxn modelId="{3ACAEFF2-F638-4733-B1B2-B85A04AB2F0E}" type="presOf" srcId="{EF5DA295-034F-426C-887E-E2E648B22802}" destId="{51831868-648A-4783-B9E1-BBE1FAFD35D6}" srcOrd="0" destOrd="0" presId="urn:microsoft.com/office/officeart/2005/8/layout/pyramid2"/>
    <dgm:cxn modelId="{97EC6FD5-6FCC-4AAA-8B89-3DDB2082FEC1}" type="presParOf" srcId="{551AC341-3785-4817-A4C7-941A4C1D0946}" destId="{417987A5-178B-49F0-879A-0844016F3B12}" srcOrd="0" destOrd="0" presId="urn:microsoft.com/office/officeart/2005/8/layout/pyramid2"/>
    <dgm:cxn modelId="{71AA15BB-003B-406B-B477-A8F33F52EC7F}" type="presParOf" srcId="{551AC341-3785-4817-A4C7-941A4C1D0946}" destId="{E9434350-9397-4EAA-98D1-DF2C5A5573D6}" srcOrd="1" destOrd="0" presId="urn:microsoft.com/office/officeart/2005/8/layout/pyramid2"/>
    <dgm:cxn modelId="{B10BC043-06D3-4390-8ED9-F83B3CFDBD11}" type="presParOf" srcId="{E9434350-9397-4EAA-98D1-DF2C5A5573D6}" destId="{4E235FC8-489D-4AD8-877F-CCE7D4ACBB0C}" srcOrd="0" destOrd="0" presId="urn:microsoft.com/office/officeart/2005/8/layout/pyramid2"/>
    <dgm:cxn modelId="{90110E33-9491-4885-9FB1-19125263984A}" type="presParOf" srcId="{E9434350-9397-4EAA-98D1-DF2C5A5573D6}" destId="{2A8AF01B-02DF-4A0E-9DB5-BE3E2C1CF30B}" srcOrd="1" destOrd="0" presId="urn:microsoft.com/office/officeart/2005/8/layout/pyramid2"/>
    <dgm:cxn modelId="{6A1F08C6-2570-48F1-88B4-A7C50232AD61}" type="presParOf" srcId="{E9434350-9397-4EAA-98D1-DF2C5A5573D6}" destId="{E26749AF-8D27-4E31-84B9-8CD6DAC6E499}" srcOrd="2" destOrd="0" presId="urn:microsoft.com/office/officeart/2005/8/layout/pyramid2"/>
    <dgm:cxn modelId="{BD0B7BD9-C647-4520-9F54-070C92F8ABA6}" type="presParOf" srcId="{E9434350-9397-4EAA-98D1-DF2C5A5573D6}" destId="{13D97779-2E08-4268-9963-F8E4EB7F8EA6}" srcOrd="3" destOrd="0" presId="urn:microsoft.com/office/officeart/2005/8/layout/pyramid2"/>
    <dgm:cxn modelId="{F3613A28-A717-4756-B5B5-191905CA244D}" type="presParOf" srcId="{E9434350-9397-4EAA-98D1-DF2C5A5573D6}" destId="{51831868-648A-4783-B9E1-BBE1FAFD35D6}" srcOrd="4" destOrd="0" presId="urn:microsoft.com/office/officeart/2005/8/layout/pyramid2"/>
    <dgm:cxn modelId="{817C7318-42CA-42C3-BC11-C4ABCE24C0CF}" type="presParOf" srcId="{E9434350-9397-4EAA-98D1-DF2C5A5573D6}" destId="{D7232C5C-3E9D-45C1-88AC-82463F44B183}" srcOrd="5" destOrd="0" presId="urn:microsoft.com/office/officeart/2005/8/layout/pyramid2"/>
    <dgm:cxn modelId="{FE7479BA-0377-4590-B845-2A831BD149A4}" type="presParOf" srcId="{E9434350-9397-4EAA-98D1-DF2C5A5573D6}" destId="{3C0D9986-C5FF-46A2-812F-8363560EE9B4}" srcOrd="6" destOrd="0" presId="urn:microsoft.com/office/officeart/2005/8/layout/pyramid2"/>
    <dgm:cxn modelId="{BB9AECAC-D6AD-4D0B-8846-A788FD8993B0}" type="presParOf" srcId="{E9434350-9397-4EAA-98D1-DF2C5A5573D6}" destId="{7AA4FBC5-C8AD-4333-AA0A-177A9406B577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3DC2FC7-D141-481B-A7FB-2E92449C89C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4A2C86-F5D3-4333-BEB2-0592C716387B}">
      <dgm:prSet/>
      <dgm:spPr/>
      <dgm:t>
        <a:bodyPr/>
        <a:lstStyle/>
        <a:p>
          <a:r>
            <a:rPr lang="ru-RU" b="0" i="0" baseline="0"/>
            <a:t>П. Тетері</a:t>
          </a:r>
          <a:endParaRPr lang="uk-UA"/>
        </a:p>
      </dgm:t>
    </dgm:pt>
    <dgm:pt modelId="{B6B334B9-7C0C-4ECC-B82D-AEC5CF2A8956}" type="parTrans" cxnId="{CFDA3436-AAFA-4287-B22C-87B2A1A823BF}">
      <dgm:prSet/>
      <dgm:spPr/>
      <dgm:t>
        <a:bodyPr/>
        <a:lstStyle/>
        <a:p>
          <a:endParaRPr lang="uk-UA"/>
        </a:p>
      </dgm:t>
    </dgm:pt>
    <dgm:pt modelId="{358AA5B6-848B-4AB2-AD09-B21B1B1820BE}" type="sibTrans" cxnId="{CFDA3436-AAFA-4287-B22C-87B2A1A823BF}">
      <dgm:prSet/>
      <dgm:spPr/>
      <dgm:t>
        <a:bodyPr/>
        <a:lstStyle/>
        <a:p>
          <a:endParaRPr lang="uk-UA"/>
        </a:p>
      </dgm:t>
    </dgm:pt>
    <dgm:pt modelId="{D03CF75B-2F01-4F2F-A232-40E4D9B81E0A}">
      <dgm:prSet/>
      <dgm:spPr/>
      <dgm:t>
        <a:bodyPr/>
        <a:lstStyle/>
        <a:p>
          <a:r>
            <a:rPr lang="ru-RU" b="0" i="0" baseline="0"/>
            <a:t>І. Самойловича</a:t>
          </a:r>
          <a:endParaRPr lang="uk-UA"/>
        </a:p>
      </dgm:t>
    </dgm:pt>
    <dgm:pt modelId="{2FD813E9-CA9D-4CAA-9D5D-0576A973A86C}" type="parTrans" cxnId="{D8D00040-6194-479E-8587-D5F3662D8037}">
      <dgm:prSet/>
      <dgm:spPr/>
      <dgm:t>
        <a:bodyPr/>
        <a:lstStyle/>
        <a:p>
          <a:endParaRPr lang="uk-UA"/>
        </a:p>
      </dgm:t>
    </dgm:pt>
    <dgm:pt modelId="{9A526520-DEB3-47C3-89CD-6BA884CE06EB}" type="sibTrans" cxnId="{D8D00040-6194-479E-8587-D5F3662D8037}">
      <dgm:prSet/>
      <dgm:spPr/>
      <dgm:t>
        <a:bodyPr/>
        <a:lstStyle/>
        <a:p>
          <a:endParaRPr lang="uk-UA"/>
        </a:p>
      </dgm:t>
    </dgm:pt>
    <dgm:pt modelId="{5B84E7FF-CB8D-4C40-B333-6DFB6EEE7C4F}">
      <dgm:prSet/>
      <dgm:spPr/>
      <dgm:t>
        <a:bodyPr/>
        <a:lstStyle/>
        <a:p>
          <a:r>
            <a:rPr lang="ru-RU" b="0" i="0" baseline="0"/>
            <a:t>Ю. Хмельницького</a:t>
          </a:r>
          <a:endParaRPr lang="uk-UA"/>
        </a:p>
      </dgm:t>
    </dgm:pt>
    <dgm:pt modelId="{463FE5CE-608C-4832-91AB-A6EA00D9E2C9}" type="parTrans" cxnId="{9DD54FFE-E8BF-4739-9C63-92D584713763}">
      <dgm:prSet/>
      <dgm:spPr/>
      <dgm:t>
        <a:bodyPr/>
        <a:lstStyle/>
        <a:p>
          <a:endParaRPr lang="uk-UA"/>
        </a:p>
      </dgm:t>
    </dgm:pt>
    <dgm:pt modelId="{F1D79547-A043-4CB9-9EFB-5C7946192AE1}" type="sibTrans" cxnId="{9DD54FFE-E8BF-4739-9C63-92D584713763}">
      <dgm:prSet/>
      <dgm:spPr/>
      <dgm:t>
        <a:bodyPr/>
        <a:lstStyle/>
        <a:p>
          <a:endParaRPr lang="uk-UA"/>
        </a:p>
      </dgm:t>
    </dgm:pt>
    <dgm:pt modelId="{E94409E1-044E-4FC6-82FC-7A742C215445}">
      <dgm:prSet/>
      <dgm:spPr/>
      <dgm:t>
        <a:bodyPr/>
        <a:lstStyle/>
        <a:p>
          <a:r>
            <a:rPr lang="ru-RU" b="0" i="0" baseline="0"/>
            <a:t>І. Мазепи</a:t>
          </a:r>
          <a:endParaRPr lang="uk-UA"/>
        </a:p>
      </dgm:t>
    </dgm:pt>
    <dgm:pt modelId="{961C13C8-7C98-474A-993E-B5C2399B2C26}" type="parTrans" cxnId="{B29C4453-5971-47BC-BC12-ACF20646D1D7}">
      <dgm:prSet/>
      <dgm:spPr/>
      <dgm:t>
        <a:bodyPr/>
        <a:lstStyle/>
        <a:p>
          <a:endParaRPr lang="uk-UA"/>
        </a:p>
      </dgm:t>
    </dgm:pt>
    <dgm:pt modelId="{95A9F172-2BE7-4BDC-A333-CDDD00A7A17E}" type="sibTrans" cxnId="{B29C4453-5971-47BC-BC12-ACF20646D1D7}">
      <dgm:prSet/>
      <dgm:spPr/>
      <dgm:t>
        <a:bodyPr/>
        <a:lstStyle/>
        <a:p>
          <a:endParaRPr lang="uk-UA"/>
        </a:p>
      </dgm:t>
    </dgm:pt>
    <dgm:pt modelId="{CA7C5501-E5B7-40FC-AA2F-7D8CDFB268F1}" type="pres">
      <dgm:prSet presAssocID="{13DC2FC7-D141-481B-A7FB-2E92449C89C7}" presName="Name0" presStyleCnt="0">
        <dgm:presLayoutVars>
          <dgm:chMax val="7"/>
          <dgm:chPref val="7"/>
          <dgm:dir/>
        </dgm:presLayoutVars>
      </dgm:prSet>
      <dgm:spPr/>
    </dgm:pt>
    <dgm:pt modelId="{F8158728-1FD7-4903-AB41-081628675734}" type="pres">
      <dgm:prSet presAssocID="{13DC2FC7-D141-481B-A7FB-2E92449C89C7}" presName="Name1" presStyleCnt="0"/>
      <dgm:spPr/>
    </dgm:pt>
    <dgm:pt modelId="{BEB346EE-EF6F-46F9-9B97-46862C216240}" type="pres">
      <dgm:prSet presAssocID="{13DC2FC7-D141-481B-A7FB-2E92449C89C7}" presName="cycle" presStyleCnt="0"/>
      <dgm:spPr/>
    </dgm:pt>
    <dgm:pt modelId="{C65752FE-68F5-4A21-B1D2-AE45816EA988}" type="pres">
      <dgm:prSet presAssocID="{13DC2FC7-D141-481B-A7FB-2E92449C89C7}" presName="srcNode" presStyleLbl="node1" presStyleIdx="0" presStyleCnt="4"/>
      <dgm:spPr/>
    </dgm:pt>
    <dgm:pt modelId="{239BA28D-8B95-40CB-BFF4-80CD120599E3}" type="pres">
      <dgm:prSet presAssocID="{13DC2FC7-D141-481B-A7FB-2E92449C89C7}" presName="conn" presStyleLbl="parChTrans1D2" presStyleIdx="0" presStyleCnt="1"/>
      <dgm:spPr/>
    </dgm:pt>
    <dgm:pt modelId="{68019295-B92E-438D-979A-7F40A4C7145C}" type="pres">
      <dgm:prSet presAssocID="{13DC2FC7-D141-481B-A7FB-2E92449C89C7}" presName="extraNode" presStyleLbl="node1" presStyleIdx="0" presStyleCnt="4"/>
      <dgm:spPr/>
    </dgm:pt>
    <dgm:pt modelId="{4DCF2079-3FE2-4415-BEEF-9B956D54C875}" type="pres">
      <dgm:prSet presAssocID="{13DC2FC7-D141-481B-A7FB-2E92449C89C7}" presName="dstNode" presStyleLbl="node1" presStyleIdx="0" presStyleCnt="4"/>
      <dgm:spPr/>
    </dgm:pt>
    <dgm:pt modelId="{B611D4C4-E3FD-470A-A948-C666C382BFFF}" type="pres">
      <dgm:prSet presAssocID="{EB4A2C86-F5D3-4333-BEB2-0592C716387B}" presName="text_1" presStyleLbl="node1" presStyleIdx="0" presStyleCnt="4">
        <dgm:presLayoutVars>
          <dgm:bulletEnabled val="1"/>
        </dgm:presLayoutVars>
      </dgm:prSet>
      <dgm:spPr/>
    </dgm:pt>
    <dgm:pt modelId="{CF40A1D3-6CF3-4A48-954F-87B48F5AD697}" type="pres">
      <dgm:prSet presAssocID="{EB4A2C86-F5D3-4333-BEB2-0592C716387B}" presName="accent_1" presStyleCnt="0"/>
      <dgm:spPr/>
    </dgm:pt>
    <dgm:pt modelId="{D97C7DAD-BA0D-4BA2-9A2C-1A76A70B8FD0}" type="pres">
      <dgm:prSet presAssocID="{EB4A2C86-F5D3-4333-BEB2-0592C716387B}" presName="accentRepeatNode" presStyleLbl="solidFgAcc1" presStyleIdx="0" presStyleCnt="4"/>
      <dgm:spPr/>
    </dgm:pt>
    <dgm:pt modelId="{EDF109D2-3864-43B9-BD09-037BB7073052}" type="pres">
      <dgm:prSet presAssocID="{D03CF75B-2F01-4F2F-A232-40E4D9B81E0A}" presName="text_2" presStyleLbl="node1" presStyleIdx="1" presStyleCnt="4">
        <dgm:presLayoutVars>
          <dgm:bulletEnabled val="1"/>
        </dgm:presLayoutVars>
      </dgm:prSet>
      <dgm:spPr/>
    </dgm:pt>
    <dgm:pt modelId="{30D20538-F387-404F-89C5-9841C9D28979}" type="pres">
      <dgm:prSet presAssocID="{D03CF75B-2F01-4F2F-A232-40E4D9B81E0A}" presName="accent_2" presStyleCnt="0"/>
      <dgm:spPr/>
    </dgm:pt>
    <dgm:pt modelId="{C518AEFF-9CC9-4EC2-9B08-D9354E2793A0}" type="pres">
      <dgm:prSet presAssocID="{D03CF75B-2F01-4F2F-A232-40E4D9B81E0A}" presName="accentRepeatNode" presStyleLbl="solidFgAcc1" presStyleIdx="1" presStyleCnt="4"/>
      <dgm:spPr/>
    </dgm:pt>
    <dgm:pt modelId="{EC58DCAB-150F-473A-BEEF-06D18D6FF231}" type="pres">
      <dgm:prSet presAssocID="{5B84E7FF-CB8D-4C40-B333-6DFB6EEE7C4F}" presName="text_3" presStyleLbl="node1" presStyleIdx="2" presStyleCnt="4">
        <dgm:presLayoutVars>
          <dgm:bulletEnabled val="1"/>
        </dgm:presLayoutVars>
      </dgm:prSet>
      <dgm:spPr/>
    </dgm:pt>
    <dgm:pt modelId="{5E0AD41D-3FE0-4D4C-BC61-656436FB3583}" type="pres">
      <dgm:prSet presAssocID="{5B84E7FF-CB8D-4C40-B333-6DFB6EEE7C4F}" presName="accent_3" presStyleCnt="0"/>
      <dgm:spPr/>
    </dgm:pt>
    <dgm:pt modelId="{D680D6DB-9525-4988-833B-AA9DB3926309}" type="pres">
      <dgm:prSet presAssocID="{5B84E7FF-CB8D-4C40-B333-6DFB6EEE7C4F}" presName="accentRepeatNode" presStyleLbl="solidFgAcc1" presStyleIdx="2" presStyleCnt="4"/>
      <dgm:spPr/>
    </dgm:pt>
    <dgm:pt modelId="{63597827-E3DC-4AE4-9862-B152C925B36C}" type="pres">
      <dgm:prSet presAssocID="{E94409E1-044E-4FC6-82FC-7A742C215445}" presName="text_4" presStyleLbl="node1" presStyleIdx="3" presStyleCnt="4">
        <dgm:presLayoutVars>
          <dgm:bulletEnabled val="1"/>
        </dgm:presLayoutVars>
      </dgm:prSet>
      <dgm:spPr/>
    </dgm:pt>
    <dgm:pt modelId="{26C0A79B-7F64-4953-9E98-BA6E984BC182}" type="pres">
      <dgm:prSet presAssocID="{E94409E1-044E-4FC6-82FC-7A742C215445}" presName="accent_4" presStyleCnt="0"/>
      <dgm:spPr/>
    </dgm:pt>
    <dgm:pt modelId="{C2BEBB43-B4DE-42F8-B0C8-03318636A7B9}" type="pres">
      <dgm:prSet presAssocID="{E94409E1-044E-4FC6-82FC-7A742C215445}" presName="accentRepeatNode" presStyleLbl="solidFgAcc1" presStyleIdx="3" presStyleCnt="4"/>
      <dgm:spPr/>
    </dgm:pt>
  </dgm:ptLst>
  <dgm:cxnLst>
    <dgm:cxn modelId="{AE8DB908-44C9-4590-BE17-9C72CE46FB39}" type="presOf" srcId="{5B84E7FF-CB8D-4C40-B333-6DFB6EEE7C4F}" destId="{EC58DCAB-150F-473A-BEEF-06D18D6FF231}" srcOrd="0" destOrd="0" presId="urn:microsoft.com/office/officeart/2008/layout/VerticalCurvedList"/>
    <dgm:cxn modelId="{CFDA3436-AAFA-4287-B22C-87B2A1A823BF}" srcId="{13DC2FC7-D141-481B-A7FB-2E92449C89C7}" destId="{EB4A2C86-F5D3-4333-BEB2-0592C716387B}" srcOrd="0" destOrd="0" parTransId="{B6B334B9-7C0C-4ECC-B82D-AEC5CF2A8956}" sibTransId="{358AA5B6-848B-4AB2-AD09-B21B1B1820BE}"/>
    <dgm:cxn modelId="{D8D00040-6194-479E-8587-D5F3662D8037}" srcId="{13DC2FC7-D141-481B-A7FB-2E92449C89C7}" destId="{D03CF75B-2F01-4F2F-A232-40E4D9B81E0A}" srcOrd="1" destOrd="0" parTransId="{2FD813E9-CA9D-4CAA-9D5D-0576A973A86C}" sibTransId="{9A526520-DEB3-47C3-89CD-6BA884CE06EB}"/>
    <dgm:cxn modelId="{B6E6064A-CFCC-49D0-858C-BDB171748FEA}" type="presOf" srcId="{358AA5B6-848B-4AB2-AD09-B21B1B1820BE}" destId="{239BA28D-8B95-40CB-BFF4-80CD120599E3}" srcOrd="0" destOrd="0" presId="urn:microsoft.com/office/officeart/2008/layout/VerticalCurvedList"/>
    <dgm:cxn modelId="{B29C4453-5971-47BC-BC12-ACF20646D1D7}" srcId="{13DC2FC7-D141-481B-A7FB-2E92449C89C7}" destId="{E94409E1-044E-4FC6-82FC-7A742C215445}" srcOrd="3" destOrd="0" parTransId="{961C13C8-7C98-474A-993E-B5C2399B2C26}" sibTransId="{95A9F172-2BE7-4BDC-A333-CDDD00A7A17E}"/>
    <dgm:cxn modelId="{125A4C54-7D74-4D3E-BC54-C07E209EC9FD}" type="presOf" srcId="{EB4A2C86-F5D3-4333-BEB2-0592C716387B}" destId="{B611D4C4-E3FD-470A-A948-C666C382BFFF}" srcOrd="0" destOrd="0" presId="urn:microsoft.com/office/officeart/2008/layout/VerticalCurvedList"/>
    <dgm:cxn modelId="{E567568D-1F45-48D3-B74F-D6D13CAFC92C}" type="presOf" srcId="{13DC2FC7-D141-481B-A7FB-2E92449C89C7}" destId="{CA7C5501-E5B7-40FC-AA2F-7D8CDFB268F1}" srcOrd="0" destOrd="0" presId="urn:microsoft.com/office/officeart/2008/layout/VerticalCurvedList"/>
    <dgm:cxn modelId="{A33DC6C2-D393-4A72-93B3-F199FC908DE0}" type="presOf" srcId="{E94409E1-044E-4FC6-82FC-7A742C215445}" destId="{63597827-E3DC-4AE4-9862-B152C925B36C}" srcOrd="0" destOrd="0" presId="urn:microsoft.com/office/officeart/2008/layout/VerticalCurvedList"/>
    <dgm:cxn modelId="{09D2AEF9-C15F-42F4-9837-E9E7F2F7BF04}" type="presOf" srcId="{D03CF75B-2F01-4F2F-A232-40E4D9B81E0A}" destId="{EDF109D2-3864-43B9-BD09-037BB7073052}" srcOrd="0" destOrd="0" presId="urn:microsoft.com/office/officeart/2008/layout/VerticalCurvedList"/>
    <dgm:cxn modelId="{9DD54FFE-E8BF-4739-9C63-92D584713763}" srcId="{13DC2FC7-D141-481B-A7FB-2E92449C89C7}" destId="{5B84E7FF-CB8D-4C40-B333-6DFB6EEE7C4F}" srcOrd="2" destOrd="0" parTransId="{463FE5CE-608C-4832-91AB-A6EA00D9E2C9}" sibTransId="{F1D79547-A043-4CB9-9EFB-5C7946192AE1}"/>
    <dgm:cxn modelId="{56FD61BF-8321-4271-8C45-AEA61C0AD727}" type="presParOf" srcId="{CA7C5501-E5B7-40FC-AA2F-7D8CDFB268F1}" destId="{F8158728-1FD7-4903-AB41-081628675734}" srcOrd="0" destOrd="0" presId="urn:microsoft.com/office/officeart/2008/layout/VerticalCurvedList"/>
    <dgm:cxn modelId="{8ADE7F83-DE20-4A8B-A805-24A7DB925A58}" type="presParOf" srcId="{F8158728-1FD7-4903-AB41-081628675734}" destId="{BEB346EE-EF6F-46F9-9B97-46862C216240}" srcOrd="0" destOrd="0" presId="urn:microsoft.com/office/officeart/2008/layout/VerticalCurvedList"/>
    <dgm:cxn modelId="{06B95CF2-49AA-45DD-A0FC-05FD13DEA92E}" type="presParOf" srcId="{BEB346EE-EF6F-46F9-9B97-46862C216240}" destId="{C65752FE-68F5-4A21-B1D2-AE45816EA988}" srcOrd="0" destOrd="0" presId="urn:microsoft.com/office/officeart/2008/layout/VerticalCurvedList"/>
    <dgm:cxn modelId="{214A503A-C8F2-4273-91C3-74B46E88FC73}" type="presParOf" srcId="{BEB346EE-EF6F-46F9-9B97-46862C216240}" destId="{239BA28D-8B95-40CB-BFF4-80CD120599E3}" srcOrd="1" destOrd="0" presId="urn:microsoft.com/office/officeart/2008/layout/VerticalCurvedList"/>
    <dgm:cxn modelId="{263D6F42-5B95-4833-9F38-E9DA9502D2C6}" type="presParOf" srcId="{BEB346EE-EF6F-46F9-9B97-46862C216240}" destId="{68019295-B92E-438D-979A-7F40A4C7145C}" srcOrd="2" destOrd="0" presId="urn:microsoft.com/office/officeart/2008/layout/VerticalCurvedList"/>
    <dgm:cxn modelId="{538343DC-E7FB-4ED0-9D2E-C76726B34423}" type="presParOf" srcId="{BEB346EE-EF6F-46F9-9B97-46862C216240}" destId="{4DCF2079-3FE2-4415-BEEF-9B956D54C875}" srcOrd="3" destOrd="0" presId="urn:microsoft.com/office/officeart/2008/layout/VerticalCurvedList"/>
    <dgm:cxn modelId="{B24FB040-8698-4E89-B5F0-8F917EFCD233}" type="presParOf" srcId="{F8158728-1FD7-4903-AB41-081628675734}" destId="{B611D4C4-E3FD-470A-A948-C666C382BFFF}" srcOrd="1" destOrd="0" presId="urn:microsoft.com/office/officeart/2008/layout/VerticalCurvedList"/>
    <dgm:cxn modelId="{33BF4712-272F-4D84-8F3A-FCB2BCA04D18}" type="presParOf" srcId="{F8158728-1FD7-4903-AB41-081628675734}" destId="{CF40A1D3-6CF3-4A48-954F-87B48F5AD697}" srcOrd="2" destOrd="0" presId="urn:microsoft.com/office/officeart/2008/layout/VerticalCurvedList"/>
    <dgm:cxn modelId="{5E832C4A-7DA5-4C17-A24B-8FFF0A91009D}" type="presParOf" srcId="{CF40A1D3-6CF3-4A48-954F-87B48F5AD697}" destId="{D97C7DAD-BA0D-4BA2-9A2C-1A76A70B8FD0}" srcOrd="0" destOrd="0" presId="urn:microsoft.com/office/officeart/2008/layout/VerticalCurvedList"/>
    <dgm:cxn modelId="{A15700C7-28A1-48FE-9282-AD232ED68D14}" type="presParOf" srcId="{F8158728-1FD7-4903-AB41-081628675734}" destId="{EDF109D2-3864-43B9-BD09-037BB7073052}" srcOrd="3" destOrd="0" presId="urn:microsoft.com/office/officeart/2008/layout/VerticalCurvedList"/>
    <dgm:cxn modelId="{23AD8F8C-4297-437B-85D9-EAD02BE5C87A}" type="presParOf" srcId="{F8158728-1FD7-4903-AB41-081628675734}" destId="{30D20538-F387-404F-89C5-9841C9D28979}" srcOrd="4" destOrd="0" presId="urn:microsoft.com/office/officeart/2008/layout/VerticalCurvedList"/>
    <dgm:cxn modelId="{D802D87E-687B-4497-B606-30C39F321B0A}" type="presParOf" srcId="{30D20538-F387-404F-89C5-9841C9D28979}" destId="{C518AEFF-9CC9-4EC2-9B08-D9354E2793A0}" srcOrd="0" destOrd="0" presId="urn:microsoft.com/office/officeart/2008/layout/VerticalCurvedList"/>
    <dgm:cxn modelId="{07B9CA75-1CE3-4E5E-AC59-3146CC98EA94}" type="presParOf" srcId="{F8158728-1FD7-4903-AB41-081628675734}" destId="{EC58DCAB-150F-473A-BEEF-06D18D6FF231}" srcOrd="5" destOrd="0" presId="urn:microsoft.com/office/officeart/2008/layout/VerticalCurvedList"/>
    <dgm:cxn modelId="{D11D9714-F65C-4DFE-8DD6-FCBB6C281595}" type="presParOf" srcId="{F8158728-1FD7-4903-AB41-081628675734}" destId="{5E0AD41D-3FE0-4D4C-BC61-656436FB3583}" srcOrd="6" destOrd="0" presId="urn:microsoft.com/office/officeart/2008/layout/VerticalCurvedList"/>
    <dgm:cxn modelId="{B668A63E-D484-4E3F-95C9-99311AFDA465}" type="presParOf" srcId="{5E0AD41D-3FE0-4D4C-BC61-656436FB3583}" destId="{D680D6DB-9525-4988-833B-AA9DB3926309}" srcOrd="0" destOrd="0" presId="urn:microsoft.com/office/officeart/2008/layout/VerticalCurvedList"/>
    <dgm:cxn modelId="{7E6D0859-DFB7-498F-9795-B01A76651DC0}" type="presParOf" srcId="{F8158728-1FD7-4903-AB41-081628675734}" destId="{63597827-E3DC-4AE4-9862-B152C925B36C}" srcOrd="7" destOrd="0" presId="urn:microsoft.com/office/officeart/2008/layout/VerticalCurvedList"/>
    <dgm:cxn modelId="{63FFA242-63BC-424E-9DEA-8495F8A0CE39}" type="presParOf" srcId="{F8158728-1FD7-4903-AB41-081628675734}" destId="{26C0A79B-7F64-4953-9E98-BA6E984BC182}" srcOrd="8" destOrd="0" presId="urn:microsoft.com/office/officeart/2008/layout/VerticalCurvedList"/>
    <dgm:cxn modelId="{C0D1AAA3-4E9D-4983-9C07-4701CF8DF134}" type="presParOf" srcId="{26C0A79B-7F64-4953-9E98-BA6E984BC182}" destId="{C2BEBB43-B4DE-42F8-B0C8-03318636A7B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098A67D-4389-4D6F-B5CF-81D1AA0279D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8D637C-BACA-433C-8DF1-FB70175D8AF8}">
      <dgm:prSet/>
      <dgm:spPr/>
      <dgm:t>
        <a:bodyPr/>
        <a:lstStyle/>
        <a:p>
          <a:r>
            <a:rPr lang="uk-UA" b="0" i="0" baseline="0"/>
            <a:t>визначити події першого Кримського походу московсько-українського війська (травень-червень 1687 р.).</a:t>
          </a:r>
          <a:endParaRPr lang="uk-UA"/>
        </a:p>
      </dgm:t>
    </dgm:pt>
    <dgm:pt modelId="{53C92161-9728-4A8D-A484-7519971A5125}" type="parTrans" cxnId="{787197CF-F4EC-4AEF-AABF-3EED26069F84}">
      <dgm:prSet/>
      <dgm:spPr/>
      <dgm:t>
        <a:bodyPr/>
        <a:lstStyle/>
        <a:p>
          <a:endParaRPr lang="uk-UA"/>
        </a:p>
      </dgm:t>
    </dgm:pt>
    <dgm:pt modelId="{82D05ED7-295E-4B67-A7A2-C2257DF81B1D}" type="sibTrans" cxnId="{787197CF-F4EC-4AEF-AABF-3EED26069F84}">
      <dgm:prSet/>
      <dgm:spPr/>
      <dgm:t>
        <a:bodyPr/>
        <a:lstStyle/>
        <a:p>
          <a:endParaRPr lang="uk-UA"/>
        </a:p>
      </dgm:t>
    </dgm:pt>
    <dgm:pt modelId="{50C69902-38F2-4F4B-99E5-45C673A10776}">
      <dgm:prSet/>
      <dgm:spPr/>
      <dgm:t>
        <a:bodyPr/>
        <a:lstStyle/>
        <a:p>
          <a:r>
            <a:rPr lang="uk-UA" b="0" i="0" baseline="0"/>
            <a:t>указати місце остаточної ліквідації царським урядом Запорозької Січі.</a:t>
          </a:r>
          <a:endParaRPr lang="uk-UA"/>
        </a:p>
      </dgm:t>
    </dgm:pt>
    <dgm:pt modelId="{A76F18DB-E533-4E0C-A24C-9943DC9E4AA5}" type="parTrans" cxnId="{60386551-77E0-4BE5-8154-9E0786823D02}">
      <dgm:prSet/>
      <dgm:spPr/>
      <dgm:t>
        <a:bodyPr/>
        <a:lstStyle/>
        <a:p>
          <a:endParaRPr lang="uk-UA"/>
        </a:p>
      </dgm:t>
    </dgm:pt>
    <dgm:pt modelId="{1A7C4C23-95FE-44D6-BE3A-057488C220CC}" type="sibTrans" cxnId="{60386551-77E0-4BE5-8154-9E0786823D02}">
      <dgm:prSet/>
      <dgm:spPr/>
      <dgm:t>
        <a:bodyPr/>
        <a:lstStyle/>
        <a:p>
          <a:endParaRPr lang="uk-UA"/>
        </a:p>
      </dgm:t>
    </dgm:pt>
    <dgm:pt modelId="{6D3048F8-081A-42C9-846F-64D112F6636E}">
      <dgm:prSet/>
      <dgm:spPr/>
      <dgm:t>
        <a:bodyPr/>
        <a:lstStyle/>
        <a:p>
          <a:r>
            <a:rPr lang="uk-UA" b="0" i="0" baseline="0"/>
            <a:t>визначити межі територій, охоплених козацьким повстанням на чолі з С. Палієм.</a:t>
          </a:r>
          <a:endParaRPr lang="uk-UA"/>
        </a:p>
      </dgm:t>
    </dgm:pt>
    <dgm:pt modelId="{75740BAC-B4F1-4102-9EB9-641420D43E6D}" type="parTrans" cxnId="{DB77E182-D1B3-48F3-9635-D4A07869BB8D}">
      <dgm:prSet/>
      <dgm:spPr/>
      <dgm:t>
        <a:bodyPr/>
        <a:lstStyle/>
        <a:p>
          <a:endParaRPr lang="uk-UA"/>
        </a:p>
      </dgm:t>
    </dgm:pt>
    <dgm:pt modelId="{5AD21468-F2AB-42FB-AC9B-A813EDDB9180}" type="sibTrans" cxnId="{DB77E182-D1B3-48F3-9635-D4A07869BB8D}">
      <dgm:prSet/>
      <dgm:spPr/>
      <dgm:t>
        <a:bodyPr/>
        <a:lstStyle/>
        <a:p>
          <a:endParaRPr lang="uk-UA"/>
        </a:p>
      </dgm:t>
    </dgm:pt>
    <dgm:pt modelId="{BADEBBDC-0086-4719-9448-12B413B4BF48}">
      <dgm:prSet/>
      <dgm:spPr/>
      <dgm:t>
        <a:bodyPr/>
        <a:lstStyle/>
        <a:p>
          <a:r>
            <a:rPr lang="uk-UA" b="0" i="0" baseline="0"/>
            <a:t>окреслити межі «Великого князівства Руського» за Гадяцьким договором.</a:t>
          </a:r>
          <a:endParaRPr lang="uk-UA"/>
        </a:p>
      </dgm:t>
    </dgm:pt>
    <dgm:pt modelId="{C08DD1CA-BC64-4852-8E7D-287B1B0D3572}" type="parTrans" cxnId="{F07A70FE-61EB-4BE1-A2B0-F14DBD20F5A6}">
      <dgm:prSet/>
      <dgm:spPr/>
      <dgm:t>
        <a:bodyPr/>
        <a:lstStyle/>
        <a:p>
          <a:endParaRPr lang="uk-UA"/>
        </a:p>
      </dgm:t>
    </dgm:pt>
    <dgm:pt modelId="{E51C3772-07D8-4849-8ACF-0E344BB332EE}" type="sibTrans" cxnId="{F07A70FE-61EB-4BE1-A2B0-F14DBD20F5A6}">
      <dgm:prSet/>
      <dgm:spPr/>
      <dgm:t>
        <a:bodyPr/>
        <a:lstStyle/>
        <a:p>
          <a:endParaRPr lang="uk-UA"/>
        </a:p>
      </dgm:t>
    </dgm:pt>
    <dgm:pt modelId="{FEC74177-42A5-43EC-8E19-6A8786134439}">
      <dgm:prSet/>
      <dgm:spPr/>
      <dgm:t>
        <a:bodyPr/>
        <a:lstStyle/>
        <a:p>
          <a:r>
            <a:rPr lang="uk-UA" b="0" i="0" baseline="0"/>
            <a:t>визначити хід бойових дій Північної війни на українських землях.</a:t>
          </a:r>
          <a:endParaRPr lang="uk-UA"/>
        </a:p>
      </dgm:t>
    </dgm:pt>
    <dgm:pt modelId="{D4D9B27A-37A6-49F3-A60F-61AE15C8C0E2}" type="parTrans" cxnId="{179302DC-80BA-4DB4-951C-1C5ABECA82DF}">
      <dgm:prSet/>
      <dgm:spPr/>
      <dgm:t>
        <a:bodyPr/>
        <a:lstStyle/>
        <a:p>
          <a:endParaRPr lang="uk-UA"/>
        </a:p>
      </dgm:t>
    </dgm:pt>
    <dgm:pt modelId="{C46D617A-076D-45B5-82F0-13C914B98DEA}" type="sibTrans" cxnId="{179302DC-80BA-4DB4-951C-1C5ABECA82DF}">
      <dgm:prSet/>
      <dgm:spPr/>
      <dgm:t>
        <a:bodyPr/>
        <a:lstStyle/>
        <a:p>
          <a:endParaRPr lang="uk-UA"/>
        </a:p>
      </dgm:t>
    </dgm:pt>
    <dgm:pt modelId="{57E8D7EB-DFA0-44A1-9A4F-E1FE82D56E62}">
      <dgm:prSet/>
      <dgm:spPr/>
      <dgm:t>
        <a:bodyPr/>
        <a:lstStyle/>
        <a:p>
          <a:r>
            <a:rPr lang="uk-UA" b="0" i="0" baseline="0"/>
            <a:t>указати території, що за умовами Бахчисарайського договору, мали залишатися незаселеними.</a:t>
          </a:r>
          <a:endParaRPr lang="uk-UA"/>
        </a:p>
      </dgm:t>
    </dgm:pt>
    <dgm:pt modelId="{62F6C099-8AF8-4A87-B2C2-FDC38A5A4216}" type="parTrans" cxnId="{2789F3AD-5D98-404E-A0F3-C92FDC81BC36}">
      <dgm:prSet/>
      <dgm:spPr/>
      <dgm:t>
        <a:bodyPr/>
        <a:lstStyle/>
        <a:p>
          <a:endParaRPr lang="uk-UA"/>
        </a:p>
      </dgm:t>
    </dgm:pt>
    <dgm:pt modelId="{094F1880-3668-47AF-9571-0989776DC57F}" type="sibTrans" cxnId="{2789F3AD-5D98-404E-A0F3-C92FDC81BC36}">
      <dgm:prSet/>
      <dgm:spPr/>
      <dgm:t>
        <a:bodyPr/>
        <a:lstStyle/>
        <a:p>
          <a:endParaRPr lang="uk-UA"/>
        </a:p>
      </dgm:t>
    </dgm:pt>
    <dgm:pt modelId="{9D52BE5E-D605-42F5-86FF-62B5E702994F}">
      <dgm:prSet/>
      <dgm:spPr/>
      <dgm:t>
        <a:bodyPr/>
        <a:lstStyle/>
        <a:p>
          <a:r>
            <a:rPr lang="uk-UA" b="0" i="0" baseline="0"/>
            <a:t>окреслити території, на які поширювалася влада гетьмана І. Мазепи.</a:t>
          </a:r>
          <a:endParaRPr lang="uk-UA"/>
        </a:p>
      </dgm:t>
    </dgm:pt>
    <dgm:pt modelId="{199992DE-CDEE-4626-9BD5-C30E052C74EA}" type="parTrans" cxnId="{684F1AAA-5ED9-474B-8154-76822960B6A3}">
      <dgm:prSet/>
      <dgm:spPr/>
      <dgm:t>
        <a:bodyPr/>
        <a:lstStyle/>
        <a:p>
          <a:endParaRPr lang="uk-UA"/>
        </a:p>
      </dgm:t>
    </dgm:pt>
    <dgm:pt modelId="{19E76C68-BCAC-4ED6-ABF8-800FEA44109A}" type="sibTrans" cxnId="{684F1AAA-5ED9-474B-8154-76822960B6A3}">
      <dgm:prSet/>
      <dgm:spPr/>
      <dgm:t>
        <a:bodyPr/>
        <a:lstStyle/>
        <a:p>
          <a:endParaRPr lang="uk-UA"/>
        </a:p>
      </dgm:t>
    </dgm:pt>
    <dgm:pt modelId="{35F1F745-CFA1-4489-A0AB-D0D89453E5F0}" type="pres">
      <dgm:prSet presAssocID="{C098A67D-4389-4D6F-B5CF-81D1AA0279DC}" presName="vert0" presStyleCnt="0">
        <dgm:presLayoutVars>
          <dgm:dir/>
          <dgm:animOne val="branch"/>
          <dgm:animLvl val="lvl"/>
        </dgm:presLayoutVars>
      </dgm:prSet>
      <dgm:spPr/>
    </dgm:pt>
    <dgm:pt modelId="{2B5F4D5D-307B-49D7-8CD7-6CE1F6461875}" type="pres">
      <dgm:prSet presAssocID="{388D637C-BACA-433C-8DF1-FB70175D8AF8}" presName="thickLine" presStyleLbl="alignNode1" presStyleIdx="0" presStyleCnt="7"/>
      <dgm:spPr/>
    </dgm:pt>
    <dgm:pt modelId="{13EC9C18-FC39-4579-8D18-50FF46FDA07C}" type="pres">
      <dgm:prSet presAssocID="{388D637C-BACA-433C-8DF1-FB70175D8AF8}" presName="horz1" presStyleCnt="0"/>
      <dgm:spPr/>
    </dgm:pt>
    <dgm:pt modelId="{FAE106CC-8A2C-45A5-BBDF-C9523876201D}" type="pres">
      <dgm:prSet presAssocID="{388D637C-BACA-433C-8DF1-FB70175D8AF8}" presName="tx1" presStyleLbl="revTx" presStyleIdx="0" presStyleCnt="7"/>
      <dgm:spPr/>
    </dgm:pt>
    <dgm:pt modelId="{9257F767-0FEF-45A9-A236-36CC8EC72639}" type="pres">
      <dgm:prSet presAssocID="{388D637C-BACA-433C-8DF1-FB70175D8AF8}" presName="vert1" presStyleCnt="0"/>
      <dgm:spPr/>
    </dgm:pt>
    <dgm:pt modelId="{D291CC33-6349-4905-A0E7-3EB2A5484587}" type="pres">
      <dgm:prSet presAssocID="{50C69902-38F2-4F4B-99E5-45C673A10776}" presName="thickLine" presStyleLbl="alignNode1" presStyleIdx="1" presStyleCnt="7"/>
      <dgm:spPr/>
    </dgm:pt>
    <dgm:pt modelId="{2E01BBC6-1016-4982-BE71-6F48D11A6E8B}" type="pres">
      <dgm:prSet presAssocID="{50C69902-38F2-4F4B-99E5-45C673A10776}" presName="horz1" presStyleCnt="0"/>
      <dgm:spPr/>
    </dgm:pt>
    <dgm:pt modelId="{DB1D6F02-D1F3-48B7-B912-A0CCC32E05B6}" type="pres">
      <dgm:prSet presAssocID="{50C69902-38F2-4F4B-99E5-45C673A10776}" presName="tx1" presStyleLbl="revTx" presStyleIdx="1" presStyleCnt="7"/>
      <dgm:spPr/>
    </dgm:pt>
    <dgm:pt modelId="{B6FAB27C-569F-4B6C-A656-00E87BCC7944}" type="pres">
      <dgm:prSet presAssocID="{50C69902-38F2-4F4B-99E5-45C673A10776}" presName="vert1" presStyleCnt="0"/>
      <dgm:spPr/>
    </dgm:pt>
    <dgm:pt modelId="{74F0323B-F5C5-49DB-9F13-608FCFD04E16}" type="pres">
      <dgm:prSet presAssocID="{6D3048F8-081A-42C9-846F-64D112F6636E}" presName="thickLine" presStyleLbl="alignNode1" presStyleIdx="2" presStyleCnt="7"/>
      <dgm:spPr/>
    </dgm:pt>
    <dgm:pt modelId="{325993BB-F0BD-4254-8D7D-E3120E139397}" type="pres">
      <dgm:prSet presAssocID="{6D3048F8-081A-42C9-846F-64D112F6636E}" presName="horz1" presStyleCnt="0"/>
      <dgm:spPr/>
    </dgm:pt>
    <dgm:pt modelId="{5E3B25D3-7467-4F23-88E8-DF930654CCDB}" type="pres">
      <dgm:prSet presAssocID="{6D3048F8-081A-42C9-846F-64D112F6636E}" presName="tx1" presStyleLbl="revTx" presStyleIdx="2" presStyleCnt="7"/>
      <dgm:spPr/>
    </dgm:pt>
    <dgm:pt modelId="{0E91927A-8D2A-48D4-BAAA-2CF1176F1782}" type="pres">
      <dgm:prSet presAssocID="{6D3048F8-081A-42C9-846F-64D112F6636E}" presName="vert1" presStyleCnt="0"/>
      <dgm:spPr/>
    </dgm:pt>
    <dgm:pt modelId="{50EFAAC9-BB50-4818-9B3D-E3F14C713B70}" type="pres">
      <dgm:prSet presAssocID="{BADEBBDC-0086-4719-9448-12B413B4BF48}" presName="thickLine" presStyleLbl="alignNode1" presStyleIdx="3" presStyleCnt="7"/>
      <dgm:spPr/>
    </dgm:pt>
    <dgm:pt modelId="{07D75603-E393-4CDF-9B87-43CE8F8DF497}" type="pres">
      <dgm:prSet presAssocID="{BADEBBDC-0086-4719-9448-12B413B4BF48}" presName="horz1" presStyleCnt="0"/>
      <dgm:spPr/>
    </dgm:pt>
    <dgm:pt modelId="{7A154407-F2E3-486C-B451-4D9A99D2E3BD}" type="pres">
      <dgm:prSet presAssocID="{BADEBBDC-0086-4719-9448-12B413B4BF48}" presName="tx1" presStyleLbl="revTx" presStyleIdx="3" presStyleCnt="7"/>
      <dgm:spPr/>
    </dgm:pt>
    <dgm:pt modelId="{F479DB24-4B8F-48D6-AB83-CC6A3BAAD9B5}" type="pres">
      <dgm:prSet presAssocID="{BADEBBDC-0086-4719-9448-12B413B4BF48}" presName="vert1" presStyleCnt="0"/>
      <dgm:spPr/>
    </dgm:pt>
    <dgm:pt modelId="{B5CF6BC3-FD16-4704-84A1-7B2BDA80AC5A}" type="pres">
      <dgm:prSet presAssocID="{FEC74177-42A5-43EC-8E19-6A8786134439}" presName="thickLine" presStyleLbl="alignNode1" presStyleIdx="4" presStyleCnt="7"/>
      <dgm:spPr/>
    </dgm:pt>
    <dgm:pt modelId="{D3947F55-7E2F-4E3B-8D5B-6FB138B8BFF9}" type="pres">
      <dgm:prSet presAssocID="{FEC74177-42A5-43EC-8E19-6A8786134439}" presName="horz1" presStyleCnt="0"/>
      <dgm:spPr/>
    </dgm:pt>
    <dgm:pt modelId="{2867E074-2E0B-402F-BA3D-5B2F2E932BBD}" type="pres">
      <dgm:prSet presAssocID="{FEC74177-42A5-43EC-8E19-6A8786134439}" presName="tx1" presStyleLbl="revTx" presStyleIdx="4" presStyleCnt="7"/>
      <dgm:spPr/>
    </dgm:pt>
    <dgm:pt modelId="{130DECB8-174E-43B7-A1CA-71DB87FE3C98}" type="pres">
      <dgm:prSet presAssocID="{FEC74177-42A5-43EC-8E19-6A8786134439}" presName="vert1" presStyleCnt="0"/>
      <dgm:spPr/>
    </dgm:pt>
    <dgm:pt modelId="{D5EB8316-D53D-4D5A-8F02-A07C3A20741A}" type="pres">
      <dgm:prSet presAssocID="{57E8D7EB-DFA0-44A1-9A4F-E1FE82D56E62}" presName="thickLine" presStyleLbl="alignNode1" presStyleIdx="5" presStyleCnt="7"/>
      <dgm:spPr/>
    </dgm:pt>
    <dgm:pt modelId="{61DCBC9D-77C3-4070-A413-0CA86072BE26}" type="pres">
      <dgm:prSet presAssocID="{57E8D7EB-DFA0-44A1-9A4F-E1FE82D56E62}" presName="horz1" presStyleCnt="0"/>
      <dgm:spPr/>
    </dgm:pt>
    <dgm:pt modelId="{CB4826AE-6BBA-4453-BEF9-23A83F24D762}" type="pres">
      <dgm:prSet presAssocID="{57E8D7EB-DFA0-44A1-9A4F-E1FE82D56E62}" presName="tx1" presStyleLbl="revTx" presStyleIdx="5" presStyleCnt="7"/>
      <dgm:spPr/>
    </dgm:pt>
    <dgm:pt modelId="{AEF0E65C-814E-404C-9E6E-114F4C02CB9C}" type="pres">
      <dgm:prSet presAssocID="{57E8D7EB-DFA0-44A1-9A4F-E1FE82D56E62}" presName="vert1" presStyleCnt="0"/>
      <dgm:spPr/>
    </dgm:pt>
    <dgm:pt modelId="{10086104-A385-4F85-863F-E59D1C2B6476}" type="pres">
      <dgm:prSet presAssocID="{9D52BE5E-D605-42F5-86FF-62B5E702994F}" presName="thickLine" presStyleLbl="alignNode1" presStyleIdx="6" presStyleCnt="7"/>
      <dgm:spPr/>
    </dgm:pt>
    <dgm:pt modelId="{19D549DC-9693-4DA4-8DC8-90660B9C3083}" type="pres">
      <dgm:prSet presAssocID="{9D52BE5E-D605-42F5-86FF-62B5E702994F}" presName="horz1" presStyleCnt="0"/>
      <dgm:spPr/>
    </dgm:pt>
    <dgm:pt modelId="{21645CF9-7FF9-4111-9FD1-7741ED86DC68}" type="pres">
      <dgm:prSet presAssocID="{9D52BE5E-D605-42F5-86FF-62B5E702994F}" presName="tx1" presStyleLbl="revTx" presStyleIdx="6" presStyleCnt="7"/>
      <dgm:spPr/>
    </dgm:pt>
    <dgm:pt modelId="{32FD1DE7-5AA2-4400-8803-842C46971575}" type="pres">
      <dgm:prSet presAssocID="{9D52BE5E-D605-42F5-86FF-62B5E702994F}" presName="vert1" presStyleCnt="0"/>
      <dgm:spPr/>
    </dgm:pt>
  </dgm:ptLst>
  <dgm:cxnLst>
    <dgm:cxn modelId="{776BD40B-99AC-4764-B1A4-C7A5DFE6C84C}" type="presOf" srcId="{6D3048F8-081A-42C9-846F-64D112F6636E}" destId="{5E3B25D3-7467-4F23-88E8-DF930654CCDB}" srcOrd="0" destOrd="0" presId="urn:microsoft.com/office/officeart/2008/layout/LinedList"/>
    <dgm:cxn modelId="{D9673566-DAE9-484C-9DE6-E0F07680D4E6}" type="presOf" srcId="{57E8D7EB-DFA0-44A1-9A4F-E1FE82D56E62}" destId="{CB4826AE-6BBA-4453-BEF9-23A83F24D762}" srcOrd="0" destOrd="0" presId="urn:microsoft.com/office/officeart/2008/layout/LinedList"/>
    <dgm:cxn modelId="{97940A48-D7B2-4DEC-BCEB-971236C90F4C}" type="presOf" srcId="{388D637C-BACA-433C-8DF1-FB70175D8AF8}" destId="{FAE106CC-8A2C-45A5-BBDF-C9523876201D}" srcOrd="0" destOrd="0" presId="urn:microsoft.com/office/officeart/2008/layout/LinedList"/>
    <dgm:cxn modelId="{FBD87D4C-03AE-4462-B8D1-03FDCC5D4BD5}" type="presOf" srcId="{9D52BE5E-D605-42F5-86FF-62B5E702994F}" destId="{21645CF9-7FF9-4111-9FD1-7741ED86DC68}" srcOrd="0" destOrd="0" presId="urn:microsoft.com/office/officeart/2008/layout/LinedList"/>
    <dgm:cxn modelId="{DFF12B71-1136-4D21-BE7D-9AC9FC65CD9C}" type="presOf" srcId="{BADEBBDC-0086-4719-9448-12B413B4BF48}" destId="{7A154407-F2E3-486C-B451-4D9A99D2E3BD}" srcOrd="0" destOrd="0" presId="urn:microsoft.com/office/officeart/2008/layout/LinedList"/>
    <dgm:cxn modelId="{60386551-77E0-4BE5-8154-9E0786823D02}" srcId="{C098A67D-4389-4D6F-B5CF-81D1AA0279DC}" destId="{50C69902-38F2-4F4B-99E5-45C673A10776}" srcOrd="1" destOrd="0" parTransId="{A76F18DB-E533-4E0C-A24C-9943DC9E4AA5}" sibTransId="{1A7C4C23-95FE-44D6-BE3A-057488C220CC}"/>
    <dgm:cxn modelId="{2BD9F453-2382-49A8-812A-BD9EF5BF949E}" type="presOf" srcId="{C098A67D-4389-4D6F-B5CF-81D1AA0279DC}" destId="{35F1F745-CFA1-4489-A0AB-D0D89453E5F0}" srcOrd="0" destOrd="0" presId="urn:microsoft.com/office/officeart/2008/layout/LinedList"/>
    <dgm:cxn modelId="{4C126759-E6C2-4E14-8F33-0D61F57DF8A0}" type="presOf" srcId="{50C69902-38F2-4F4B-99E5-45C673A10776}" destId="{DB1D6F02-D1F3-48B7-B912-A0CCC32E05B6}" srcOrd="0" destOrd="0" presId="urn:microsoft.com/office/officeart/2008/layout/LinedList"/>
    <dgm:cxn modelId="{DB77E182-D1B3-48F3-9635-D4A07869BB8D}" srcId="{C098A67D-4389-4D6F-B5CF-81D1AA0279DC}" destId="{6D3048F8-081A-42C9-846F-64D112F6636E}" srcOrd="2" destOrd="0" parTransId="{75740BAC-B4F1-4102-9EB9-641420D43E6D}" sibTransId="{5AD21468-F2AB-42FB-AC9B-A813EDDB9180}"/>
    <dgm:cxn modelId="{684F1AAA-5ED9-474B-8154-76822960B6A3}" srcId="{C098A67D-4389-4D6F-B5CF-81D1AA0279DC}" destId="{9D52BE5E-D605-42F5-86FF-62B5E702994F}" srcOrd="6" destOrd="0" parTransId="{199992DE-CDEE-4626-9BD5-C30E052C74EA}" sibTransId="{19E76C68-BCAC-4ED6-ABF8-800FEA44109A}"/>
    <dgm:cxn modelId="{2789F3AD-5D98-404E-A0F3-C92FDC81BC36}" srcId="{C098A67D-4389-4D6F-B5CF-81D1AA0279DC}" destId="{57E8D7EB-DFA0-44A1-9A4F-E1FE82D56E62}" srcOrd="5" destOrd="0" parTransId="{62F6C099-8AF8-4A87-B2C2-FDC38A5A4216}" sibTransId="{094F1880-3668-47AF-9571-0989776DC57F}"/>
    <dgm:cxn modelId="{787197CF-F4EC-4AEF-AABF-3EED26069F84}" srcId="{C098A67D-4389-4D6F-B5CF-81D1AA0279DC}" destId="{388D637C-BACA-433C-8DF1-FB70175D8AF8}" srcOrd="0" destOrd="0" parTransId="{53C92161-9728-4A8D-A484-7519971A5125}" sibTransId="{82D05ED7-295E-4B67-A7A2-C2257DF81B1D}"/>
    <dgm:cxn modelId="{179302DC-80BA-4DB4-951C-1C5ABECA82DF}" srcId="{C098A67D-4389-4D6F-B5CF-81D1AA0279DC}" destId="{FEC74177-42A5-43EC-8E19-6A8786134439}" srcOrd="4" destOrd="0" parTransId="{D4D9B27A-37A6-49F3-A60F-61AE15C8C0E2}" sibTransId="{C46D617A-076D-45B5-82F0-13C914B98DEA}"/>
    <dgm:cxn modelId="{C34603EC-988B-4832-ACD2-E1ACBDB49D52}" type="presOf" srcId="{FEC74177-42A5-43EC-8E19-6A8786134439}" destId="{2867E074-2E0B-402F-BA3D-5B2F2E932BBD}" srcOrd="0" destOrd="0" presId="urn:microsoft.com/office/officeart/2008/layout/LinedList"/>
    <dgm:cxn modelId="{F07A70FE-61EB-4BE1-A2B0-F14DBD20F5A6}" srcId="{C098A67D-4389-4D6F-B5CF-81D1AA0279DC}" destId="{BADEBBDC-0086-4719-9448-12B413B4BF48}" srcOrd="3" destOrd="0" parTransId="{C08DD1CA-BC64-4852-8E7D-287B1B0D3572}" sibTransId="{E51C3772-07D8-4849-8ACF-0E344BB332EE}"/>
    <dgm:cxn modelId="{7EB77A30-ECED-4B34-8682-782EE9E0D802}" type="presParOf" srcId="{35F1F745-CFA1-4489-A0AB-D0D89453E5F0}" destId="{2B5F4D5D-307B-49D7-8CD7-6CE1F6461875}" srcOrd="0" destOrd="0" presId="urn:microsoft.com/office/officeart/2008/layout/LinedList"/>
    <dgm:cxn modelId="{292309C4-85E5-4A2C-A888-A4A3FC6A8192}" type="presParOf" srcId="{35F1F745-CFA1-4489-A0AB-D0D89453E5F0}" destId="{13EC9C18-FC39-4579-8D18-50FF46FDA07C}" srcOrd="1" destOrd="0" presId="urn:microsoft.com/office/officeart/2008/layout/LinedList"/>
    <dgm:cxn modelId="{673DC4EC-8E63-4598-913C-0F70A9200F36}" type="presParOf" srcId="{13EC9C18-FC39-4579-8D18-50FF46FDA07C}" destId="{FAE106CC-8A2C-45A5-BBDF-C9523876201D}" srcOrd="0" destOrd="0" presId="urn:microsoft.com/office/officeart/2008/layout/LinedList"/>
    <dgm:cxn modelId="{DAB4EC86-D314-4E1C-881A-B1FC9A81A878}" type="presParOf" srcId="{13EC9C18-FC39-4579-8D18-50FF46FDA07C}" destId="{9257F767-0FEF-45A9-A236-36CC8EC72639}" srcOrd="1" destOrd="0" presId="urn:microsoft.com/office/officeart/2008/layout/LinedList"/>
    <dgm:cxn modelId="{46A9B339-02BD-4CC2-9C74-09D596D7E252}" type="presParOf" srcId="{35F1F745-CFA1-4489-A0AB-D0D89453E5F0}" destId="{D291CC33-6349-4905-A0E7-3EB2A5484587}" srcOrd="2" destOrd="0" presId="urn:microsoft.com/office/officeart/2008/layout/LinedList"/>
    <dgm:cxn modelId="{D17B7B47-8CE7-49CF-BBE0-9041EAF5FF62}" type="presParOf" srcId="{35F1F745-CFA1-4489-A0AB-D0D89453E5F0}" destId="{2E01BBC6-1016-4982-BE71-6F48D11A6E8B}" srcOrd="3" destOrd="0" presId="urn:microsoft.com/office/officeart/2008/layout/LinedList"/>
    <dgm:cxn modelId="{EDD1A746-4BE2-4FE5-AB74-3D135A4AED93}" type="presParOf" srcId="{2E01BBC6-1016-4982-BE71-6F48D11A6E8B}" destId="{DB1D6F02-D1F3-48B7-B912-A0CCC32E05B6}" srcOrd="0" destOrd="0" presId="urn:microsoft.com/office/officeart/2008/layout/LinedList"/>
    <dgm:cxn modelId="{283FDA62-67CD-44BE-AEC0-8AF823BA27C3}" type="presParOf" srcId="{2E01BBC6-1016-4982-BE71-6F48D11A6E8B}" destId="{B6FAB27C-569F-4B6C-A656-00E87BCC7944}" srcOrd="1" destOrd="0" presId="urn:microsoft.com/office/officeart/2008/layout/LinedList"/>
    <dgm:cxn modelId="{B1EA0CE5-6371-43E3-B29A-F5D2DCB6D025}" type="presParOf" srcId="{35F1F745-CFA1-4489-A0AB-D0D89453E5F0}" destId="{74F0323B-F5C5-49DB-9F13-608FCFD04E16}" srcOrd="4" destOrd="0" presId="urn:microsoft.com/office/officeart/2008/layout/LinedList"/>
    <dgm:cxn modelId="{D6CD97EB-732C-43AF-98D1-F508C4D2A198}" type="presParOf" srcId="{35F1F745-CFA1-4489-A0AB-D0D89453E5F0}" destId="{325993BB-F0BD-4254-8D7D-E3120E139397}" srcOrd="5" destOrd="0" presId="urn:microsoft.com/office/officeart/2008/layout/LinedList"/>
    <dgm:cxn modelId="{9121A363-073E-45D9-BDB2-4B6331F16976}" type="presParOf" srcId="{325993BB-F0BD-4254-8D7D-E3120E139397}" destId="{5E3B25D3-7467-4F23-88E8-DF930654CCDB}" srcOrd="0" destOrd="0" presId="urn:microsoft.com/office/officeart/2008/layout/LinedList"/>
    <dgm:cxn modelId="{2BB6F704-C158-467E-8C32-71CBA91BE66A}" type="presParOf" srcId="{325993BB-F0BD-4254-8D7D-E3120E139397}" destId="{0E91927A-8D2A-48D4-BAAA-2CF1176F1782}" srcOrd="1" destOrd="0" presId="urn:microsoft.com/office/officeart/2008/layout/LinedList"/>
    <dgm:cxn modelId="{1D59FB25-62CB-4C44-ACDD-2B52C8FE4FC2}" type="presParOf" srcId="{35F1F745-CFA1-4489-A0AB-D0D89453E5F0}" destId="{50EFAAC9-BB50-4818-9B3D-E3F14C713B70}" srcOrd="6" destOrd="0" presId="urn:microsoft.com/office/officeart/2008/layout/LinedList"/>
    <dgm:cxn modelId="{5FF87D09-5722-48C3-916A-1BEC31770C26}" type="presParOf" srcId="{35F1F745-CFA1-4489-A0AB-D0D89453E5F0}" destId="{07D75603-E393-4CDF-9B87-43CE8F8DF497}" srcOrd="7" destOrd="0" presId="urn:microsoft.com/office/officeart/2008/layout/LinedList"/>
    <dgm:cxn modelId="{7E7CECFE-6842-4486-92A4-5B23BE966E9C}" type="presParOf" srcId="{07D75603-E393-4CDF-9B87-43CE8F8DF497}" destId="{7A154407-F2E3-486C-B451-4D9A99D2E3BD}" srcOrd="0" destOrd="0" presId="urn:microsoft.com/office/officeart/2008/layout/LinedList"/>
    <dgm:cxn modelId="{DA5E4E79-DC0E-428F-B738-A9574CBD548D}" type="presParOf" srcId="{07D75603-E393-4CDF-9B87-43CE8F8DF497}" destId="{F479DB24-4B8F-48D6-AB83-CC6A3BAAD9B5}" srcOrd="1" destOrd="0" presId="urn:microsoft.com/office/officeart/2008/layout/LinedList"/>
    <dgm:cxn modelId="{7330EA68-7EE6-4D4D-B2F6-DD4F75674ACE}" type="presParOf" srcId="{35F1F745-CFA1-4489-A0AB-D0D89453E5F0}" destId="{B5CF6BC3-FD16-4704-84A1-7B2BDA80AC5A}" srcOrd="8" destOrd="0" presId="urn:microsoft.com/office/officeart/2008/layout/LinedList"/>
    <dgm:cxn modelId="{85E97678-FC93-46F5-A449-984F18912CC2}" type="presParOf" srcId="{35F1F745-CFA1-4489-A0AB-D0D89453E5F0}" destId="{D3947F55-7E2F-4E3B-8D5B-6FB138B8BFF9}" srcOrd="9" destOrd="0" presId="urn:microsoft.com/office/officeart/2008/layout/LinedList"/>
    <dgm:cxn modelId="{B2B496B9-5E8D-40AA-B180-2BCEADDD580C}" type="presParOf" srcId="{D3947F55-7E2F-4E3B-8D5B-6FB138B8BFF9}" destId="{2867E074-2E0B-402F-BA3D-5B2F2E932BBD}" srcOrd="0" destOrd="0" presId="urn:microsoft.com/office/officeart/2008/layout/LinedList"/>
    <dgm:cxn modelId="{2EBC65AE-30C5-48AF-90FF-73AF5D92A89E}" type="presParOf" srcId="{D3947F55-7E2F-4E3B-8D5B-6FB138B8BFF9}" destId="{130DECB8-174E-43B7-A1CA-71DB87FE3C98}" srcOrd="1" destOrd="0" presId="urn:microsoft.com/office/officeart/2008/layout/LinedList"/>
    <dgm:cxn modelId="{522FA542-3041-4DB5-BD1E-332C615FB8DC}" type="presParOf" srcId="{35F1F745-CFA1-4489-A0AB-D0D89453E5F0}" destId="{D5EB8316-D53D-4D5A-8F02-A07C3A20741A}" srcOrd="10" destOrd="0" presId="urn:microsoft.com/office/officeart/2008/layout/LinedList"/>
    <dgm:cxn modelId="{6C48B1FA-699A-4180-96E8-77622EB85722}" type="presParOf" srcId="{35F1F745-CFA1-4489-A0AB-D0D89453E5F0}" destId="{61DCBC9D-77C3-4070-A413-0CA86072BE26}" srcOrd="11" destOrd="0" presId="urn:microsoft.com/office/officeart/2008/layout/LinedList"/>
    <dgm:cxn modelId="{783BFD11-376D-44E5-B643-05F62500EFB4}" type="presParOf" srcId="{61DCBC9D-77C3-4070-A413-0CA86072BE26}" destId="{CB4826AE-6BBA-4453-BEF9-23A83F24D762}" srcOrd="0" destOrd="0" presId="urn:microsoft.com/office/officeart/2008/layout/LinedList"/>
    <dgm:cxn modelId="{7D7010AA-121B-4B8C-818F-401504CA6E1D}" type="presParOf" srcId="{61DCBC9D-77C3-4070-A413-0CA86072BE26}" destId="{AEF0E65C-814E-404C-9E6E-114F4C02CB9C}" srcOrd="1" destOrd="0" presId="urn:microsoft.com/office/officeart/2008/layout/LinedList"/>
    <dgm:cxn modelId="{473D0C68-0FD9-42B0-B9B0-F3575766ABF2}" type="presParOf" srcId="{35F1F745-CFA1-4489-A0AB-D0D89453E5F0}" destId="{10086104-A385-4F85-863F-E59D1C2B6476}" srcOrd="12" destOrd="0" presId="urn:microsoft.com/office/officeart/2008/layout/LinedList"/>
    <dgm:cxn modelId="{A97C63BC-6D03-4FBF-8B34-6276B864BDB9}" type="presParOf" srcId="{35F1F745-CFA1-4489-A0AB-D0D89453E5F0}" destId="{19D549DC-9693-4DA4-8DC8-90660B9C3083}" srcOrd="13" destOrd="0" presId="urn:microsoft.com/office/officeart/2008/layout/LinedList"/>
    <dgm:cxn modelId="{E1AF6B25-FCB0-4C04-A842-9A4ADEA9632F}" type="presParOf" srcId="{19D549DC-9693-4DA4-8DC8-90660B9C3083}" destId="{21645CF9-7FF9-4111-9FD1-7741ED86DC68}" srcOrd="0" destOrd="0" presId="urn:microsoft.com/office/officeart/2008/layout/LinedList"/>
    <dgm:cxn modelId="{F0FE7706-C984-4269-87A8-2704209E53E7}" type="presParOf" srcId="{19D549DC-9693-4DA4-8DC8-90660B9C3083}" destId="{32FD1DE7-5AA2-4400-8803-842C469715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E148D38-E193-41A7-9804-2C2B027AB8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AB0E97-9434-43A8-861F-00E6F22BBD00}">
      <dgm:prSet/>
      <dgm:spPr/>
      <dgm:t>
        <a:bodyPr/>
        <a:lstStyle/>
        <a:p>
          <a:r>
            <a:rPr lang="uk-UA" b="0" i="0" baseline="0"/>
            <a:t>пересування московських військ під час Кримських походів (1687 р., 1689 р.).</a:t>
          </a:r>
          <a:endParaRPr lang="uk-UA"/>
        </a:p>
      </dgm:t>
    </dgm:pt>
    <dgm:pt modelId="{0133802E-5EB1-47CD-985A-632FD37808AB}" type="parTrans" cxnId="{F4922238-BAFD-474D-865E-44E1D87E3352}">
      <dgm:prSet/>
      <dgm:spPr/>
      <dgm:t>
        <a:bodyPr/>
        <a:lstStyle/>
        <a:p>
          <a:endParaRPr lang="uk-UA"/>
        </a:p>
      </dgm:t>
    </dgm:pt>
    <dgm:pt modelId="{32511561-C8A1-4DA3-9E07-4A57E08A51DF}" type="sibTrans" cxnId="{F4922238-BAFD-474D-865E-44E1D87E3352}">
      <dgm:prSet/>
      <dgm:spPr/>
      <dgm:t>
        <a:bodyPr/>
        <a:lstStyle/>
        <a:p>
          <a:endParaRPr lang="uk-UA"/>
        </a:p>
      </dgm:t>
    </dgm:pt>
    <dgm:pt modelId="{4DDCA831-E242-4779-8267-B3BF5C0D3F86}">
      <dgm:prSet/>
      <dgm:spPr/>
      <dgm:t>
        <a:bodyPr/>
        <a:lstStyle/>
        <a:p>
          <a:r>
            <a:rPr lang="uk-UA" b="0" i="0" baseline="0"/>
            <a:t>дії козацьких полків під час Азовських походів московського царя Петра І (1695, 1696 рр.).</a:t>
          </a:r>
          <a:endParaRPr lang="uk-UA"/>
        </a:p>
      </dgm:t>
    </dgm:pt>
    <dgm:pt modelId="{D783BA5F-2D90-45F4-A994-93C11F0C5EA3}" type="parTrans" cxnId="{9380F3A5-4B29-47F6-B481-B5C05D3F740E}">
      <dgm:prSet/>
      <dgm:spPr/>
      <dgm:t>
        <a:bodyPr/>
        <a:lstStyle/>
        <a:p>
          <a:endParaRPr lang="uk-UA"/>
        </a:p>
      </dgm:t>
    </dgm:pt>
    <dgm:pt modelId="{502141BE-5775-4DA4-AD1C-89E4CAACBA94}" type="sibTrans" cxnId="{9380F3A5-4B29-47F6-B481-B5C05D3F740E}">
      <dgm:prSet/>
      <dgm:spPr/>
      <dgm:t>
        <a:bodyPr/>
        <a:lstStyle/>
        <a:p>
          <a:endParaRPr lang="uk-UA"/>
        </a:p>
      </dgm:t>
    </dgm:pt>
    <dgm:pt modelId="{48C72C66-72A9-43CA-92D6-ACF1AE4982A2}">
      <dgm:prSet/>
      <dgm:spPr/>
      <dgm:t>
        <a:bodyPr/>
        <a:lstStyle/>
        <a:p>
          <a:r>
            <a:rPr lang="uk-UA" b="0" i="0" baseline="0"/>
            <a:t>перебіг подій Північної війни на території України (1708–1709 рр.).</a:t>
          </a:r>
          <a:endParaRPr lang="uk-UA"/>
        </a:p>
      </dgm:t>
    </dgm:pt>
    <dgm:pt modelId="{19B92F9D-5B4C-4355-AA50-5095BBC9BE3C}" type="parTrans" cxnId="{7EE43379-4EAC-40D9-B448-279DA77A08E6}">
      <dgm:prSet/>
      <dgm:spPr/>
      <dgm:t>
        <a:bodyPr/>
        <a:lstStyle/>
        <a:p>
          <a:endParaRPr lang="uk-UA"/>
        </a:p>
      </dgm:t>
    </dgm:pt>
    <dgm:pt modelId="{E5F40E95-6E6E-4C78-B661-3746E1ACF79A}" type="sibTrans" cxnId="{7EE43379-4EAC-40D9-B448-279DA77A08E6}">
      <dgm:prSet/>
      <dgm:spPr/>
      <dgm:t>
        <a:bodyPr/>
        <a:lstStyle/>
        <a:p>
          <a:endParaRPr lang="uk-UA"/>
        </a:p>
      </dgm:t>
    </dgm:pt>
    <dgm:pt modelId="{7904E664-E53E-490B-8F93-8E925281E408}">
      <dgm:prSet/>
      <dgm:spPr/>
      <dgm:t>
        <a:bodyPr/>
        <a:lstStyle/>
        <a:p>
          <a:r>
            <a:rPr lang="uk-UA" b="0" i="0" baseline="0" dirty="0"/>
            <a:t>напрямок походу П. Орлика на Правобережжя (1711 р.).</a:t>
          </a:r>
          <a:endParaRPr lang="uk-UA" dirty="0"/>
        </a:p>
      </dgm:t>
    </dgm:pt>
    <dgm:pt modelId="{F7B7B4FB-4627-4566-92BD-00A7E77C2B47}" type="parTrans" cxnId="{41FD1A20-04EC-4C4A-89F7-CF7F7951B96C}">
      <dgm:prSet/>
      <dgm:spPr/>
      <dgm:t>
        <a:bodyPr/>
        <a:lstStyle/>
        <a:p>
          <a:endParaRPr lang="uk-UA"/>
        </a:p>
      </dgm:t>
    </dgm:pt>
    <dgm:pt modelId="{B998AACC-C582-4E88-9C76-5126105687B6}" type="sibTrans" cxnId="{41FD1A20-04EC-4C4A-89F7-CF7F7951B96C}">
      <dgm:prSet/>
      <dgm:spPr/>
      <dgm:t>
        <a:bodyPr/>
        <a:lstStyle/>
        <a:p>
          <a:endParaRPr lang="uk-UA"/>
        </a:p>
      </dgm:t>
    </dgm:pt>
    <dgm:pt modelId="{76E6C651-1823-4ECF-9887-D6C3DA383D85}" type="pres">
      <dgm:prSet presAssocID="{0E148D38-E193-41A7-9804-2C2B027AB8BE}" presName="linear" presStyleCnt="0">
        <dgm:presLayoutVars>
          <dgm:animLvl val="lvl"/>
          <dgm:resizeHandles val="exact"/>
        </dgm:presLayoutVars>
      </dgm:prSet>
      <dgm:spPr/>
    </dgm:pt>
    <dgm:pt modelId="{C6508E3E-F37E-44AB-8FAF-21ABF5D282DA}" type="pres">
      <dgm:prSet presAssocID="{7DAB0E97-9434-43A8-861F-00E6F22BBD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7191A0-F1E0-460F-B8D0-6F57365F1876}" type="pres">
      <dgm:prSet presAssocID="{32511561-C8A1-4DA3-9E07-4A57E08A51DF}" presName="spacer" presStyleCnt="0"/>
      <dgm:spPr/>
    </dgm:pt>
    <dgm:pt modelId="{F61B251A-BAD4-4C77-9BCE-FFB1E240961D}" type="pres">
      <dgm:prSet presAssocID="{4DDCA831-E242-4779-8267-B3BF5C0D3F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567AB2-2B1C-40C3-A00A-759CE124FFF3}" type="pres">
      <dgm:prSet presAssocID="{502141BE-5775-4DA4-AD1C-89E4CAACBA94}" presName="spacer" presStyleCnt="0"/>
      <dgm:spPr/>
    </dgm:pt>
    <dgm:pt modelId="{7DBCBE9F-CB0B-4506-87AB-CDDEA25F95EF}" type="pres">
      <dgm:prSet presAssocID="{48C72C66-72A9-43CA-92D6-ACF1AE4982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879376-6209-44ED-84EB-9EE100CC8262}" type="pres">
      <dgm:prSet presAssocID="{E5F40E95-6E6E-4C78-B661-3746E1ACF79A}" presName="spacer" presStyleCnt="0"/>
      <dgm:spPr/>
    </dgm:pt>
    <dgm:pt modelId="{FA2A20BA-9E90-4B8F-B16E-BAD6BEB94FDF}" type="pres">
      <dgm:prSet presAssocID="{7904E664-E53E-490B-8F93-8E925281E40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FD1A20-04EC-4C4A-89F7-CF7F7951B96C}" srcId="{0E148D38-E193-41A7-9804-2C2B027AB8BE}" destId="{7904E664-E53E-490B-8F93-8E925281E408}" srcOrd="3" destOrd="0" parTransId="{F7B7B4FB-4627-4566-92BD-00A7E77C2B47}" sibTransId="{B998AACC-C582-4E88-9C76-5126105687B6}"/>
    <dgm:cxn modelId="{9026EA27-71BA-437D-BA6E-A1D46E7A1F30}" type="presOf" srcId="{4DDCA831-E242-4779-8267-B3BF5C0D3F86}" destId="{F61B251A-BAD4-4C77-9BCE-FFB1E240961D}" srcOrd="0" destOrd="0" presId="urn:microsoft.com/office/officeart/2005/8/layout/vList2"/>
    <dgm:cxn modelId="{F4922238-BAFD-474D-865E-44E1D87E3352}" srcId="{0E148D38-E193-41A7-9804-2C2B027AB8BE}" destId="{7DAB0E97-9434-43A8-861F-00E6F22BBD00}" srcOrd="0" destOrd="0" parTransId="{0133802E-5EB1-47CD-985A-632FD37808AB}" sibTransId="{32511561-C8A1-4DA3-9E07-4A57E08A51DF}"/>
    <dgm:cxn modelId="{70F1CC6D-AB60-425D-B400-9AAAE0C199AB}" type="presOf" srcId="{7904E664-E53E-490B-8F93-8E925281E408}" destId="{FA2A20BA-9E90-4B8F-B16E-BAD6BEB94FDF}" srcOrd="0" destOrd="0" presId="urn:microsoft.com/office/officeart/2005/8/layout/vList2"/>
    <dgm:cxn modelId="{FDE46772-7149-491E-8CFF-5058226E7A23}" type="presOf" srcId="{0E148D38-E193-41A7-9804-2C2B027AB8BE}" destId="{76E6C651-1823-4ECF-9887-D6C3DA383D85}" srcOrd="0" destOrd="0" presId="urn:microsoft.com/office/officeart/2005/8/layout/vList2"/>
    <dgm:cxn modelId="{7EE43379-4EAC-40D9-B448-279DA77A08E6}" srcId="{0E148D38-E193-41A7-9804-2C2B027AB8BE}" destId="{48C72C66-72A9-43CA-92D6-ACF1AE4982A2}" srcOrd="2" destOrd="0" parTransId="{19B92F9D-5B4C-4355-AA50-5095BBC9BE3C}" sibTransId="{E5F40E95-6E6E-4C78-B661-3746E1ACF79A}"/>
    <dgm:cxn modelId="{9380F3A5-4B29-47F6-B481-B5C05D3F740E}" srcId="{0E148D38-E193-41A7-9804-2C2B027AB8BE}" destId="{4DDCA831-E242-4779-8267-B3BF5C0D3F86}" srcOrd="1" destOrd="0" parTransId="{D783BA5F-2D90-45F4-A994-93C11F0C5EA3}" sibTransId="{502141BE-5775-4DA4-AD1C-89E4CAACBA94}"/>
    <dgm:cxn modelId="{22B2E3AB-483D-4C38-8B61-0CBC14C74A1C}" type="presOf" srcId="{48C72C66-72A9-43CA-92D6-ACF1AE4982A2}" destId="{7DBCBE9F-CB0B-4506-87AB-CDDEA25F95EF}" srcOrd="0" destOrd="0" presId="urn:microsoft.com/office/officeart/2005/8/layout/vList2"/>
    <dgm:cxn modelId="{21E504FB-6173-47FE-9F8E-3F1B04DD559A}" type="presOf" srcId="{7DAB0E97-9434-43A8-861F-00E6F22BBD00}" destId="{C6508E3E-F37E-44AB-8FAF-21ABF5D282DA}" srcOrd="0" destOrd="0" presId="urn:microsoft.com/office/officeart/2005/8/layout/vList2"/>
    <dgm:cxn modelId="{0750C9E4-F1EF-43D2-A373-5FA1229A33FF}" type="presParOf" srcId="{76E6C651-1823-4ECF-9887-D6C3DA383D85}" destId="{C6508E3E-F37E-44AB-8FAF-21ABF5D282DA}" srcOrd="0" destOrd="0" presId="urn:microsoft.com/office/officeart/2005/8/layout/vList2"/>
    <dgm:cxn modelId="{812962F7-E7C0-4E8A-8836-700AF3B22D01}" type="presParOf" srcId="{76E6C651-1823-4ECF-9887-D6C3DA383D85}" destId="{DE7191A0-F1E0-460F-B8D0-6F57365F1876}" srcOrd="1" destOrd="0" presId="urn:microsoft.com/office/officeart/2005/8/layout/vList2"/>
    <dgm:cxn modelId="{581B8214-E693-4698-88C6-EB540CBAF708}" type="presParOf" srcId="{76E6C651-1823-4ECF-9887-D6C3DA383D85}" destId="{F61B251A-BAD4-4C77-9BCE-FFB1E240961D}" srcOrd="2" destOrd="0" presId="urn:microsoft.com/office/officeart/2005/8/layout/vList2"/>
    <dgm:cxn modelId="{3E2877BA-2E19-4E8E-8EFC-3B7B211EBB59}" type="presParOf" srcId="{76E6C651-1823-4ECF-9887-D6C3DA383D85}" destId="{15567AB2-2B1C-40C3-A00A-759CE124FFF3}" srcOrd="3" destOrd="0" presId="urn:microsoft.com/office/officeart/2005/8/layout/vList2"/>
    <dgm:cxn modelId="{3ED0216F-599A-436C-BF46-914E3FF506F4}" type="presParOf" srcId="{76E6C651-1823-4ECF-9887-D6C3DA383D85}" destId="{7DBCBE9F-CB0B-4506-87AB-CDDEA25F95EF}" srcOrd="4" destOrd="0" presId="urn:microsoft.com/office/officeart/2005/8/layout/vList2"/>
    <dgm:cxn modelId="{0285D98C-94EB-409D-8CA0-B65EA922C2E1}" type="presParOf" srcId="{76E6C651-1823-4ECF-9887-D6C3DA383D85}" destId="{48879376-6209-44ED-84EB-9EE100CC8262}" srcOrd="5" destOrd="0" presId="urn:microsoft.com/office/officeart/2005/8/layout/vList2"/>
    <dgm:cxn modelId="{578B93D7-E90C-4016-97CD-01E59CCAF14B}" type="presParOf" srcId="{76E6C651-1823-4ECF-9887-D6C3DA383D85}" destId="{FA2A20BA-9E90-4B8F-B16E-BAD6BEB94F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C188EB3-1606-4C2A-9866-489E816434D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3618AAA-D4D8-481C-BEB9-3DD402626F27}">
      <dgm:prSet/>
      <dgm:spPr/>
      <dgm:t>
        <a:bodyPr/>
        <a:lstStyle/>
        <a:p>
          <a:r>
            <a:rPr lang="ru-RU" b="0" i="0" baseline="0"/>
            <a:t>С. Палія.</a:t>
          </a:r>
          <a:endParaRPr lang="uk-UA"/>
        </a:p>
      </dgm:t>
    </dgm:pt>
    <dgm:pt modelId="{484B7869-87C6-4D2C-8C16-ECBCCD079118}" type="parTrans" cxnId="{EA3C8A1E-4264-404C-95BD-B72FA72FE123}">
      <dgm:prSet/>
      <dgm:spPr/>
      <dgm:t>
        <a:bodyPr/>
        <a:lstStyle/>
        <a:p>
          <a:endParaRPr lang="uk-UA"/>
        </a:p>
      </dgm:t>
    </dgm:pt>
    <dgm:pt modelId="{05362BDA-0D2D-4F9D-B01E-E59EB821A0D6}" type="sibTrans" cxnId="{EA3C8A1E-4264-404C-95BD-B72FA72FE123}">
      <dgm:prSet/>
      <dgm:spPr/>
      <dgm:t>
        <a:bodyPr/>
        <a:lstStyle/>
        <a:p>
          <a:endParaRPr lang="uk-UA"/>
        </a:p>
      </dgm:t>
    </dgm:pt>
    <dgm:pt modelId="{58EB7334-0C8A-4F17-B7F1-880FB0F9C927}">
      <dgm:prSet/>
      <dgm:spPr/>
      <dgm:t>
        <a:bodyPr/>
        <a:lstStyle/>
        <a:p>
          <a:r>
            <a:rPr lang="ru-RU" b="0" i="0" baseline="0"/>
            <a:t>М. Залізняка.</a:t>
          </a:r>
          <a:endParaRPr lang="uk-UA"/>
        </a:p>
      </dgm:t>
    </dgm:pt>
    <dgm:pt modelId="{AF6C4C49-650D-404B-8FC2-F2D9C63D0EA2}" type="parTrans" cxnId="{9219B0A2-7CFA-45A7-984C-4EAA66A57784}">
      <dgm:prSet/>
      <dgm:spPr/>
      <dgm:t>
        <a:bodyPr/>
        <a:lstStyle/>
        <a:p>
          <a:endParaRPr lang="uk-UA"/>
        </a:p>
      </dgm:t>
    </dgm:pt>
    <dgm:pt modelId="{4D679C61-658B-4825-AD68-F0B22CFFD6CC}" type="sibTrans" cxnId="{9219B0A2-7CFA-45A7-984C-4EAA66A57784}">
      <dgm:prSet/>
      <dgm:spPr/>
      <dgm:t>
        <a:bodyPr/>
        <a:lstStyle/>
        <a:p>
          <a:endParaRPr lang="uk-UA"/>
        </a:p>
      </dgm:t>
    </dgm:pt>
    <dgm:pt modelId="{44425DF3-231D-40EE-9E53-AEA9630CDDD3}">
      <dgm:prSet/>
      <dgm:spPr/>
      <dgm:t>
        <a:bodyPr/>
        <a:lstStyle/>
        <a:p>
          <a:r>
            <a:rPr lang="ru-RU" b="0" i="0" baseline="0"/>
            <a:t>У. Кармелюка.</a:t>
          </a:r>
          <a:endParaRPr lang="uk-UA"/>
        </a:p>
      </dgm:t>
    </dgm:pt>
    <dgm:pt modelId="{B38BD41D-CCD3-440A-AD6D-6C808CC79EB6}" type="parTrans" cxnId="{27AAE4B4-D891-4067-8F9C-E74DAB6691E6}">
      <dgm:prSet/>
      <dgm:spPr/>
      <dgm:t>
        <a:bodyPr/>
        <a:lstStyle/>
        <a:p>
          <a:endParaRPr lang="uk-UA"/>
        </a:p>
      </dgm:t>
    </dgm:pt>
    <dgm:pt modelId="{C98AB9E4-ADA7-4312-A96B-11EC1F0E0ECB}" type="sibTrans" cxnId="{27AAE4B4-D891-4067-8F9C-E74DAB6691E6}">
      <dgm:prSet/>
      <dgm:spPr/>
      <dgm:t>
        <a:bodyPr/>
        <a:lstStyle/>
        <a:p>
          <a:endParaRPr lang="uk-UA"/>
        </a:p>
      </dgm:t>
    </dgm:pt>
    <dgm:pt modelId="{86CAF7F5-DEB4-4E5A-B543-DC46EA7DCF35}">
      <dgm:prSet/>
      <dgm:spPr/>
      <dgm:t>
        <a:bodyPr/>
        <a:lstStyle/>
        <a:p>
          <a:r>
            <a:rPr lang="ru-RU" b="0" i="0" baseline="0"/>
            <a:t>К. Косинського.</a:t>
          </a:r>
          <a:endParaRPr lang="uk-UA"/>
        </a:p>
      </dgm:t>
    </dgm:pt>
    <dgm:pt modelId="{09BCFDD4-5EC6-4B0B-97E4-54CD1396289D}" type="parTrans" cxnId="{D7BCEC5F-EC32-495D-A327-3C2B40F3D305}">
      <dgm:prSet/>
      <dgm:spPr/>
      <dgm:t>
        <a:bodyPr/>
        <a:lstStyle/>
        <a:p>
          <a:endParaRPr lang="uk-UA"/>
        </a:p>
      </dgm:t>
    </dgm:pt>
    <dgm:pt modelId="{1657E220-0EFC-41E2-85C5-C202A0AD06A5}" type="sibTrans" cxnId="{D7BCEC5F-EC32-495D-A327-3C2B40F3D305}">
      <dgm:prSet/>
      <dgm:spPr/>
      <dgm:t>
        <a:bodyPr/>
        <a:lstStyle/>
        <a:p>
          <a:endParaRPr lang="uk-UA"/>
        </a:p>
      </dgm:t>
    </dgm:pt>
    <dgm:pt modelId="{B0C56C4B-1131-4A48-B718-7BA515940B28}" type="pres">
      <dgm:prSet presAssocID="{3C188EB3-1606-4C2A-9866-489E816434D7}" presName="Name0" presStyleCnt="0">
        <dgm:presLayoutVars>
          <dgm:chMax val="7"/>
          <dgm:chPref val="7"/>
          <dgm:dir/>
        </dgm:presLayoutVars>
      </dgm:prSet>
      <dgm:spPr/>
    </dgm:pt>
    <dgm:pt modelId="{4C807B27-EE1D-4948-A85A-A3C360F941B0}" type="pres">
      <dgm:prSet presAssocID="{3C188EB3-1606-4C2A-9866-489E816434D7}" presName="Name1" presStyleCnt="0"/>
      <dgm:spPr/>
    </dgm:pt>
    <dgm:pt modelId="{69FE332F-0496-47FA-82A6-0A00F19E0229}" type="pres">
      <dgm:prSet presAssocID="{3C188EB3-1606-4C2A-9866-489E816434D7}" presName="cycle" presStyleCnt="0"/>
      <dgm:spPr/>
    </dgm:pt>
    <dgm:pt modelId="{D9EBCB07-7A55-498C-8EDA-9CA9B157C5E9}" type="pres">
      <dgm:prSet presAssocID="{3C188EB3-1606-4C2A-9866-489E816434D7}" presName="srcNode" presStyleLbl="node1" presStyleIdx="0" presStyleCnt="4"/>
      <dgm:spPr/>
    </dgm:pt>
    <dgm:pt modelId="{AF3A5589-E003-42D1-9037-A8B5F156132A}" type="pres">
      <dgm:prSet presAssocID="{3C188EB3-1606-4C2A-9866-489E816434D7}" presName="conn" presStyleLbl="parChTrans1D2" presStyleIdx="0" presStyleCnt="1"/>
      <dgm:spPr/>
    </dgm:pt>
    <dgm:pt modelId="{BEB17BDE-6930-40BA-A9D5-B8E69DA48B91}" type="pres">
      <dgm:prSet presAssocID="{3C188EB3-1606-4C2A-9866-489E816434D7}" presName="extraNode" presStyleLbl="node1" presStyleIdx="0" presStyleCnt="4"/>
      <dgm:spPr/>
    </dgm:pt>
    <dgm:pt modelId="{9F58FE3A-861F-4774-B461-D75610D96E1F}" type="pres">
      <dgm:prSet presAssocID="{3C188EB3-1606-4C2A-9866-489E816434D7}" presName="dstNode" presStyleLbl="node1" presStyleIdx="0" presStyleCnt="4"/>
      <dgm:spPr/>
    </dgm:pt>
    <dgm:pt modelId="{4F46E716-4A3B-4A65-9964-617046732ADA}" type="pres">
      <dgm:prSet presAssocID="{23618AAA-D4D8-481C-BEB9-3DD402626F27}" presName="text_1" presStyleLbl="node1" presStyleIdx="0" presStyleCnt="4">
        <dgm:presLayoutVars>
          <dgm:bulletEnabled val="1"/>
        </dgm:presLayoutVars>
      </dgm:prSet>
      <dgm:spPr/>
    </dgm:pt>
    <dgm:pt modelId="{65D71C5C-FD83-49B1-A2F2-FE9493D7A4D6}" type="pres">
      <dgm:prSet presAssocID="{23618AAA-D4D8-481C-BEB9-3DD402626F27}" presName="accent_1" presStyleCnt="0"/>
      <dgm:spPr/>
    </dgm:pt>
    <dgm:pt modelId="{2AA1C12D-0926-4C4F-8E70-E4518F4B9069}" type="pres">
      <dgm:prSet presAssocID="{23618AAA-D4D8-481C-BEB9-3DD402626F27}" presName="accentRepeatNode" presStyleLbl="solidFgAcc1" presStyleIdx="0" presStyleCnt="4"/>
      <dgm:spPr/>
    </dgm:pt>
    <dgm:pt modelId="{12629BE4-5D50-4561-9A4E-8C662A0543B0}" type="pres">
      <dgm:prSet presAssocID="{58EB7334-0C8A-4F17-B7F1-880FB0F9C927}" presName="text_2" presStyleLbl="node1" presStyleIdx="1" presStyleCnt="4">
        <dgm:presLayoutVars>
          <dgm:bulletEnabled val="1"/>
        </dgm:presLayoutVars>
      </dgm:prSet>
      <dgm:spPr/>
    </dgm:pt>
    <dgm:pt modelId="{4F93B161-F0E0-463A-95DB-B6B26C913262}" type="pres">
      <dgm:prSet presAssocID="{58EB7334-0C8A-4F17-B7F1-880FB0F9C927}" presName="accent_2" presStyleCnt="0"/>
      <dgm:spPr/>
    </dgm:pt>
    <dgm:pt modelId="{E92BF773-6918-4FE0-B672-B67C3BA39C94}" type="pres">
      <dgm:prSet presAssocID="{58EB7334-0C8A-4F17-B7F1-880FB0F9C927}" presName="accentRepeatNode" presStyleLbl="solidFgAcc1" presStyleIdx="1" presStyleCnt="4"/>
      <dgm:spPr/>
    </dgm:pt>
    <dgm:pt modelId="{FE3B88B4-A333-4D26-BD69-6BDB9AC2CAC7}" type="pres">
      <dgm:prSet presAssocID="{44425DF3-231D-40EE-9E53-AEA9630CDDD3}" presName="text_3" presStyleLbl="node1" presStyleIdx="2" presStyleCnt="4">
        <dgm:presLayoutVars>
          <dgm:bulletEnabled val="1"/>
        </dgm:presLayoutVars>
      </dgm:prSet>
      <dgm:spPr/>
    </dgm:pt>
    <dgm:pt modelId="{8A52856C-1107-45D2-A50B-1A2C40076F87}" type="pres">
      <dgm:prSet presAssocID="{44425DF3-231D-40EE-9E53-AEA9630CDDD3}" presName="accent_3" presStyleCnt="0"/>
      <dgm:spPr/>
    </dgm:pt>
    <dgm:pt modelId="{235BA501-D36F-4CBF-BA4C-268D1584950E}" type="pres">
      <dgm:prSet presAssocID="{44425DF3-231D-40EE-9E53-AEA9630CDDD3}" presName="accentRepeatNode" presStyleLbl="solidFgAcc1" presStyleIdx="2" presStyleCnt="4"/>
      <dgm:spPr/>
    </dgm:pt>
    <dgm:pt modelId="{9BCCD5ED-44EF-47C4-BE42-A43CE252595D}" type="pres">
      <dgm:prSet presAssocID="{86CAF7F5-DEB4-4E5A-B543-DC46EA7DCF35}" presName="text_4" presStyleLbl="node1" presStyleIdx="3" presStyleCnt="4">
        <dgm:presLayoutVars>
          <dgm:bulletEnabled val="1"/>
        </dgm:presLayoutVars>
      </dgm:prSet>
      <dgm:spPr/>
    </dgm:pt>
    <dgm:pt modelId="{1015C519-A8B4-4FEF-8225-E069CD6753B9}" type="pres">
      <dgm:prSet presAssocID="{86CAF7F5-DEB4-4E5A-B543-DC46EA7DCF35}" presName="accent_4" presStyleCnt="0"/>
      <dgm:spPr/>
    </dgm:pt>
    <dgm:pt modelId="{1B8834D6-7FFA-473F-B8DD-1E866914EC76}" type="pres">
      <dgm:prSet presAssocID="{86CAF7F5-DEB4-4E5A-B543-DC46EA7DCF35}" presName="accentRepeatNode" presStyleLbl="solidFgAcc1" presStyleIdx="3" presStyleCnt="4"/>
      <dgm:spPr/>
    </dgm:pt>
  </dgm:ptLst>
  <dgm:cxnLst>
    <dgm:cxn modelId="{EA3C8A1E-4264-404C-95BD-B72FA72FE123}" srcId="{3C188EB3-1606-4C2A-9866-489E816434D7}" destId="{23618AAA-D4D8-481C-BEB9-3DD402626F27}" srcOrd="0" destOrd="0" parTransId="{484B7869-87C6-4D2C-8C16-ECBCCD079118}" sibTransId="{05362BDA-0D2D-4F9D-B01E-E59EB821A0D6}"/>
    <dgm:cxn modelId="{5FEB7D5C-D953-4531-BADB-7B1C8613DCE7}" type="presOf" srcId="{44425DF3-231D-40EE-9E53-AEA9630CDDD3}" destId="{FE3B88B4-A333-4D26-BD69-6BDB9AC2CAC7}" srcOrd="0" destOrd="0" presId="urn:microsoft.com/office/officeart/2008/layout/VerticalCurvedList"/>
    <dgm:cxn modelId="{D7BCEC5F-EC32-495D-A327-3C2B40F3D305}" srcId="{3C188EB3-1606-4C2A-9866-489E816434D7}" destId="{86CAF7F5-DEB4-4E5A-B543-DC46EA7DCF35}" srcOrd="3" destOrd="0" parTransId="{09BCFDD4-5EC6-4B0B-97E4-54CD1396289D}" sibTransId="{1657E220-0EFC-41E2-85C5-C202A0AD06A5}"/>
    <dgm:cxn modelId="{AE9B6D47-7FDF-4322-8BC7-8B7652102C7D}" type="presOf" srcId="{86CAF7F5-DEB4-4E5A-B543-DC46EA7DCF35}" destId="{9BCCD5ED-44EF-47C4-BE42-A43CE252595D}" srcOrd="0" destOrd="0" presId="urn:microsoft.com/office/officeart/2008/layout/VerticalCurvedList"/>
    <dgm:cxn modelId="{2D38F599-83E5-44DC-8B5F-6A8053EF3D38}" type="presOf" srcId="{05362BDA-0D2D-4F9D-B01E-E59EB821A0D6}" destId="{AF3A5589-E003-42D1-9037-A8B5F156132A}" srcOrd="0" destOrd="0" presId="urn:microsoft.com/office/officeart/2008/layout/VerticalCurvedList"/>
    <dgm:cxn modelId="{9219B0A2-7CFA-45A7-984C-4EAA66A57784}" srcId="{3C188EB3-1606-4C2A-9866-489E816434D7}" destId="{58EB7334-0C8A-4F17-B7F1-880FB0F9C927}" srcOrd="1" destOrd="0" parTransId="{AF6C4C49-650D-404B-8FC2-F2D9C63D0EA2}" sibTransId="{4D679C61-658B-4825-AD68-F0B22CFFD6CC}"/>
    <dgm:cxn modelId="{DCEBB3A4-683B-4DD8-AD1C-71172A1D15BF}" type="presOf" srcId="{23618AAA-D4D8-481C-BEB9-3DD402626F27}" destId="{4F46E716-4A3B-4A65-9964-617046732ADA}" srcOrd="0" destOrd="0" presId="urn:microsoft.com/office/officeart/2008/layout/VerticalCurvedList"/>
    <dgm:cxn modelId="{A94820A5-0EC6-49A5-A075-F0A7B234E7BE}" type="presOf" srcId="{58EB7334-0C8A-4F17-B7F1-880FB0F9C927}" destId="{12629BE4-5D50-4561-9A4E-8C662A0543B0}" srcOrd="0" destOrd="0" presId="urn:microsoft.com/office/officeart/2008/layout/VerticalCurvedList"/>
    <dgm:cxn modelId="{27AAE4B4-D891-4067-8F9C-E74DAB6691E6}" srcId="{3C188EB3-1606-4C2A-9866-489E816434D7}" destId="{44425DF3-231D-40EE-9E53-AEA9630CDDD3}" srcOrd="2" destOrd="0" parTransId="{B38BD41D-CCD3-440A-AD6D-6C808CC79EB6}" sibTransId="{C98AB9E4-ADA7-4312-A96B-11EC1F0E0ECB}"/>
    <dgm:cxn modelId="{23E093BE-6558-4AA6-83D5-18C49370A04B}" type="presOf" srcId="{3C188EB3-1606-4C2A-9866-489E816434D7}" destId="{B0C56C4B-1131-4A48-B718-7BA515940B28}" srcOrd="0" destOrd="0" presId="urn:microsoft.com/office/officeart/2008/layout/VerticalCurvedList"/>
    <dgm:cxn modelId="{A8CA0F04-BB48-4342-9178-088C193206FE}" type="presParOf" srcId="{B0C56C4B-1131-4A48-B718-7BA515940B28}" destId="{4C807B27-EE1D-4948-A85A-A3C360F941B0}" srcOrd="0" destOrd="0" presId="urn:microsoft.com/office/officeart/2008/layout/VerticalCurvedList"/>
    <dgm:cxn modelId="{6709FBEA-4B0F-42ED-AED1-0DE261D16770}" type="presParOf" srcId="{4C807B27-EE1D-4948-A85A-A3C360F941B0}" destId="{69FE332F-0496-47FA-82A6-0A00F19E0229}" srcOrd="0" destOrd="0" presId="urn:microsoft.com/office/officeart/2008/layout/VerticalCurvedList"/>
    <dgm:cxn modelId="{D4D90FD4-92CA-42CE-AA8A-CD9405879763}" type="presParOf" srcId="{69FE332F-0496-47FA-82A6-0A00F19E0229}" destId="{D9EBCB07-7A55-498C-8EDA-9CA9B157C5E9}" srcOrd="0" destOrd="0" presId="urn:microsoft.com/office/officeart/2008/layout/VerticalCurvedList"/>
    <dgm:cxn modelId="{1CEE33C7-DC28-44BA-9CA8-9B003466C596}" type="presParOf" srcId="{69FE332F-0496-47FA-82A6-0A00F19E0229}" destId="{AF3A5589-E003-42D1-9037-A8B5F156132A}" srcOrd="1" destOrd="0" presId="urn:microsoft.com/office/officeart/2008/layout/VerticalCurvedList"/>
    <dgm:cxn modelId="{E8185A0D-CFDB-4201-8D3A-387A9D85CF7E}" type="presParOf" srcId="{69FE332F-0496-47FA-82A6-0A00F19E0229}" destId="{BEB17BDE-6930-40BA-A9D5-B8E69DA48B91}" srcOrd="2" destOrd="0" presId="urn:microsoft.com/office/officeart/2008/layout/VerticalCurvedList"/>
    <dgm:cxn modelId="{7B282AF5-C4F4-4CD4-8702-F4E5EF7230A8}" type="presParOf" srcId="{69FE332F-0496-47FA-82A6-0A00F19E0229}" destId="{9F58FE3A-861F-4774-B461-D75610D96E1F}" srcOrd="3" destOrd="0" presId="urn:microsoft.com/office/officeart/2008/layout/VerticalCurvedList"/>
    <dgm:cxn modelId="{F564440A-3BCD-4112-ADC5-4FC7EA7ED24D}" type="presParOf" srcId="{4C807B27-EE1D-4948-A85A-A3C360F941B0}" destId="{4F46E716-4A3B-4A65-9964-617046732ADA}" srcOrd="1" destOrd="0" presId="urn:microsoft.com/office/officeart/2008/layout/VerticalCurvedList"/>
    <dgm:cxn modelId="{84E0638A-4986-41D9-B553-7104FDE02EDA}" type="presParOf" srcId="{4C807B27-EE1D-4948-A85A-A3C360F941B0}" destId="{65D71C5C-FD83-49B1-A2F2-FE9493D7A4D6}" srcOrd="2" destOrd="0" presId="urn:microsoft.com/office/officeart/2008/layout/VerticalCurvedList"/>
    <dgm:cxn modelId="{B197A521-28C4-4D68-ABB1-B0B81C0E34BB}" type="presParOf" srcId="{65D71C5C-FD83-49B1-A2F2-FE9493D7A4D6}" destId="{2AA1C12D-0926-4C4F-8E70-E4518F4B9069}" srcOrd="0" destOrd="0" presId="urn:microsoft.com/office/officeart/2008/layout/VerticalCurvedList"/>
    <dgm:cxn modelId="{4B340BB0-6293-4A0F-BE7B-31124D7104A3}" type="presParOf" srcId="{4C807B27-EE1D-4948-A85A-A3C360F941B0}" destId="{12629BE4-5D50-4561-9A4E-8C662A0543B0}" srcOrd="3" destOrd="0" presId="urn:microsoft.com/office/officeart/2008/layout/VerticalCurvedList"/>
    <dgm:cxn modelId="{66547970-8451-4BAE-9A50-1DEDFF723359}" type="presParOf" srcId="{4C807B27-EE1D-4948-A85A-A3C360F941B0}" destId="{4F93B161-F0E0-463A-95DB-B6B26C913262}" srcOrd="4" destOrd="0" presId="urn:microsoft.com/office/officeart/2008/layout/VerticalCurvedList"/>
    <dgm:cxn modelId="{70B09188-70E4-4B46-9676-BE30A3E02A3E}" type="presParOf" srcId="{4F93B161-F0E0-463A-95DB-B6B26C913262}" destId="{E92BF773-6918-4FE0-B672-B67C3BA39C94}" srcOrd="0" destOrd="0" presId="urn:microsoft.com/office/officeart/2008/layout/VerticalCurvedList"/>
    <dgm:cxn modelId="{31DAF3C2-D8E6-48A6-A39C-8CA0C0506CFD}" type="presParOf" srcId="{4C807B27-EE1D-4948-A85A-A3C360F941B0}" destId="{FE3B88B4-A333-4D26-BD69-6BDB9AC2CAC7}" srcOrd="5" destOrd="0" presId="urn:microsoft.com/office/officeart/2008/layout/VerticalCurvedList"/>
    <dgm:cxn modelId="{4521B1AD-60EA-4C76-9F53-76129ADF88DE}" type="presParOf" srcId="{4C807B27-EE1D-4948-A85A-A3C360F941B0}" destId="{8A52856C-1107-45D2-A50B-1A2C40076F87}" srcOrd="6" destOrd="0" presId="urn:microsoft.com/office/officeart/2008/layout/VerticalCurvedList"/>
    <dgm:cxn modelId="{953B8FA8-E876-4734-A468-A004B1E0C01C}" type="presParOf" srcId="{8A52856C-1107-45D2-A50B-1A2C40076F87}" destId="{235BA501-D36F-4CBF-BA4C-268D1584950E}" srcOrd="0" destOrd="0" presId="urn:microsoft.com/office/officeart/2008/layout/VerticalCurvedList"/>
    <dgm:cxn modelId="{78A48DC2-64E3-437F-8192-3876BFD445A2}" type="presParOf" srcId="{4C807B27-EE1D-4948-A85A-A3C360F941B0}" destId="{9BCCD5ED-44EF-47C4-BE42-A43CE252595D}" srcOrd="7" destOrd="0" presId="urn:microsoft.com/office/officeart/2008/layout/VerticalCurvedList"/>
    <dgm:cxn modelId="{FEA2C005-8F6A-476A-9A5C-5BE0E720F9C9}" type="presParOf" srcId="{4C807B27-EE1D-4948-A85A-A3C360F941B0}" destId="{1015C519-A8B4-4FEF-8225-E069CD6753B9}" srcOrd="8" destOrd="0" presId="urn:microsoft.com/office/officeart/2008/layout/VerticalCurvedList"/>
    <dgm:cxn modelId="{EB7D2B8B-10DD-41D9-A1B8-A114DEA9A6CF}" type="presParOf" srcId="{1015C519-A8B4-4FEF-8225-E069CD6753B9}" destId="{1B8834D6-7FFA-473F-B8DD-1E866914EC7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74BAF85-E61B-41F2-93CB-9CA1E4FC0E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CB1410A-C877-4B17-B984-4633E047AA87}">
      <dgm:prSet/>
      <dgm:spPr/>
      <dgm:t>
        <a:bodyPr/>
        <a:lstStyle/>
        <a:p>
          <a:r>
            <a:rPr lang="ru-RU" b="0" i="0" baseline="0"/>
            <a:t>укладання Конституції П. Орлика</a:t>
          </a:r>
          <a:endParaRPr lang="uk-UA"/>
        </a:p>
      </dgm:t>
    </dgm:pt>
    <dgm:pt modelId="{6B11C206-3473-442E-A459-25C50AA8DE90}" type="parTrans" cxnId="{B81FE4C9-B4B3-46A8-955B-AE66D4FC49C5}">
      <dgm:prSet/>
      <dgm:spPr/>
      <dgm:t>
        <a:bodyPr/>
        <a:lstStyle/>
        <a:p>
          <a:endParaRPr lang="uk-UA"/>
        </a:p>
      </dgm:t>
    </dgm:pt>
    <dgm:pt modelId="{338957AA-4538-43DB-A600-332A7EB36249}" type="sibTrans" cxnId="{B81FE4C9-B4B3-46A8-955B-AE66D4FC49C5}">
      <dgm:prSet/>
      <dgm:spPr/>
      <dgm:t>
        <a:bodyPr/>
        <a:lstStyle/>
        <a:p>
          <a:endParaRPr lang="uk-UA"/>
        </a:p>
      </dgm:t>
    </dgm:pt>
    <dgm:pt modelId="{1E9A4A4F-FC5D-4F2E-B35E-2E570E6ED226}">
      <dgm:prSet/>
      <dgm:spPr/>
      <dgm:t>
        <a:bodyPr/>
        <a:lstStyle/>
        <a:p>
          <a:r>
            <a:rPr lang="ru-RU" b="0" i="0" baseline="0"/>
            <a:t>остаточна ліквідація посади гетьмана</a:t>
          </a:r>
          <a:endParaRPr lang="uk-UA"/>
        </a:p>
      </dgm:t>
    </dgm:pt>
    <dgm:pt modelId="{0E2B4F20-ABD8-44FE-BC9B-90F048A33472}" type="parTrans" cxnId="{2646BF6B-36C2-4559-92DB-8A01D6268E66}">
      <dgm:prSet/>
      <dgm:spPr/>
      <dgm:t>
        <a:bodyPr/>
        <a:lstStyle/>
        <a:p>
          <a:endParaRPr lang="uk-UA"/>
        </a:p>
      </dgm:t>
    </dgm:pt>
    <dgm:pt modelId="{B74B1391-AD94-42CA-8428-B37CA80A0FB4}" type="sibTrans" cxnId="{2646BF6B-36C2-4559-92DB-8A01D6268E66}">
      <dgm:prSet/>
      <dgm:spPr/>
      <dgm:t>
        <a:bodyPr/>
        <a:lstStyle/>
        <a:p>
          <a:endParaRPr lang="uk-UA"/>
        </a:p>
      </dgm:t>
    </dgm:pt>
    <dgm:pt modelId="{722E3E88-C3E2-4284-95AD-F4C8138C275D}">
      <dgm:prSet/>
      <dgm:spPr/>
      <dgm:t>
        <a:bodyPr/>
        <a:lstStyle/>
        <a:p>
          <a:r>
            <a:rPr lang="ru-RU" b="0" i="0" baseline="0"/>
            <a:t>приєднання Правобережної України до Московської держави</a:t>
          </a:r>
          <a:endParaRPr lang="uk-UA"/>
        </a:p>
      </dgm:t>
    </dgm:pt>
    <dgm:pt modelId="{9FE651FC-51C9-4A57-BABE-DF8F25704EEC}" type="parTrans" cxnId="{7F9BA906-476F-41EE-BA94-68CB11C1B08E}">
      <dgm:prSet/>
      <dgm:spPr/>
      <dgm:t>
        <a:bodyPr/>
        <a:lstStyle/>
        <a:p>
          <a:endParaRPr lang="uk-UA"/>
        </a:p>
      </dgm:t>
    </dgm:pt>
    <dgm:pt modelId="{59FD2929-0777-4C18-9A07-DD9276B4366A}" type="sibTrans" cxnId="{7F9BA906-476F-41EE-BA94-68CB11C1B08E}">
      <dgm:prSet/>
      <dgm:spPr/>
      <dgm:t>
        <a:bodyPr/>
        <a:lstStyle/>
        <a:p>
          <a:endParaRPr lang="uk-UA"/>
        </a:p>
      </dgm:t>
    </dgm:pt>
    <dgm:pt modelId="{3794A0E7-48BD-4276-BF02-A8BF0394D409}">
      <dgm:prSet/>
      <dgm:spPr/>
      <dgm:t>
        <a:bodyPr/>
        <a:lstStyle/>
        <a:p>
          <a:r>
            <a:rPr lang="ru-RU" b="0" i="0" baseline="0"/>
            <a:t>запровадження козацького устрою на Правобережній Україні</a:t>
          </a:r>
          <a:endParaRPr lang="uk-UA"/>
        </a:p>
      </dgm:t>
    </dgm:pt>
    <dgm:pt modelId="{A88EDCB0-07F6-423B-A397-C78E43F2E96C}" type="parTrans" cxnId="{89D37A2C-DE4C-4B5B-A0FB-A81C75484D40}">
      <dgm:prSet/>
      <dgm:spPr/>
      <dgm:t>
        <a:bodyPr/>
        <a:lstStyle/>
        <a:p>
          <a:endParaRPr lang="uk-UA"/>
        </a:p>
      </dgm:t>
    </dgm:pt>
    <dgm:pt modelId="{CB6FB614-F265-4A67-9691-822EC96E13D9}" type="sibTrans" cxnId="{89D37A2C-DE4C-4B5B-A0FB-A81C75484D40}">
      <dgm:prSet/>
      <dgm:spPr/>
      <dgm:t>
        <a:bodyPr/>
        <a:lstStyle/>
        <a:p>
          <a:endParaRPr lang="uk-UA"/>
        </a:p>
      </dgm:t>
    </dgm:pt>
    <dgm:pt modelId="{E330B495-E226-4559-9F3D-F4EBDCE8C856}" type="pres">
      <dgm:prSet presAssocID="{874BAF85-E61B-41F2-93CB-9CA1E4FC0E07}" presName="linear" presStyleCnt="0">
        <dgm:presLayoutVars>
          <dgm:animLvl val="lvl"/>
          <dgm:resizeHandles val="exact"/>
        </dgm:presLayoutVars>
      </dgm:prSet>
      <dgm:spPr/>
    </dgm:pt>
    <dgm:pt modelId="{E8037E08-B5F1-4075-82FC-C4877AA627C6}" type="pres">
      <dgm:prSet presAssocID="{3CB1410A-C877-4B17-B984-4633E047AA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967CDC-6B27-4BC5-98CB-ACBB620B4437}" type="pres">
      <dgm:prSet presAssocID="{338957AA-4538-43DB-A600-332A7EB36249}" presName="spacer" presStyleCnt="0"/>
      <dgm:spPr/>
    </dgm:pt>
    <dgm:pt modelId="{D980B4C1-DBDD-4397-B0BD-A14FF82AC2BD}" type="pres">
      <dgm:prSet presAssocID="{1E9A4A4F-FC5D-4F2E-B35E-2E570E6ED2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7DE77D-49CB-465A-9125-980A8F160CCB}" type="pres">
      <dgm:prSet presAssocID="{B74B1391-AD94-42CA-8428-B37CA80A0FB4}" presName="spacer" presStyleCnt="0"/>
      <dgm:spPr/>
    </dgm:pt>
    <dgm:pt modelId="{8DC2E58F-5F4C-47D9-8BA8-DD5285C1E44F}" type="pres">
      <dgm:prSet presAssocID="{722E3E88-C3E2-4284-95AD-F4C8138C27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B8137C-1E12-425B-AE91-2C097E02C67C}" type="pres">
      <dgm:prSet presAssocID="{59FD2929-0777-4C18-9A07-DD9276B4366A}" presName="spacer" presStyleCnt="0"/>
      <dgm:spPr/>
    </dgm:pt>
    <dgm:pt modelId="{5722B96E-DF1B-4344-A1FF-4D350F62E5B7}" type="pres">
      <dgm:prSet presAssocID="{3794A0E7-48BD-4276-BF02-A8BF0394D4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9BA906-476F-41EE-BA94-68CB11C1B08E}" srcId="{874BAF85-E61B-41F2-93CB-9CA1E4FC0E07}" destId="{722E3E88-C3E2-4284-95AD-F4C8138C275D}" srcOrd="2" destOrd="0" parTransId="{9FE651FC-51C9-4A57-BABE-DF8F25704EEC}" sibTransId="{59FD2929-0777-4C18-9A07-DD9276B4366A}"/>
    <dgm:cxn modelId="{89D37A2C-DE4C-4B5B-A0FB-A81C75484D40}" srcId="{874BAF85-E61B-41F2-93CB-9CA1E4FC0E07}" destId="{3794A0E7-48BD-4276-BF02-A8BF0394D409}" srcOrd="3" destOrd="0" parTransId="{A88EDCB0-07F6-423B-A397-C78E43F2E96C}" sibTransId="{CB6FB614-F265-4A67-9691-822EC96E13D9}"/>
    <dgm:cxn modelId="{C14DB830-A877-4F69-AE5D-980CD4B8B5B8}" type="presOf" srcId="{3CB1410A-C877-4B17-B984-4633E047AA87}" destId="{E8037E08-B5F1-4075-82FC-C4877AA627C6}" srcOrd="0" destOrd="0" presId="urn:microsoft.com/office/officeart/2005/8/layout/vList2"/>
    <dgm:cxn modelId="{2646BF6B-36C2-4559-92DB-8A01D6268E66}" srcId="{874BAF85-E61B-41F2-93CB-9CA1E4FC0E07}" destId="{1E9A4A4F-FC5D-4F2E-B35E-2E570E6ED226}" srcOrd="1" destOrd="0" parTransId="{0E2B4F20-ABD8-44FE-BC9B-90F048A33472}" sibTransId="{B74B1391-AD94-42CA-8428-B37CA80A0FB4}"/>
    <dgm:cxn modelId="{8F54EE50-BF6C-4F06-8C2B-40974FB03A16}" type="presOf" srcId="{722E3E88-C3E2-4284-95AD-F4C8138C275D}" destId="{8DC2E58F-5F4C-47D9-8BA8-DD5285C1E44F}" srcOrd="0" destOrd="0" presId="urn:microsoft.com/office/officeart/2005/8/layout/vList2"/>
    <dgm:cxn modelId="{059D3175-33DB-489F-BBA3-E9139346920E}" type="presOf" srcId="{3794A0E7-48BD-4276-BF02-A8BF0394D409}" destId="{5722B96E-DF1B-4344-A1FF-4D350F62E5B7}" srcOrd="0" destOrd="0" presId="urn:microsoft.com/office/officeart/2005/8/layout/vList2"/>
    <dgm:cxn modelId="{052B718B-B967-41DF-8C04-D79FE29F05B4}" type="presOf" srcId="{874BAF85-E61B-41F2-93CB-9CA1E4FC0E07}" destId="{E330B495-E226-4559-9F3D-F4EBDCE8C856}" srcOrd="0" destOrd="0" presId="urn:microsoft.com/office/officeart/2005/8/layout/vList2"/>
    <dgm:cxn modelId="{E94A949D-FB74-4210-AD56-D6DB98979A9F}" type="presOf" srcId="{1E9A4A4F-FC5D-4F2E-B35E-2E570E6ED226}" destId="{D980B4C1-DBDD-4397-B0BD-A14FF82AC2BD}" srcOrd="0" destOrd="0" presId="urn:microsoft.com/office/officeart/2005/8/layout/vList2"/>
    <dgm:cxn modelId="{B81FE4C9-B4B3-46A8-955B-AE66D4FC49C5}" srcId="{874BAF85-E61B-41F2-93CB-9CA1E4FC0E07}" destId="{3CB1410A-C877-4B17-B984-4633E047AA87}" srcOrd="0" destOrd="0" parTransId="{6B11C206-3473-442E-A459-25C50AA8DE90}" sibTransId="{338957AA-4538-43DB-A600-332A7EB36249}"/>
    <dgm:cxn modelId="{EA6088CF-7550-4AED-B071-BF50761B6403}" type="presParOf" srcId="{E330B495-E226-4559-9F3D-F4EBDCE8C856}" destId="{E8037E08-B5F1-4075-82FC-C4877AA627C6}" srcOrd="0" destOrd="0" presId="urn:microsoft.com/office/officeart/2005/8/layout/vList2"/>
    <dgm:cxn modelId="{A553A949-C7EF-44E1-953B-DA7563BAD6A0}" type="presParOf" srcId="{E330B495-E226-4559-9F3D-F4EBDCE8C856}" destId="{7A967CDC-6B27-4BC5-98CB-ACBB620B4437}" srcOrd="1" destOrd="0" presId="urn:microsoft.com/office/officeart/2005/8/layout/vList2"/>
    <dgm:cxn modelId="{D40A7A9A-E4BD-494E-A268-8438B5202F3B}" type="presParOf" srcId="{E330B495-E226-4559-9F3D-F4EBDCE8C856}" destId="{D980B4C1-DBDD-4397-B0BD-A14FF82AC2BD}" srcOrd="2" destOrd="0" presId="urn:microsoft.com/office/officeart/2005/8/layout/vList2"/>
    <dgm:cxn modelId="{AE3BCD6E-5160-4EF8-9B35-DBD7F1AF1B32}" type="presParOf" srcId="{E330B495-E226-4559-9F3D-F4EBDCE8C856}" destId="{477DE77D-49CB-465A-9125-980A8F160CCB}" srcOrd="3" destOrd="0" presId="urn:microsoft.com/office/officeart/2005/8/layout/vList2"/>
    <dgm:cxn modelId="{9A87E162-5DC8-4247-893A-7D20F26D8CF1}" type="presParOf" srcId="{E330B495-E226-4559-9F3D-F4EBDCE8C856}" destId="{8DC2E58F-5F4C-47D9-8BA8-DD5285C1E44F}" srcOrd="4" destOrd="0" presId="urn:microsoft.com/office/officeart/2005/8/layout/vList2"/>
    <dgm:cxn modelId="{9A36F54D-DCC6-431C-9761-C370C60F8F05}" type="presParOf" srcId="{E330B495-E226-4559-9F3D-F4EBDCE8C856}" destId="{CDB8137C-1E12-425B-AE91-2C097E02C67C}" srcOrd="5" destOrd="0" presId="urn:microsoft.com/office/officeart/2005/8/layout/vList2"/>
    <dgm:cxn modelId="{D9068F13-8C83-4BA3-AD21-8C3B7F725262}" type="presParOf" srcId="{E330B495-E226-4559-9F3D-F4EBDCE8C856}" destId="{5722B96E-DF1B-4344-A1FF-4D350F62E5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70C9C86-F072-44C9-B618-67D42337477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8E8231E-0633-4FB5-800B-67C296F41683}">
      <dgm:prSet/>
      <dgm:spPr/>
      <dgm:t>
        <a:bodyPr/>
        <a:lstStyle/>
        <a:p>
          <a:r>
            <a:rPr lang="ru-RU" b="0" i="0" baseline="0"/>
            <a:t>1, 2</a:t>
          </a:r>
          <a:endParaRPr lang="uk-UA"/>
        </a:p>
      </dgm:t>
    </dgm:pt>
    <dgm:pt modelId="{D40048AD-939C-47B5-BDA7-133BBCE90A97}" type="parTrans" cxnId="{2E832E48-A46C-4D01-AC2D-73F872B34E15}">
      <dgm:prSet/>
      <dgm:spPr/>
      <dgm:t>
        <a:bodyPr/>
        <a:lstStyle/>
        <a:p>
          <a:endParaRPr lang="uk-UA"/>
        </a:p>
      </dgm:t>
    </dgm:pt>
    <dgm:pt modelId="{4923E319-EF6C-4081-A114-547E07BBD30F}" type="sibTrans" cxnId="{2E832E48-A46C-4D01-AC2D-73F872B34E15}">
      <dgm:prSet/>
      <dgm:spPr/>
      <dgm:t>
        <a:bodyPr/>
        <a:lstStyle/>
        <a:p>
          <a:endParaRPr lang="uk-UA"/>
        </a:p>
      </dgm:t>
    </dgm:pt>
    <dgm:pt modelId="{098B5621-D1E0-4BB2-AE1A-8B49145251F5}">
      <dgm:prSet/>
      <dgm:spPr/>
      <dgm:t>
        <a:bodyPr/>
        <a:lstStyle/>
        <a:p>
          <a:r>
            <a:rPr lang="ru-RU" b="0" i="0" baseline="0"/>
            <a:t>1, 3</a:t>
          </a:r>
          <a:endParaRPr lang="uk-UA"/>
        </a:p>
      </dgm:t>
    </dgm:pt>
    <dgm:pt modelId="{D399061A-D5D7-4F8C-B133-57DE7F367092}" type="parTrans" cxnId="{6C41A36F-4FD9-4DCE-8AE0-34E03DD989BC}">
      <dgm:prSet/>
      <dgm:spPr/>
      <dgm:t>
        <a:bodyPr/>
        <a:lstStyle/>
        <a:p>
          <a:endParaRPr lang="uk-UA"/>
        </a:p>
      </dgm:t>
    </dgm:pt>
    <dgm:pt modelId="{19CC3170-3188-4EE2-A84A-84C7CC7CABD3}" type="sibTrans" cxnId="{6C41A36F-4FD9-4DCE-8AE0-34E03DD989BC}">
      <dgm:prSet/>
      <dgm:spPr/>
      <dgm:t>
        <a:bodyPr/>
        <a:lstStyle/>
        <a:p>
          <a:endParaRPr lang="uk-UA"/>
        </a:p>
      </dgm:t>
    </dgm:pt>
    <dgm:pt modelId="{60707C61-65C9-42AE-B89E-694B0F2AA224}">
      <dgm:prSet/>
      <dgm:spPr/>
      <dgm:t>
        <a:bodyPr/>
        <a:lstStyle/>
        <a:p>
          <a:r>
            <a:rPr lang="ru-RU" b="0" i="0" baseline="0"/>
            <a:t>2, 3</a:t>
          </a:r>
          <a:endParaRPr lang="uk-UA"/>
        </a:p>
      </dgm:t>
    </dgm:pt>
    <dgm:pt modelId="{D018956B-E189-48B1-898C-7C13CAD08C49}" type="parTrans" cxnId="{668D91C1-2241-4F2C-A313-9C16A5655566}">
      <dgm:prSet/>
      <dgm:spPr/>
      <dgm:t>
        <a:bodyPr/>
        <a:lstStyle/>
        <a:p>
          <a:endParaRPr lang="uk-UA"/>
        </a:p>
      </dgm:t>
    </dgm:pt>
    <dgm:pt modelId="{BFB95AAE-11ED-4AB6-BCF0-A1E3A6543702}" type="sibTrans" cxnId="{668D91C1-2241-4F2C-A313-9C16A5655566}">
      <dgm:prSet/>
      <dgm:spPr/>
      <dgm:t>
        <a:bodyPr/>
        <a:lstStyle/>
        <a:p>
          <a:endParaRPr lang="uk-UA"/>
        </a:p>
      </dgm:t>
    </dgm:pt>
    <dgm:pt modelId="{84B15863-C28C-433E-8B3C-D8C095EC42D7}">
      <dgm:prSet/>
      <dgm:spPr/>
      <dgm:t>
        <a:bodyPr/>
        <a:lstStyle/>
        <a:p>
          <a:r>
            <a:rPr lang="ru-RU" b="0" i="0" baseline="0"/>
            <a:t>1, 2, 3</a:t>
          </a:r>
          <a:endParaRPr lang="uk-UA"/>
        </a:p>
      </dgm:t>
    </dgm:pt>
    <dgm:pt modelId="{F8DD44A0-DE25-4944-BBEF-FD155526C65C}" type="parTrans" cxnId="{ECD8A72D-B3F3-4983-A7CA-C9A333A6B92F}">
      <dgm:prSet/>
      <dgm:spPr/>
      <dgm:t>
        <a:bodyPr/>
        <a:lstStyle/>
        <a:p>
          <a:endParaRPr lang="uk-UA"/>
        </a:p>
      </dgm:t>
    </dgm:pt>
    <dgm:pt modelId="{C7463A69-ADBA-49B5-9C7A-9C9A99D5CE03}" type="sibTrans" cxnId="{ECD8A72D-B3F3-4983-A7CA-C9A333A6B92F}">
      <dgm:prSet/>
      <dgm:spPr/>
      <dgm:t>
        <a:bodyPr/>
        <a:lstStyle/>
        <a:p>
          <a:endParaRPr lang="uk-UA"/>
        </a:p>
      </dgm:t>
    </dgm:pt>
    <dgm:pt modelId="{67020E16-260B-4F3B-B60D-44A7D79B8A2D}" type="pres">
      <dgm:prSet presAssocID="{470C9C86-F072-44C9-B618-67D423374776}" presName="linearFlow" presStyleCnt="0">
        <dgm:presLayoutVars>
          <dgm:dir/>
          <dgm:resizeHandles val="exact"/>
        </dgm:presLayoutVars>
      </dgm:prSet>
      <dgm:spPr/>
    </dgm:pt>
    <dgm:pt modelId="{8DBCCB9A-2FA0-45DF-B487-3D9EE5BED780}" type="pres">
      <dgm:prSet presAssocID="{98E8231E-0633-4FB5-800B-67C296F41683}" presName="composite" presStyleCnt="0"/>
      <dgm:spPr/>
    </dgm:pt>
    <dgm:pt modelId="{9CBE97FD-A989-41AC-9850-E41FA3A92E4E}" type="pres">
      <dgm:prSet presAssocID="{98E8231E-0633-4FB5-800B-67C296F41683}" presName="imgShp" presStyleLbl="fgImgPlace1" presStyleIdx="0" presStyleCnt="4"/>
      <dgm:spPr/>
    </dgm:pt>
    <dgm:pt modelId="{01EBB24E-AAF7-47F7-B167-324BE94D5938}" type="pres">
      <dgm:prSet presAssocID="{98E8231E-0633-4FB5-800B-67C296F41683}" presName="txShp" presStyleLbl="node1" presStyleIdx="0" presStyleCnt="4">
        <dgm:presLayoutVars>
          <dgm:bulletEnabled val="1"/>
        </dgm:presLayoutVars>
      </dgm:prSet>
      <dgm:spPr/>
    </dgm:pt>
    <dgm:pt modelId="{F1A67767-6625-48C9-8899-70E3E2200424}" type="pres">
      <dgm:prSet presAssocID="{4923E319-EF6C-4081-A114-547E07BBD30F}" presName="spacing" presStyleCnt="0"/>
      <dgm:spPr/>
    </dgm:pt>
    <dgm:pt modelId="{CA7B49F9-25B4-4223-9CAA-5FC3B7F35FEB}" type="pres">
      <dgm:prSet presAssocID="{098B5621-D1E0-4BB2-AE1A-8B49145251F5}" presName="composite" presStyleCnt="0"/>
      <dgm:spPr/>
    </dgm:pt>
    <dgm:pt modelId="{580EFBC2-3BBE-4585-94F3-6C317828F63C}" type="pres">
      <dgm:prSet presAssocID="{098B5621-D1E0-4BB2-AE1A-8B49145251F5}" presName="imgShp" presStyleLbl="fgImgPlace1" presStyleIdx="1" presStyleCnt="4"/>
      <dgm:spPr/>
    </dgm:pt>
    <dgm:pt modelId="{43A9CE77-0E28-4E0E-A752-5A8777762250}" type="pres">
      <dgm:prSet presAssocID="{098B5621-D1E0-4BB2-AE1A-8B49145251F5}" presName="txShp" presStyleLbl="node1" presStyleIdx="1" presStyleCnt="4">
        <dgm:presLayoutVars>
          <dgm:bulletEnabled val="1"/>
        </dgm:presLayoutVars>
      </dgm:prSet>
      <dgm:spPr/>
    </dgm:pt>
    <dgm:pt modelId="{0D3E512E-1EB7-4971-A3EB-6EA57C80CA84}" type="pres">
      <dgm:prSet presAssocID="{19CC3170-3188-4EE2-A84A-84C7CC7CABD3}" presName="spacing" presStyleCnt="0"/>
      <dgm:spPr/>
    </dgm:pt>
    <dgm:pt modelId="{7E236D80-518F-4CA5-9F11-B6687AE2F8C0}" type="pres">
      <dgm:prSet presAssocID="{60707C61-65C9-42AE-B89E-694B0F2AA224}" presName="composite" presStyleCnt="0"/>
      <dgm:spPr/>
    </dgm:pt>
    <dgm:pt modelId="{EC4E666E-5B44-4D5B-829F-59CF17ADE999}" type="pres">
      <dgm:prSet presAssocID="{60707C61-65C9-42AE-B89E-694B0F2AA224}" presName="imgShp" presStyleLbl="fgImgPlace1" presStyleIdx="2" presStyleCnt="4"/>
      <dgm:spPr/>
    </dgm:pt>
    <dgm:pt modelId="{39855D5C-AD98-446F-B9AF-87348A4F7AD9}" type="pres">
      <dgm:prSet presAssocID="{60707C61-65C9-42AE-B89E-694B0F2AA224}" presName="txShp" presStyleLbl="node1" presStyleIdx="2" presStyleCnt="4">
        <dgm:presLayoutVars>
          <dgm:bulletEnabled val="1"/>
        </dgm:presLayoutVars>
      </dgm:prSet>
      <dgm:spPr/>
    </dgm:pt>
    <dgm:pt modelId="{9EA0F427-1014-425A-AA13-C96FD36333F0}" type="pres">
      <dgm:prSet presAssocID="{BFB95AAE-11ED-4AB6-BCF0-A1E3A6543702}" presName="spacing" presStyleCnt="0"/>
      <dgm:spPr/>
    </dgm:pt>
    <dgm:pt modelId="{93BB3C42-9C28-4B27-9E95-27F774E03270}" type="pres">
      <dgm:prSet presAssocID="{84B15863-C28C-433E-8B3C-D8C095EC42D7}" presName="composite" presStyleCnt="0"/>
      <dgm:spPr/>
    </dgm:pt>
    <dgm:pt modelId="{C92E9EA3-D215-455C-8092-85921E1E5BEF}" type="pres">
      <dgm:prSet presAssocID="{84B15863-C28C-433E-8B3C-D8C095EC42D7}" presName="imgShp" presStyleLbl="fgImgPlace1" presStyleIdx="3" presStyleCnt="4"/>
      <dgm:spPr/>
    </dgm:pt>
    <dgm:pt modelId="{2910BF96-D69B-4C92-AF32-71B55B7E840E}" type="pres">
      <dgm:prSet presAssocID="{84B15863-C28C-433E-8B3C-D8C095EC42D7}" presName="txShp" presStyleLbl="node1" presStyleIdx="3" presStyleCnt="4">
        <dgm:presLayoutVars>
          <dgm:bulletEnabled val="1"/>
        </dgm:presLayoutVars>
      </dgm:prSet>
      <dgm:spPr/>
    </dgm:pt>
  </dgm:ptLst>
  <dgm:cxnLst>
    <dgm:cxn modelId="{1289C010-E8DF-4AF9-9CF2-0CE9CCAEB72E}" type="presOf" srcId="{60707C61-65C9-42AE-B89E-694B0F2AA224}" destId="{39855D5C-AD98-446F-B9AF-87348A4F7AD9}" srcOrd="0" destOrd="0" presId="urn:microsoft.com/office/officeart/2005/8/layout/vList3"/>
    <dgm:cxn modelId="{ECD8A72D-B3F3-4983-A7CA-C9A333A6B92F}" srcId="{470C9C86-F072-44C9-B618-67D423374776}" destId="{84B15863-C28C-433E-8B3C-D8C095EC42D7}" srcOrd="3" destOrd="0" parTransId="{F8DD44A0-DE25-4944-BBEF-FD155526C65C}" sibTransId="{C7463A69-ADBA-49B5-9C7A-9C9A99D5CE03}"/>
    <dgm:cxn modelId="{595FAD61-5A22-4D41-BF18-7BD33C04AB6E}" type="presOf" srcId="{098B5621-D1E0-4BB2-AE1A-8B49145251F5}" destId="{43A9CE77-0E28-4E0E-A752-5A8777762250}" srcOrd="0" destOrd="0" presId="urn:microsoft.com/office/officeart/2005/8/layout/vList3"/>
    <dgm:cxn modelId="{2E832E48-A46C-4D01-AC2D-73F872B34E15}" srcId="{470C9C86-F072-44C9-B618-67D423374776}" destId="{98E8231E-0633-4FB5-800B-67C296F41683}" srcOrd="0" destOrd="0" parTransId="{D40048AD-939C-47B5-BDA7-133BBCE90A97}" sibTransId="{4923E319-EF6C-4081-A114-547E07BBD30F}"/>
    <dgm:cxn modelId="{6C41A36F-4FD9-4DCE-8AE0-34E03DD989BC}" srcId="{470C9C86-F072-44C9-B618-67D423374776}" destId="{098B5621-D1E0-4BB2-AE1A-8B49145251F5}" srcOrd="1" destOrd="0" parTransId="{D399061A-D5D7-4F8C-B133-57DE7F367092}" sibTransId="{19CC3170-3188-4EE2-A84A-84C7CC7CABD3}"/>
    <dgm:cxn modelId="{B49DEAA1-B632-4957-908F-FBEAEC1D6F73}" type="presOf" srcId="{98E8231E-0633-4FB5-800B-67C296F41683}" destId="{01EBB24E-AAF7-47F7-B167-324BE94D5938}" srcOrd="0" destOrd="0" presId="urn:microsoft.com/office/officeart/2005/8/layout/vList3"/>
    <dgm:cxn modelId="{668D91C1-2241-4F2C-A313-9C16A5655566}" srcId="{470C9C86-F072-44C9-B618-67D423374776}" destId="{60707C61-65C9-42AE-B89E-694B0F2AA224}" srcOrd="2" destOrd="0" parTransId="{D018956B-E189-48B1-898C-7C13CAD08C49}" sibTransId="{BFB95AAE-11ED-4AB6-BCF0-A1E3A6543702}"/>
    <dgm:cxn modelId="{BA4F1ED5-F81B-4822-B837-28C6D6C1E067}" type="presOf" srcId="{470C9C86-F072-44C9-B618-67D423374776}" destId="{67020E16-260B-4F3B-B60D-44A7D79B8A2D}" srcOrd="0" destOrd="0" presId="urn:microsoft.com/office/officeart/2005/8/layout/vList3"/>
    <dgm:cxn modelId="{4896B6FB-C365-461C-9446-DAE4374F90F2}" type="presOf" srcId="{84B15863-C28C-433E-8B3C-D8C095EC42D7}" destId="{2910BF96-D69B-4C92-AF32-71B55B7E840E}" srcOrd="0" destOrd="0" presId="urn:microsoft.com/office/officeart/2005/8/layout/vList3"/>
    <dgm:cxn modelId="{7460556D-F2AA-48E2-A443-CC35C4C79ED5}" type="presParOf" srcId="{67020E16-260B-4F3B-B60D-44A7D79B8A2D}" destId="{8DBCCB9A-2FA0-45DF-B487-3D9EE5BED780}" srcOrd="0" destOrd="0" presId="urn:microsoft.com/office/officeart/2005/8/layout/vList3"/>
    <dgm:cxn modelId="{9EB54482-24CC-4B4E-AA51-35B0BC6ADF52}" type="presParOf" srcId="{8DBCCB9A-2FA0-45DF-B487-3D9EE5BED780}" destId="{9CBE97FD-A989-41AC-9850-E41FA3A92E4E}" srcOrd="0" destOrd="0" presId="urn:microsoft.com/office/officeart/2005/8/layout/vList3"/>
    <dgm:cxn modelId="{0AAFC2B7-27A6-4D7D-962F-1DEAE6834D83}" type="presParOf" srcId="{8DBCCB9A-2FA0-45DF-B487-3D9EE5BED780}" destId="{01EBB24E-AAF7-47F7-B167-324BE94D5938}" srcOrd="1" destOrd="0" presId="urn:microsoft.com/office/officeart/2005/8/layout/vList3"/>
    <dgm:cxn modelId="{663DD14C-1740-4EB9-AC26-E3B37089A515}" type="presParOf" srcId="{67020E16-260B-4F3B-B60D-44A7D79B8A2D}" destId="{F1A67767-6625-48C9-8899-70E3E2200424}" srcOrd="1" destOrd="0" presId="urn:microsoft.com/office/officeart/2005/8/layout/vList3"/>
    <dgm:cxn modelId="{719AEBAD-47D4-4CAD-BD43-3E47FDD066E6}" type="presParOf" srcId="{67020E16-260B-4F3B-B60D-44A7D79B8A2D}" destId="{CA7B49F9-25B4-4223-9CAA-5FC3B7F35FEB}" srcOrd="2" destOrd="0" presId="urn:microsoft.com/office/officeart/2005/8/layout/vList3"/>
    <dgm:cxn modelId="{4D0E8D39-AD1F-4360-BB17-F258B4AAFCD2}" type="presParOf" srcId="{CA7B49F9-25B4-4223-9CAA-5FC3B7F35FEB}" destId="{580EFBC2-3BBE-4585-94F3-6C317828F63C}" srcOrd="0" destOrd="0" presId="urn:microsoft.com/office/officeart/2005/8/layout/vList3"/>
    <dgm:cxn modelId="{A050B430-2015-42C9-B7F6-93ADAB18AFA3}" type="presParOf" srcId="{CA7B49F9-25B4-4223-9CAA-5FC3B7F35FEB}" destId="{43A9CE77-0E28-4E0E-A752-5A8777762250}" srcOrd="1" destOrd="0" presId="urn:microsoft.com/office/officeart/2005/8/layout/vList3"/>
    <dgm:cxn modelId="{BE180D19-EC44-4ECD-B6DD-32730671B40C}" type="presParOf" srcId="{67020E16-260B-4F3B-B60D-44A7D79B8A2D}" destId="{0D3E512E-1EB7-4971-A3EB-6EA57C80CA84}" srcOrd="3" destOrd="0" presId="urn:microsoft.com/office/officeart/2005/8/layout/vList3"/>
    <dgm:cxn modelId="{52112FF1-84B4-4350-8634-43379BD4FB21}" type="presParOf" srcId="{67020E16-260B-4F3B-B60D-44A7D79B8A2D}" destId="{7E236D80-518F-4CA5-9F11-B6687AE2F8C0}" srcOrd="4" destOrd="0" presId="urn:microsoft.com/office/officeart/2005/8/layout/vList3"/>
    <dgm:cxn modelId="{A9559760-A6D7-4CEF-B613-AC833928A1B3}" type="presParOf" srcId="{7E236D80-518F-4CA5-9F11-B6687AE2F8C0}" destId="{EC4E666E-5B44-4D5B-829F-59CF17ADE999}" srcOrd="0" destOrd="0" presId="urn:microsoft.com/office/officeart/2005/8/layout/vList3"/>
    <dgm:cxn modelId="{3034049A-3619-49E0-8B1C-8D9530453774}" type="presParOf" srcId="{7E236D80-518F-4CA5-9F11-B6687AE2F8C0}" destId="{39855D5C-AD98-446F-B9AF-87348A4F7AD9}" srcOrd="1" destOrd="0" presId="urn:microsoft.com/office/officeart/2005/8/layout/vList3"/>
    <dgm:cxn modelId="{8E272B34-87F6-49D2-A188-369EBB267FEB}" type="presParOf" srcId="{67020E16-260B-4F3B-B60D-44A7D79B8A2D}" destId="{9EA0F427-1014-425A-AA13-C96FD36333F0}" srcOrd="5" destOrd="0" presId="urn:microsoft.com/office/officeart/2005/8/layout/vList3"/>
    <dgm:cxn modelId="{E1FB0628-F8B5-434A-B07B-EEDAACB8B36D}" type="presParOf" srcId="{67020E16-260B-4F3B-B60D-44A7D79B8A2D}" destId="{93BB3C42-9C28-4B27-9E95-27F774E03270}" srcOrd="6" destOrd="0" presId="urn:microsoft.com/office/officeart/2005/8/layout/vList3"/>
    <dgm:cxn modelId="{FED63887-1DB9-4EE7-84BB-237FA679B314}" type="presParOf" srcId="{93BB3C42-9C28-4B27-9E95-27F774E03270}" destId="{C92E9EA3-D215-455C-8092-85921E1E5BEF}" srcOrd="0" destOrd="0" presId="urn:microsoft.com/office/officeart/2005/8/layout/vList3"/>
    <dgm:cxn modelId="{7F5311C8-6F2E-406F-BCD1-BF34BF9B146D}" type="presParOf" srcId="{93BB3C42-9C28-4B27-9E95-27F774E03270}" destId="{2910BF96-D69B-4C92-AF32-71B55B7E840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311A1B6-A85B-4744-998F-1BB8F33F50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6CD30B-422C-473D-91D1-797DA67EAF7C}">
      <dgm:prSet/>
      <dgm:spPr/>
      <dgm:t>
        <a:bodyPr/>
        <a:lstStyle/>
        <a:p>
          <a:r>
            <a:rPr lang="uk-UA" b="0" i="0" baseline="0"/>
            <a:t>узаконення панщини.</a:t>
          </a:r>
          <a:endParaRPr lang="uk-UA"/>
        </a:p>
      </dgm:t>
    </dgm:pt>
    <dgm:pt modelId="{10B8F508-8956-4952-82A8-BA9A4DFF94F5}" type="parTrans" cxnId="{9EE4DAA9-5F48-4353-8709-3E0A7B16965E}">
      <dgm:prSet/>
      <dgm:spPr/>
      <dgm:t>
        <a:bodyPr/>
        <a:lstStyle/>
        <a:p>
          <a:endParaRPr lang="uk-UA"/>
        </a:p>
      </dgm:t>
    </dgm:pt>
    <dgm:pt modelId="{BE1FB9F0-BD60-4027-B873-E6832ED33CB0}" type="sibTrans" cxnId="{9EE4DAA9-5F48-4353-8709-3E0A7B16965E}">
      <dgm:prSet/>
      <dgm:spPr/>
      <dgm:t>
        <a:bodyPr/>
        <a:lstStyle/>
        <a:p>
          <a:endParaRPr lang="uk-UA"/>
        </a:p>
      </dgm:t>
    </dgm:pt>
    <dgm:pt modelId="{771954FE-1712-4720-B666-9553D1A03C26}">
      <dgm:prSet/>
      <dgm:spPr/>
      <dgm:t>
        <a:bodyPr/>
        <a:lstStyle/>
        <a:p>
          <a:r>
            <a:rPr lang="uk-UA" b="0" i="0" baseline="0"/>
            <a:t>ліквідації магдебурзького права.</a:t>
          </a:r>
          <a:endParaRPr lang="uk-UA"/>
        </a:p>
      </dgm:t>
    </dgm:pt>
    <dgm:pt modelId="{016622F9-EA49-479B-9F2C-C4985E34D21D}" type="parTrans" cxnId="{BDC34FAF-FB6C-496F-ACC8-B02318CBF77E}">
      <dgm:prSet/>
      <dgm:spPr/>
      <dgm:t>
        <a:bodyPr/>
        <a:lstStyle/>
        <a:p>
          <a:endParaRPr lang="uk-UA"/>
        </a:p>
      </dgm:t>
    </dgm:pt>
    <dgm:pt modelId="{C098FF72-7D01-4AD8-AE75-21E46B7A5EFF}" type="sibTrans" cxnId="{BDC34FAF-FB6C-496F-ACC8-B02318CBF77E}">
      <dgm:prSet/>
      <dgm:spPr/>
      <dgm:t>
        <a:bodyPr/>
        <a:lstStyle/>
        <a:p>
          <a:endParaRPr lang="uk-UA"/>
        </a:p>
      </dgm:t>
    </dgm:pt>
    <dgm:pt modelId="{349ED298-6F7C-4BB6-AC5A-F48BAA726455}">
      <dgm:prSet/>
      <dgm:spPr/>
      <dgm:t>
        <a:bodyPr/>
        <a:lstStyle/>
        <a:p>
          <a:r>
            <a:rPr lang="uk-UA" b="0" i="0" baseline="0"/>
            <a:t>обезземелення козацької старшини та шляхти.</a:t>
          </a:r>
          <a:endParaRPr lang="uk-UA"/>
        </a:p>
      </dgm:t>
    </dgm:pt>
    <dgm:pt modelId="{FB53825B-02F6-4775-97D4-CF81D3E82777}" type="parTrans" cxnId="{898D2169-49A4-40F6-8B0E-482FD4ADB389}">
      <dgm:prSet/>
      <dgm:spPr/>
      <dgm:t>
        <a:bodyPr/>
        <a:lstStyle/>
        <a:p>
          <a:endParaRPr lang="uk-UA"/>
        </a:p>
      </dgm:t>
    </dgm:pt>
    <dgm:pt modelId="{7EF4DDB6-D46C-46CA-8F1C-94A1C0720828}" type="sibTrans" cxnId="{898D2169-49A4-40F6-8B0E-482FD4ADB389}">
      <dgm:prSet/>
      <dgm:spPr/>
      <dgm:t>
        <a:bodyPr/>
        <a:lstStyle/>
        <a:p>
          <a:endParaRPr lang="uk-UA"/>
        </a:p>
      </dgm:t>
    </dgm:pt>
    <dgm:pt modelId="{2D6E645E-6974-4D4D-B6E5-F9E33694EFCE}">
      <dgm:prSet/>
      <dgm:spPr/>
      <dgm:t>
        <a:bodyPr/>
        <a:lstStyle/>
        <a:p>
          <a:r>
            <a:rPr lang="uk-UA" b="0" i="0" baseline="0"/>
            <a:t>скорочення землеволодінь російського дворянства.</a:t>
          </a:r>
          <a:endParaRPr lang="uk-UA"/>
        </a:p>
      </dgm:t>
    </dgm:pt>
    <dgm:pt modelId="{6C29FD59-5FBC-45BA-A615-C7C421D378CA}" type="parTrans" cxnId="{6701B090-6E3D-489F-A63F-FACA6A7C6C22}">
      <dgm:prSet/>
      <dgm:spPr/>
      <dgm:t>
        <a:bodyPr/>
        <a:lstStyle/>
        <a:p>
          <a:endParaRPr lang="uk-UA"/>
        </a:p>
      </dgm:t>
    </dgm:pt>
    <dgm:pt modelId="{ADC4ABD7-DF69-44DE-BDEA-41418B93BB18}" type="sibTrans" cxnId="{6701B090-6E3D-489F-A63F-FACA6A7C6C22}">
      <dgm:prSet/>
      <dgm:spPr/>
      <dgm:t>
        <a:bodyPr/>
        <a:lstStyle/>
        <a:p>
          <a:endParaRPr lang="uk-UA"/>
        </a:p>
      </dgm:t>
    </dgm:pt>
    <dgm:pt modelId="{948A3BD5-AF08-434B-91E0-05C23B419EB6}" type="pres">
      <dgm:prSet presAssocID="{8311A1B6-A85B-4744-998F-1BB8F33F5048}" presName="linear" presStyleCnt="0">
        <dgm:presLayoutVars>
          <dgm:animLvl val="lvl"/>
          <dgm:resizeHandles val="exact"/>
        </dgm:presLayoutVars>
      </dgm:prSet>
      <dgm:spPr/>
    </dgm:pt>
    <dgm:pt modelId="{2568058F-764C-4179-B50F-33C2F1B8157E}" type="pres">
      <dgm:prSet presAssocID="{D06CD30B-422C-473D-91D1-797DA67EAF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4BA260-4960-4D98-B7BE-149DE95E3F42}" type="pres">
      <dgm:prSet presAssocID="{BE1FB9F0-BD60-4027-B873-E6832ED33CB0}" presName="spacer" presStyleCnt="0"/>
      <dgm:spPr/>
    </dgm:pt>
    <dgm:pt modelId="{6E0ADD86-BAD5-44DD-A4F3-17007A10BB5C}" type="pres">
      <dgm:prSet presAssocID="{771954FE-1712-4720-B666-9553D1A03C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96D429-328E-43C9-95B5-77B7285A75AC}" type="pres">
      <dgm:prSet presAssocID="{C098FF72-7D01-4AD8-AE75-21E46B7A5EFF}" presName="spacer" presStyleCnt="0"/>
      <dgm:spPr/>
    </dgm:pt>
    <dgm:pt modelId="{3451FD90-9A26-47C1-88E8-4475DCEE55B2}" type="pres">
      <dgm:prSet presAssocID="{349ED298-6F7C-4BB6-AC5A-F48BAA72645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8D49D5E-EDBA-4F24-A37F-7696A69EE9FF}" type="pres">
      <dgm:prSet presAssocID="{7EF4DDB6-D46C-46CA-8F1C-94A1C0720828}" presName="spacer" presStyleCnt="0"/>
      <dgm:spPr/>
    </dgm:pt>
    <dgm:pt modelId="{06EFB409-B6DE-43FE-88F5-EDD6D0152958}" type="pres">
      <dgm:prSet presAssocID="{2D6E645E-6974-4D4D-B6E5-F9E33694EF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E6620B-5394-40FB-85B4-0067F6DA6A74}" type="presOf" srcId="{D06CD30B-422C-473D-91D1-797DA67EAF7C}" destId="{2568058F-764C-4179-B50F-33C2F1B8157E}" srcOrd="0" destOrd="0" presId="urn:microsoft.com/office/officeart/2005/8/layout/vList2"/>
    <dgm:cxn modelId="{3896902E-535E-41D9-B74F-F3FEE33063F1}" type="presOf" srcId="{771954FE-1712-4720-B666-9553D1A03C26}" destId="{6E0ADD86-BAD5-44DD-A4F3-17007A10BB5C}" srcOrd="0" destOrd="0" presId="urn:microsoft.com/office/officeart/2005/8/layout/vList2"/>
    <dgm:cxn modelId="{6C75A03D-FC6D-4555-BAEA-8C116B1113A5}" type="presOf" srcId="{8311A1B6-A85B-4744-998F-1BB8F33F5048}" destId="{948A3BD5-AF08-434B-91E0-05C23B419EB6}" srcOrd="0" destOrd="0" presId="urn:microsoft.com/office/officeart/2005/8/layout/vList2"/>
    <dgm:cxn modelId="{898D2169-49A4-40F6-8B0E-482FD4ADB389}" srcId="{8311A1B6-A85B-4744-998F-1BB8F33F5048}" destId="{349ED298-6F7C-4BB6-AC5A-F48BAA726455}" srcOrd="2" destOrd="0" parTransId="{FB53825B-02F6-4775-97D4-CF81D3E82777}" sibTransId="{7EF4DDB6-D46C-46CA-8F1C-94A1C0720828}"/>
    <dgm:cxn modelId="{3DE7008E-9CDF-4E25-BD99-F04B5A45B55B}" type="presOf" srcId="{349ED298-6F7C-4BB6-AC5A-F48BAA726455}" destId="{3451FD90-9A26-47C1-88E8-4475DCEE55B2}" srcOrd="0" destOrd="0" presId="urn:microsoft.com/office/officeart/2005/8/layout/vList2"/>
    <dgm:cxn modelId="{6701B090-6E3D-489F-A63F-FACA6A7C6C22}" srcId="{8311A1B6-A85B-4744-998F-1BB8F33F5048}" destId="{2D6E645E-6974-4D4D-B6E5-F9E33694EFCE}" srcOrd="3" destOrd="0" parTransId="{6C29FD59-5FBC-45BA-A615-C7C421D378CA}" sibTransId="{ADC4ABD7-DF69-44DE-BDEA-41418B93BB18}"/>
    <dgm:cxn modelId="{9EE4DAA9-5F48-4353-8709-3E0A7B16965E}" srcId="{8311A1B6-A85B-4744-998F-1BB8F33F5048}" destId="{D06CD30B-422C-473D-91D1-797DA67EAF7C}" srcOrd="0" destOrd="0" parTransId="{10B8F508-8956-4952-82A8-BA9A4DFF94F5}" sibTransId="{BE1FB9F0-BD60-4027-B873-E6832ED33CB0}"/>
    <dgm:cxn modelId="{BDC34FAF-FB6C-496F-ACC8-B02318CBF77E}" srcId="{8311A1B6-A85B-4744-998F-1BB8F33F5048}" destId="{771954FE-1712-4720-B666-9553D1A03C26}" srcOrd="1" destOrd="0" parTransId="{016622F9-EA49-479B-9F2C-C4985E34D21D}" sibTransId="{C098FF72-7D01-4AD8-AE75-21E46B7A5EFF}"/>
    <dgm:cxn modelId="{BDC4DCBB-0686-44C6-B370-8892E9EE959D}" type="presOf" srcId="{2D6E645E-6974-4D4D-B6E5-F9E33694EFCE}" destId="{06EFB409-B6DE-43FE-88F5-EDD6D0152958}" srcOrd="0" destOrd="0" presId="urn:microsoft.com/office/officeart/2005/8/layout/vList2"/>
    <dgm:cxn modelId="{D14CC43E-4689-4378-8734-D01A5B4A9387}" type="presParOf" srcId="{948A3BD5-AF08-434B-91E0-05C23B419EB6}" destId="{2568058F-764C-4179-B50F-33C2F1B8157E}" srcOrd="0" destOrd="0" presId="urn:microsoft.com/office/officeart/2005/8/layout/vList2"/>
    <dgm:cxn modelId="{1F4AEB8B-ECF7-4805-B863-9593AA15012C}" type="presParOf" srcId="{948A3BD5-AF08-434B-91E0-05C23B419EB6}" destId="{B84BA260-4960-4D98-B7BE-149DE95E3F42}" srcOrd="1" destOrd="0" presId="urn:microsoft.com/office/officeart/2005/8/layout/vList2"/>
    <dgm:cxn modelId="{7DDDB056-69AA-40F1-BF3E-552DA6F909A8}" type="presParOf" srcId="{948A3BD5-AF08-434B-91E0-05C23B419EB6}" destId="{6E0ADD86-BAD5-44DD-A4F3-17007A10BB5C}" srcOrd="2" destOrd="0" presId="urn:microsoft.com/office/officeart/2005/8/layout/vList2"/>
    <dgm:cxn modelId="{AA51275A-36F5-4164-8BA8-44B62BB46F05}" type="presParOf" srcId="{948A3BD5-AF08-434B-91E0-05C23B419EB6}" destId="{3496D429-328E-43C9-95B5-77B7285A75AC}" srcOrd="3" destOrd="0" presId="urn:microsoft.com/office/officeart/2005/8/layout/vList2"/>
    <dgm:cxn modelId="{FC07E00F-7645-41D6-81D8-A23F5108F0F0}" type="presParOf" srcId="{948A3BD5-AF08-434B-91E0-05C23B419EB6}" destId="{3451FD90-9A26-47C1-88E8-4475DCEE55B2}" srcOrd="4" destOrd="0" presId="urn:microsoft.com/office/officeart/2005/8/layout/vList2"/>
    <dgm:cxn modelId="{822D5A31-CD19-40B2-966C-4B01FCFEEEFE}" type="presParOf" srcId="{948A3BD5-AF08-434B-91E0-05C23B419EB6}" destId="{88D49D5E-EDBA-4F24-A37F-7696A69EE9FF}" srcOrd="5" destOrd="0" presId="urn:microsoft.com/office/officeart/2005/8/layout/vList2"/>
    <dgm:cxn modelId="{090CE9DA-905E-438D-BC98-C36C80CA8CBA}" type="presParOf" srcId="{948A3BD5-AF08-434B-91E0-05C23B419EB6}" destId="{06EFB409-B6DE-43FE-88F5-EDD6D01529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AC05A84D-0691-4F3C-952A-BAD9C59ED1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9726E6-F3DA-4C06-972E-B4D5F0A8384F}">
      <dgm:prSet/>
      <dgm:spPr/>
      <dgm:t>
        <a:bodyPr/>
        <a:lstStyle/>
        <a:p>
          <a:r>
            <a:rPr lang="ru-RU" b="0" i="0" baseline="0"/>
            <a:t>Від служби у гетьмана П. Дорошенка до підписання Коломацьких статей.</a:t>
          </a:r>
          <a:endParaRPr lang="uk-UA"/>
        </a:p>
      </dgm:t>
    </dgm:pt>
    <dgm:pt modelId="{43007A78-FA49-4A89-B462-D65463F698D8}" type="parTrans" cxnId="{09473A90-52F9-40B5-9A62-3CAC2FA010D7}">
      <dgm:prSet/>
      <dgm:spPr/>
      <dgm:t>
        <a:bodyPr/>
        <a:lstStyle/>
        <a:p>
          <a:endParaRPr lang="uk-UA"/>
        </a:p>
      </dgm:t>
    </dgm:pt>
    <dgm:pt modelId="{6FF3A011-C6DC-474E-9C5D-49943F81EF1A}" type="sibTrans" cxnId="{09473A90-52F9-40B5-9A62-3CAC2FA010D7}">
      <dgm:prSet/>
      <dgm:spPr/>
      <dgm:t>
        <a:bodyPr/>
        <a:lstStyle/>
        <a:p>
          <a:endParaRPr lang="uk-UA"/>
        </a:p>
      </dgm:t>
    </dgm:pt>
    <dgm:pt modelId="{48A19A97-2FC8-42AF-BE7E-848800DEA327}">
      <dgm:prSet/>
      <dgm:spPr/>
      <dgm:t>
        <a:bodyPr/>
        <a:lstStyle/>
        <a:p>
          <a:r>
            <a:rPr lang="ru-RU" b="0" i="0" baseline="0"/>
            <a:t>Від підписання Коломацьких статей до руйнування Батурина.</a:t>
          </a:r>
          <a:endParaRPr lang="uk-UA"/>
        </a:p>
      </dgm:t>
    </dgm:pt>
    <dgm:pt modelId="{5CFBE71A-D9A2-4A41-AB89-56059EB6B000}" type="parTrans" cxnId="{18780826-307C-424A-BBA1-9FEF4E1BD7CE}">
      <dgm:prSet/>
      <dgm:spPr/>
      <dgm:t>
        <a:bodyPr/>
        <a:lstStyle/>
        <a:p>
          <a:endParaRPr lang="uk-UA"/>
        </a:p>
      </dgm:t>
    </dgm:pt>
    <dgm:pt modelId="{EB8A77E2-526A-478B-A911-7FBAA8BEF1E2}" type="sibTrans" cxnId="{18780826-307C-424A-BBA1-9FEF4E1BD7CE}">
      <dgm:prSet/>
      <dgm:spPr/>
      <dgm:t>
        <a:bodyPr/>
        <a:lstStyle/>
        <a:p>
          <a:endParaRPr lang="uk-UA"/>
        </a:p>
      </dgm:t>
    </dgm:pt>
    <dgm:pt modelId="{536E3B42-914C-45DD-8F8E-31EED439E2AF}">
      <dgm:prSet/>
      <dgm:spPr/>
      <dgm:t>
        <a:bodyPr/>
        <a:lstStyle/>
        <a:p>
          <a:r>
            <a:rPr lang="ru-RU" b="0" i="0" baseline="0"/>
            <a:t>Від руйнування Батурина до Полтавської битви.</a:t>
          </a:r>
          <a:endParaRPr lang="uk-UA"/>
        </a:p>
      </dgm:t>
    </dgm:pt>
    <dgm:pt modelId="{D10C9202-9503-462A-96D3-03290FCEE9F3}" type="parTrans" cxnId="{2BCDD624-7AFB-4340-A010-CA98EB4A1E9B}">
      <dgm:prSet/>
      <dgm:spPr/>
      <dgm:t>
        <a:bodyPr/>
        <a:lstStyle/>
        <a:p>
          <a:endParaRPr lang="uk-UA"/>
        </a:p>
      </dgm:t>
    </dgm:pt>
    <dgm:pt modelId="{3A053C5D-40CA-433D-BBAA-6BA0491A69B3}" type="sibTrans" cxnId="{2BCDD624-7AFB-4340-A010-CA98EB4A1E9B}">
      <dgm:prSet/>
      <dgm:spPr/>
      <dgm:t>
        <a:bodyPr/>
        <a:lstStyle/>
        <a:p>
          <a:endParaRPr lang="uk-UA"/>
        </a:p>
      </dgm:t>
    </dgm:pt>
    <dgm:pt modelId="{3FE9A822-FA6D-43FB-A6C6-3B8654F68902}">
      <dgm:prSet/>
      <dgm:spPr/>
      <dgm:t>
        <a:bodyPr/>
        <a:lstStyle/>
        <a:p>
          <a:r>
            <a:rPr lang="ru-RU" b="0" i="0" baseline="0"/>
            <a:t>Від Полтавської битви до втечі у турецькі володіння.</a:t>
          </a:r>
          <a:endParaRPr lang="uk-UA"/>
        </a:p>
      </dgm:t>
    </dgm:pt>
    <dgm:pt modelId="{A8F1E1AF-DD09-4F76-A9A3-E3F50B351BC7}" type="parTrans" cxnId="{47D94DCA-C274-499F-A647-7F957A010D27}">
      <dgm:prSet/>
      <dgm:spPr/>
      <dgm:t>
        <a:bodyPr/>
        <a:lstStyle/>
        <a:p>
          <a:endParaRPr lang="uk-UA"/>
        </a:p>
      </dgm:t>
    </dgm:pt>
    <dgm:pt modelId="{AD87DCC4-83D7-4B5E-851A-6EA3B05F6143}" type="sibTrans" cxnId="{47D94DCA-C274-499F-A647-7F957A010D27}">
      <dgm:prSet/>
      <dgm:spPr/>
      <dgm:t>
        <a:bodyPr/>
        <a:lstStyle/>
        <a:p>
          <a:endParaRPr lang="uk-UA"/>
        </a:p>
      </dgm:t>
    </dgm:pt>
    <dgm:pt modelId="{551E511C-D977-4EB0-846C-2593056947E8}" type="pres">
      <dgm:prSet presAssocID="{AC05A84D-0691-4F3C-952A-BAD9C59ED139}" presName="linear" presStyleCnt="0">
        <dgm:presLayoutVars>
          <dgm:animLvl val="lvl"/>
          <dgm:resizeHandles val="exact"/>
        </dgm:presLayoutVars>
      </dgm:prSet>
      <dgm:spPr/>
    </dgm:pt>
    <dgm:pt modelId="{286B8EF0-4900-425C-9EAA-57B41721DC8D}" type="pres">
      <dgm:prSet presAssocID="{ED9726E6-F3DA-4C06-972E-B4D5F0A838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AFF16B-65DE-4C59-B4AA-A2F56E7D20E8}" type="pres">
      <dgm:prSet presAssocID="{6FF3A011-C6DC-474E-9C5D-49943F81EF1A}" presName="spacer" presStyleCnt="0"/>
      <dgm:spPr/>
    </dgm:pt>
    <dgm:pt modelId="{66874BF3-21EF-42AE-A2DE-4A8B2CBD710C}" type="pres">
      <dgm:prSet presAssocID="{48A19A97-2FC8-42AF-BE7E-848800DEA32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921256-6F9B-4EBE-8D39-A50E4B66F8B8}" type="pres">
      <dgm:prSet presAssocID="{EB8A77E2-526A-478B-A911-7FBAA8BEF1E2}" presName="spacer" presStyleCnt="0"/>
      <dgm:spPr/>
    </dgm:pt>
    <dgm:pt modelId="{711E9E84-2F46-4859-A0E3-2231674C3C72}" type="pres">
      <dgm:prSet presAssocID="{536E3B42-914C-45DD-8F8E-31EED439E2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A2E5CE-A59F-4F43-9576-2A57DF06248D}" type="pres">
      <dgm:prSet presAssocID="{3A053C5D-40CA-433D-BBAA-6BA0491A69B3}" presName="spacer" presStyleCnt="0"/>
      <dgm:spPr/>
    </dgm:pt>
    <dgm:pt modelId="{834C8B7B-6970-4249-A10D-FF40692B2CA7}" type="pres">
      <dgm:prSet presAssocID="{3FE9A822-FA6D-43FB-A6C6-3B8654F689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CDD624-7AFB-4340-A010-CA98EB4A1E9B}" srcId="{AC05A84D-0691-4F3C-952A-BAD9C59ED139}" destId="{536E3B42-914C-45DD-8F8E-31EED439E2AF}" srcOrd="2" destOrd="0" parTransId="{D10C9202-9503-462A-96D3-03290FCEE9F3}" sibTransId="{3A053C5D-40CA-433D-BBAA-6BA0491A69B3}"/>
    <dgm:cxn modelId="{18780826-307C-424A-BBA1-9FEF4E1BD7CE}" srcId="{AC05A84D-0691-4F3C-952A-BAD9C59ED139}" destId="{48A19A97-2FC8-42AF-BE7E-848800DEA327}" srcOrd="1" destOrd="0" parTransId="{5CFBE71A-D9A2-4A41-AB89-56059EB6B000}" sibTransId="{EB8A77E2-526A-478B-A911-7FBAA8BEF1E2}"/>
    <dgm:cxn modelId="{B450DB66-EB70-4236-AC91-EFD0486A87D1}" type="presOf" srcId="{ED9726E6-F3DA-4C06-972E-B4D5F0A8384F}" destId="{286B8EF0-4900-425C-9EAA-57B41721DC8D}" srcOrd="0" destOrd="0" presId="urn:microsoft.com/office/officeart/2005/8/layout/vList2"/>
    <dgm:cxn modelId="{C1964E49-EB52-46EE-AFDB-F2E64D927B78}" type="presOf" srcId="{3FE9A822-FA6D-43FB-A6C6-3B8654F68902}" destId="{834C8B7B-6970-4249-A10D-FF40692B2CA7}" srcOrd="0" destOrd="0" presId="urn:microsoft.com/office/officeart/2005/8/layout/vList2"/>
    <dgm:cxn modelId="{09473A90-52F9-40B5-9A62-3CAC2FA010D7}" srcId="{AC05A84D-0691-4F3C-952A-BAD9C59ED139}" destId="{ED9726E6-F3DA-4C06-972E-B4D5F0A8384F}" srcOrd="0" destOrd="0" parTransId="{43007A78-FA49-4A89-B462-D65463F698D8}" sibTransId="{6FF3A011-C6DC-474E-9C5D-49943F81EF1A}"/>
    <dgm:cxn modelId="{9FEE3AA5-2AEC-4A76-9DE4-42CC57D51C71}" type="presOf" srcId="{48A19A97-2FC8-42AF-BE7E-848800DEA327}" destId="{66874BF3-21EF-42AE-A2DE-4A8B2CBD710C}" srcOrd="0" destOrd="0" presId="urn:microsoft.com/office/officeart/2005/8/layout/vList2"/>
    <dgm:cxn modelId="{320EC7B2-F27B-4091-93E2-3D95A1BFD7AA}" type="presOf" srcId="{536E3B42-914C-45DD-8F8E-31EED439E2AF}" destId="{711E9E84-2F46-4859-A0E3-2231674C3C72}" srcOrd="0" destOrd="0" presId="urn:microsoft.com/office/officeart/2005/8/layout/vList2"/>
    <dgm:cxn modelId="{18FB59B5-61C7-43F4-890D-BE166E16E3FC}" type="presOf" srcId="{AC05A84D-0691-4F3C-952A-BAD9C59ED139}" destId="{551E511C-D977-4EB0-846C-2593056947E8}" srcOrd="0" destOrd="0" presId="urn:microsoft.com/office/officeart/2005/8/layout/vList2"/>
    <dgm:cxn modelId="{47D94DCA-C274-499F-A647-7F957A010D27}" srcId="{AC05A84D-0691-4F3C-952A-BAD9C59ED139}" destId="{3FE9A822-FA6D-43FB-A6C6-3B8654F68902}" srcOrd="3" destOrd="0" parTransId="{A8F1E1AF-DD09-4F76-A9A3-E3F50B351BC7}" sibTransId="{AD87DCC4-83D7-4B5E-851A-6EA3B05F6143}"/>
    <dgm:cxn modelId="{5D842351-5BDD-4254-90BA-DEF058071FC4}" type="presParOf" srcId="{551E511C-D977-4EB0-846C-2593056947E8}" destId="{286B8EF0-4900-425C-9EAA-57B41721DC8D}" srcOrd="0" destOrd="0" presId="urn:microsoft.com/office/officeart/2005/8/layout/vList2"/>
    <dgm:cxn modelId="{AE58B11D-63C5-40D8-B6C0-09FBCD04BFE2}" type="presParOf" srcId="{551E511C-D977-4EB0-846C-2593056947E8}" destId="{9AAFF16B-65DE-4C59-B4AA-A2F56E7D20E8}" srcOrd="1" destOrd="0" presId="urn:microsoft.com/office/officeart/2005/8/layout/vList2"/>
    <dgm:cxn modelId="{254A819F-D946-47FB-A4C2-1F0F16D93427}" type="presParOf" srcId="{551E511C-D977-4EB0-846C-2593056947E8}" destId="{66874BF3-21EF-42AE-A2DE-4A8B2CBD710C}" srcOrd="2" destOrd="0" presId="urn:microsoft.com/office/officeart/2005/8/layout/vList2"/>
    <dgm:cxn modelId="{6B322864-9786-4883-A89E-87DE655F37F7}" type="presParOf" srcId="{551E511C-D977-4EB0-846C-2593056947E8}" destId="{63921256-6F9B-4EBE-8D39-A50E4B66F8B8}" srcOrd="3" destOrd="0" presId="urn:microsoft.com/office/officeart/2005/8/layout/vList2"/>
    <dgm:cxn modelId="{5D52D491-82D0-4E69-9545-1FD454D91F4D}" type="presParOf" srcId="{551E511C-D977-4EB0-846C-2593056947E8}" destId="{711E9E84-2F46-4859-A0E3-2231674C3C72}" srcOrd="4" destOrd="0" presId="urn:microsoft.com/office/officeart/2005/8/layout/vList2"/>
    <dgm:cxn modelId="{72E9B1E7-3ADA-487C-9078-65912C6A2265}" type="presParOf" srcId="{551E511C-D977-4EB0-846C-2593056947E8}" destId="{A0A2E5CE-A59F-4F43-9576-2A57DF06248D}" srcOrd="5" destOrd="0" presId="urn:microsoft.com/office/officeart/2005/8/layout/vList2"/>
    <dgm:cxn modelId="{BA80BDD2-F80B-40DD-8446-BCBFAA07E13A}" type="presParOf" srcId="{551E511C-D977-4EB0-846C-2593056947E8}" destId="{834C8B7B-6970-4249-A10D-FF40692B2C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DE74963B-1865-4DC1-BC2E-00539BBE72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DE3697-033F-477B-9BD2-D33057709C29}">
      <dgm:prSet/>
      <dgm:spPr/>
      <dgm:t>
        <a:bodyPr/>
        <a:lstStyle/>
        <a:p>
          <a:r>
            <a:rPr lang="ru-RU" b="0" i="0" baseline="0" dirty="0" err="1"/>
            <a:t>придушення</a:t>
          </a:r>
          <a:r>
            <a:rPr lang="ru-RU" b="0" i="0" baseline="0" dirty="0"/>
            <a:t> </a:t>
          </a:r>
          <a:r>
            <a:rPr lang="ru-RU" b="0" i="0" baseline="0" dirty="0" err="1"/>
            <a:t>повстання</a:t>
          </a:r>
          <a:r>
            <a:rPr lang="ru-RU" b="0" i="0" baseline="0" dirty="0"/>
            <a:t> </a:t>
          </a:r>
          <a:r>
            <a:rPr lang="ru-RU" b="0" i="0" baseline="0" dirty="0" err="1"/>
            <a:t>під</a:t>
          </a:r>
          <a:r>
            <a:rPr lang="ru-RU" b="0" i="0" baseline="0" dirty="0"/>
            <a:t> проводом С. </a:t>
          </a:r>
          <a:r>
            <a:rPr lang="ru-RU" b="0" i="0" baseline="0" dirty="0" err="1"/>
            <a:t>Палія</a:t>
          </a:r>
          <a:r>
            <a:rPr lang="ru-RU" b="0" i="0" baseline="0" dirty="0"/>
            <a:t>.</a:t>
          </a:r>
          <a:endParaRPr lang="uk-UA" dirty="0"/>
        </a:p>
      </dgm:t>
    </dgm:pt>
    <dgm:pt modelId="{AFAE4B77-BAB2-4ED3-8B27-B52DAB6ABA0F}" type="parTrans" cxnId="{98621B01-6803-41D1-B97F-0DA9431F5856}">
      <dgm:prSet/>
      <dgm:spPr/>
      <dgm:t>
        <a:bodyPr/>
        <a:lstStyle/>
        <a:p>
          <a:endParaRPr lang="uk-UA"/>
        </a:p>
      </dgm:t>
    </dgm:pt>
    <dgm:pt modelId="{FC0B7F61-7E26-4A82-83AD-E4C2C417BBFB}" type="sibTrans" cxnId="{98621B01-6803-41D1-B97F-0DA9431F5856}">
      <dgm:prSet/>
      <dgm:spPr/>
      <dgm:t>
        <a:bodyPr/>
        <a:lstStyle/>
        <a:p>
          <a:endParaRPr lang="uk-UA"/>
        </a:p>
      </dgm:t>
    </dgm:pt>
    <dgm:pt modelId="{D0E2A4A8-E03F-48F8-87A7-23FFAA98B8D2}">
      <dgm:prSet/>
      <dgm:spPr/>
      <dgm:t>
        <a:bodyPr/>
        <a:lstStyle/>
        <a:p>
          <a:r>
            <a:rPr lang="ru-RU" b="0" i="0" baseline="0"/>
            <a:t>підписання Коломацьких статей.</a:t>
          </a:r>
          <a:endParaRPr lang="uk-UA"/>
        </a:p>
      </dgm:t>
    </dgm:pt>
    <dgm:pt modelId="{F82FC9EE-8CD3-4334-9919-162B52510A26}" type="parTrans" cxnId="{1D02E166-3D2E-408F-BE6B-51F617C62CFB}">
      <dgm:prSet/>
      <dgm:spPr/>
      <dgm:t>
        <a:bodyPr/>
        <a:lstStyle/>
        <a:p>
          <a:endParaRPr lang="uk-UA"/>
        </a:p>
      </dgm:t>
    </dgm:pt>
    <dgm:pt modelId="{09873646-11F5-48C5-8405-7AF12296E0FB}" type="sibTrans" cxnId="{1D02E166-3D2E-408F-BE6B-51F617C62CFB}">
      <dgm:prSet/>
      <dgm:spPr/>
      <dgm:t>
        <a:bodyPr/>
        <a:lstStyle/>
        <a:p>
          <a:endParaRPr lang="uk-UA"/>
        </a:p>
      </dgm:t>
    </dgm:pt>
    <dgm:pt modelId="{24E703F5-292E-49B8-94E9-6489BC3FFB50}">
      <dgm:prSet/>
      <dgm:spPr/>
      <dgm:t>
        <a:bodyPr/>
        <a:lstStyle/>
        <a:p>
          <a:r>
            <a:rPr lang="ru-RU" b="0" i="0" baseline="0"/>
            <a:t>укладення військового союзу зі Швецією.</a:t>
          </a:r>
          <a:endParaRPr lang="uk-UA"/>
        </a:p>
      </dgm:t>
    </dgm:pt>
    <dgm:pt modelId="{8FA1862A-FF4E-471E-A037-05BC5DB1C6F4}" type="parTrans" cxnId="{96DA95DA-858C-430C-9E2D-B9AB572FD9B3}">
      <dgm:prSet/>
      <dgm:spPr/>
      <dgm:t>
        <a:bodyPr/>
        <a:lstStyle/>
        <a:p>
          <a:endParaRPr lang="uk-UA"/>
        </a:p>
      </dgm:t>
    </dgm:pt>
    <dgm:pt modelId="{D521868C-9529-43E5-9B9E-0BB059C0DDA8}" type="sibTrans" cxnId="{96DA95DA-858C-430C-9E2D-B9AB572FD9B3}">
      <dgm:prSet/>
      <dgm:spPr/>
      <dgm:t>
        <a:bodyPr/>
        <a:lstStyle/>
        <a:p>
          <a:endParaRPr lang="uk-UA"/>
        </a:p>
      </dgm:t>
    </dgm:pt>
    <dgm:pt modelId="{0F6DDCAC-2139-4283-A5B7-21C87F3CD413}">
      <dgm:prSet/>
      <dgm:spPr/>
      <dgm:t>
        <a:bodyPr/>
        <a:lstStyle/>
        <a:p>
          <a:r>
            <a:rPr lang="ru-RU" b="0" i="0" baseline="0"/>
            <a:t>початку Другого Кримського походу</a:t>
          </a:r>
          <a:endParaRPr lang="uk-UA"/>
        </a:p>
      </dgm:t>
    </dgm:pt>
    <dgm:pt modelId="{30F1C4F3-FA1D-4605-9D8C-57AABA1E0894}" type="parTrans" cxnId="{82B090E7-7D62-4B23-8351-277335288762}">
      <dgm:prSet/>
      <dgm:spPr/>
      <dgm:t>
        <a:bodyPr/>
        <a:lstStyle/>
        <a:p>
          <a:endParaRPr lang="uk-UA"/>
        </a:p>
      </dgm:t>
    </dgm:pt>
    <dgm:pt modelId="{906EAF8C-4671-4617-B1BD-BD4EFCECE4A7}" type="sibTrans" cxnId="{82B090E7-7D62-4B23-8351-277335288762}">
      <dgm:prSet/>
      <dgm:spPr/>
      <dgm:t>
        <a:bodyPr/>
        <a:lstStyle/>
        <a:p>
          <a:endParaRPr lang="uk-UA"/>
        </a:p>
      </dgm:t>
    </dgm:pt>
    <dgm:pt modelId="{B3346FC9-DD40-4EC4-A98D-CB3B189C04C6}" type="pres">
      <dgm:prSet presAssocID="{DE74963B-1865-4DC1-BC2E-00539BBE7281}" presName="linear" presStyleCnt="0">
        <dgm:presLayoutVars>
          <dgm:animLvl val="lvl"/>
          <dgm:resizeHandles val="exact"/>
        </dgm:presLayoutVars>
      </dgm:prSet>
      <dgm:spPr/>
    </dgm:pt>
    <dgm:pt modelId="{DB919FF4-04D6-4E84-8F0A-2A03AEF2AD28}" type="pres">
      <dgm:prSet presAssocID="{3BDE3697-033F-477B-9BD2-D33057709C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204ED4-207E-45AE-9C75-67F4003982D0}" type="pres">
      <dgm:prSet presAssocID="{FC0B7F61-7E26-4A82-83AD-E4C2C417BBFB}" presName="spacer" presStyleCnt="0"/>
      <dgm:spPr/>
    </dgm:pt>
    <dgm:pt modelId="{95A3BB06-D915-4CD4-AE50-5A398686B9AA}" type="pres">
      <dgm:prSet presAssocID="{D0E2A4A8-E03F-48F8-87A7-23FFAA98B8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4A849F-C151-44DB-971F-AB8E82566DA5}" type="pres">
      <dgm:prSet presAssocID="{09873646-11F5-48C5-8405-7AF12296E0FB}" presName="spacer" presStyleCnt="0"/>
      <dgm:spPr/>
    </dgm:pt>
    <dgm:pt modelId="{63A1BE99-9EE3-48FD-8D64-B776B2F8DA57}" type="pres">
      <dgm:prSet presAssocID="{24E703F5-292E-49B8-94E9-6489BC3FFB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287352-AB7E-484E-A090-61DB4BCB6DCA}" type="pres">
      <dgm:prSet presAssocID="{D521868C-9529-43E5-9B9E-0BB059C0DDA8}" presName="spacer" presStyleCnt="0"/>
      <dgm:spPr/>
    </dgm:pt>
    <dgm:pt modelId="{0FED0FE7-415D-4C3B-BFF6-650BA0CF03B0}" type="pres">
      <dgm:prSet presAssocID="{0F6DDCAC-2139-4283-A5B7-21C87F3CD41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621B01-6803-41D1-B97F-0DA9431F5856}" srcId="{DE74963B-1865-4DC1-BC2E-00539BBE7281}" destId="{3BDE3697-033F-477B-9BD2-D33057709C29}" srcOrd="0" destOrd="0" parTransId="{AFAE4B77-BAB2-4ED3-8B27-B52DAB6ABA0F}" sibTransId="{FC0B7F61-7E26-4A82-83AD-E4C2C417BBFB}"/>
    <dgm:cxn modelId="{259D1D01-1ECE-4F87-B8D4-9C5E4EB7F2DE}" type="presOf" srcId="{D0E2A4A8-E03F-48F8-87A7-23FFAA98B8D2}" destId="{95A3BB06-D915-4CD4-AE50-5A398686B9AA}" srcOrd="0" destOrd="0" presId="urn:microsoft.com/office/officeart/2005/8/layout/vList2"/>
    <dgm:cxn modelId="{0FCE3C01-5647-4A26-8DEA-108401EADE65}" type="presOf" srcId="{24E703F5-292E-49B8-94E9-6489BC3FFB50}" destId="{63A1BE99-9EE3-48FD-8D64-B776B2F8DA57}" srcOrd="0" destOrd="0" presId="urn:microsoft.com/office/officeart/2005/8/layout/vList2"/>
    <dgm:cxn modelId="{18F0512C-C2F7-4933-93B8-60992BEC57B8}" type="presOf" srcId="{0F6DDCAC-2139-4283-A5B7-21C87F3CD413}" destId="{0FED0FE7-415D-4C3B-BFF6-650BA0CF03B0}" srcOrd="0" destOrd="0" presId="urn:microsoft.com/office/officeart/2005/8/layout/vList2"/>
    <dgm:cxn modelId="{096A5E43-439C-4E42-92C4-4ECFBCF8C495}" type="presOf" srcId="{DE74963B-1865-4DC1-BC2E-00539BBE7281}" destId="{B3346FC9-DD40-4EC4-A98D-CB3B189C04C6}" srcOrd="0" destOrd="0" presId="urn:microsoft.com/office/officeart/2005/8/layout/vList2"/>
    <dgm:cxn modelId="{1D02E166-3D2E-408F-BE6B-51F617C62CFB}" srcId="{DE74963B-1865-4DC1-BC2E-00539BBE7281}" destId="{D0E2A4A8-E03F-48F8-87A7-23FFAA98B8D2}" srcOrd="1" destOrd="0" parTransId="{F82FC9EE-8CD3-4334-9919-162B52510A26}" sibTransId="{09873646-11F5-48C5-8405-7AF12296E0FB}"/>
    <dgm:cxn modelId="{96DA95DA-858C-430C-9E2D-B9AB572FD9B3}" srcId="{DE74963B-1865-4DC1-BC2E-00539BBE7281}" destId="{24E703F5-292E-49B8-94E9-6489BC3FFB50}" srcOrd="2" destOrd="0" parTransId="{8FA1862A-FF4E-471E-A037-05BC5DB1C6F4}" sibTransId="{D521868C-9529-43E5-9B9E-0BB059C0DDA8}"/>
    <dgm:cxn modelId="{82B090E7-7D62-4B23-8351-277335288762}" srcId="{DE74963B-1865-4DC1-BC2E-00539BBE7281}" destId="{0F6DDCAC-2139-4283-A5B7-21C87F3CD413}" srcOrd="3" destOrd="0" parTransId="{30F1C4F3-FA1D-4605-9D8C-57AABA1E0894}" sibTransId="{906EAF8C-4671-4617-B1BD-BD4EFCECE4A7}"/>
    <dgm:cxn modelId="{9B172AEB-752F-491F-A968-47D12A101D3E}" type="presOf" srcId="{3BDE3697-033F-477B-9BD2-D33057709C29}" destId="{DB919FF4-04D6-4E84-8F0A-2A03AEF2AD28}" srcOrd="0" destOrd="0" presId="urn:microsoft.com/office/officeart/2005/8/layout/vList2"/>
    <dgm:cxn modelId="{6AB0B50E-A8E3-43F9-A722-56A1FE5E1C94}" type="presParOf" srcId="{B3346FC9-DD40-4EC4-A98D-CB3B189C04C6}" destId="{DB919FF4-04D6-4E84-8F0A-2A03AEF2AD28}" srcOrd="0" destOrd="0" presId="urn:microsoft.com/office/officeart/2005/8/layout/vList2"/>
    <dgm:cxn modelId="{BB06D7DF-A1B5-4178-9AC5-097A171CA712}" type="presParOf" srcId="{B3346FC9-DD40-4EC4-A98D-CB3B189C04C6}" destId="{A6204ED4-207E-45AE-9C75-67F4003982D0}" srcOrd="1" destOrd="0" presId="urn:microsoft.com/office/officeart/2005/8/layout/vList2"/>
    <dgm:cxn modelId="{D458C0D2-8CD2-4D1D-887D-ABC2419EFA3C}" type="presParOf" srcId="{B3346FC9-DD40-4EC4-A98D-CB3B189C04C6}" destId="{95A3BB06-D915-4CD4-AE50-5A398686B9AA}" srcOrd="2" destOrd="0" presId="urn:microsoft.com/office/officeart/2005/8/layout/vList2"/>
    <dgm:cxn modelId="{D3927DE1-D43B-414F-B16A-6F6030A85080}" type="presParOf" srcId="{B3346FC9-DD40-4EC4-A98D-CB3B189C04C6}" destId="{C54A849F-C151-44DB-971F-AB8E82566DA5}" srcOrd="3" destOrd="0" presId="urn:microsoft.com/office/officeart/2005/8/layout/vList2"/>
    <dgm:cxn modelId="{357928B1-EAD6-4A50-87B2-F9AEFFBA2888}" type="presParOf" srcId="{B3346FC9-DD40-4EC4-A98D-CB3B189C04C6}" destId="{63A1BE99-9EE3-48FD-8D64-B776B2F8DA57}" srcOrd="4" destOrd="0" presId="urn:microsoft.com/office/officeart/2005/8/layout/vList2"/>
    <dgm:cxn modelId="{EA6769D3-1158-4A7D-99A9-15D57EC9DC1F}" type="presParOf" srcId="{B3346FC9-DD40-4EC4-A98D-CB3B189C04C6}" destId="{FC287352-AB7E-484E-A090-61DB4BCB6DCA}" srcOrd="5" destOrd="0" presId="urn:microsoft.com/office/officeart/2005/8/layout/vList2"/>
    <dgm:cxn modelId="{01F20210-C858-47E8-9E0B-A4B1631E2733}" type="presParOf" srcId="{B3346FC9-DD40-4EC4-A98D-CB3B189C04C6}" destId="{0FED0FE7-415D-4C3B-BFF6-650BA0CF03B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AA0C63E-6F43-4D64-9D46-9AD0E0BC15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DB42E39-F31C-4121-85FF-0AE19F940CDF}">
      <dgm:prSet/>
      <dgm:spPr/>
      <dgm:t>
        <a:bodyPr/>
        <a:lstStyle/>
        <a:p>
          <a:r>
            <a:rPr lang="ru-RU" b="0" i="0" baseline="0" dirty="0"/>
            <a:t>Д. Апостол</a:t>
          </a:r>
          <a:endParaRPr lang="uk-UA" dirty="0"/>
        </a:p>
      </dgm:t>
    </dgm:pt>
    <dgm:pt modelId="{297FE0DD-CFBE-4FB3-A3DE-D6DBB98D12F9}" type="parTrans" cxnId="{E47686F6-1C0F-4318-B7FB-D42B2D42320A}">
      <dgm:prSet/>
      <dgm:spPr/>
      <dgm:t>
        <a:bodyPr/>
        <a:lstStyle/>
        <a:p>
          <a:endParaRPr lang="uk-UA"/>
        </a:p>
      </dgm:t>
    </dgm:pt>
    <dgm:pt modelId="{20A9BBD2-05D1-4E0A-8391-947FF197B304}" type="sibTrans" cxnId="{E47686F6-1C0F-4318-B7FB-D42B2D42320A}">
      <dgm:prSet/>
      <dgm:spPr/>
      <dgm:t>
        <a:bodyPr/>
        <a:lstStyle/>
        <a:p>
          <a:endParaRPr lang="uk-UA"/>
        </a:p>
      </dgm:t>
    </dgm:pt>
    <dgm:pt modelId="{825F38D7-D89E-42F1-B9AE-8B366352EFC2}">
      <dgm:prSet/>
      <dgm:spPr/>
      <dgm:t>
        <a:bodyPr/>
        <a:lstStyle/>
        <a:p>
          <a:r>
            <a:rPr lang="ru-RU" b="0" i="0" baseline="0"/>
            <a:t>К. Розумовський</a:t>
          </a:r>
          <a:endParaRPr lang="uk-UA"/>
        </a:p>
      </dgm:t>
    </dgm:pt>
    <dgm:pt modelId="{E926E378-B596-4C49-AFCD-FA5673B972C7}" type="parTrans" cxnId="{FB487935-642F-41C2-8531-84096C93E376}">
      <dgm:prSet/>
      <dgm:spPr/>
      <dgm:t>
        <a:bodyPr/>
        <a:lstStyle/>
        <a:p>
          <a:endParaRPr lang="uk-UA"/>
        </a:p>
      </dgm:t>
    </dgm:pt>
    <dgm:pt modelId="{C4959587-F669-4AE6-ADBF-0608502DF6F0}" type="sibTrans" cxnId="{FB487935-642F-41C2-8531-84096C93E376}">
      <dgm:prSet/>
      <dgm:spPr/>
      <dgm:t>
        <a:bodyPr/>
        <a:lstStyle/>
        <a:p>
          <a:endParaRPr lang="uk-UA"/>
        </a:p>
      </dgm:t>
    </dgm:pt>
    <dgm:pt modelId="{AC04C174-2A40-4953-B965-F28C5BD0AE0F}">
      <dgm:prSet/>
      <dgm:spPr/>
      <dgm:t>
        <a:bodyPr/>
        <a:lstStyle/>
        <a:p>
          <a:r>
            <a:rPr lang="ru-RU" b="0" i="0" baseline="0"/>
            <a:t>І. Самойлович</a:t>
          </a:r>
          <a:endParaRPr lang="uk-UA"/>
        </a:p>
      </dgm:t>
    </dgm:pt>
    <dgm:pt modelId="{1F7136A3-5304-482A-809F-34A7C1F565BC}" type="parTrans" cxnId="{035C4475-6BF1-463E-991E-D1642A4521F9}">
      <dgm:prSet/>
      <dgm:spPr/>
      <dgm:t>
        <a:bodyPr/>
        <a:lstStyle/>
        <a:p>
          <a:endParaRPr lang="uk-UA"/>
        </a:p>
      </dgm:t>
    </dgm:pt>
    <dgm:pt modelId="{FA4A9185-432F-4817-9372-CA9CFE2730F8}" type="sibTrans" cxnId="{035C4475-6BF1-463E-991E-D1642A4521F9}">
      <dgm:prSet/>
      <dgm:spPr/>
      <dgm:t>
        <a:bodyPr/>
        <a:lstStyle/>
        <a:p>
          <a:endParaRPr lang="uk-UA"/>
        </a:p>
      </dgm:t>
    </dgm:pt>
    <dgm:pt modelId="{21A45C6A-F9F2-4A86-8595-E8B5426AD034}">
      <dgm:prSet/>
      <dgm:spPr/>
      <dgm:t>
        <a:bodyPr/>
        <a:lstStyle/>
        <a:p>
          <a:r>
            <a:rPr lang="ru-RU" b="0" i="0" baseline="0"/>
            <a:t>І. Мазепа</a:t>
          </a:r>
          <a:endParaRPr lang="uk-UA"/>
        </a:p>
      </dgm:t>
    </dgm:pt>
    <dgm:pt modelId="{61335B3A-3AD9-4224-B091-A43A48BEB180}" type="parTrans" cxnId="{0C33019D-C346-4048-A0A9-E1275F4BFEF5}">
      <dgm:prSet/>
      <dgm:spPr/>
      <dgm:t>
        <a:bodyPr/>
        <a:lstStyle/>
        <a:p>
          <a:endParaRPr lang="uk-UA"/>
        </a:p>
      </dgm:t>
    </dgm:pt>
    <dgm:pt modelId="{70718865-0DB5-48BA-830D-A89C02490CF4}" type="sibTrans" cxnId="{0C33019D-C346-4048-A0A9-E1275F4BFEF5}">
      <dgm:prSet/>
      <dgm:spPr/>
      <dgm:t>
        <a:bodyPr/>
        <a:lstStyle/>
        <a:p>
          <a:endParaRPr lang="uk-UA"/>
        </a:p>
      </dgm:t>
    </dgm:pt>
    <dgm:pt modelId="{47355FE2-3F46-4ACA-A529-570D9A8DF0D0}" type="pres">
      <dgm:prSet presAssocID="{1AA0C63E-6F43-4D64-9D46-9AD0E0BC1516}" presName="linear" presStyleCnt="0">
        <dgm:presLayoutVars>
          <dgm:animLvl val="lvl"/>
          <dgm:resizeHandles val="exact"/>
        </dgm:presLayoutVars>
      </dgm:prSet>
      <dgm:spPr/>
    </dgm:pt>
    <dgm:pt modelId="{02CABE95-F9D3-43D1-9FDE-4EEEEF86FA79}" type="pres">
      <dgm:prSet presAssocID="{0DB42E39-F31C-4121-85FF-0AE19F940C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E5B8C4-BCFD-4900-9491-4BBD57F05F7E}" type="pres">
      <dgm:prSet presAssocID="{20A9BBD2-05D1-4E0A-8391-947FF197B304}" presName="spacer" presStyleCnt="0"/>
      <dgm:spPr/>
    </dgm:pt>
    <dgm:pt modelId="{DAB380C4-428B-4527-9B63-FA234B3CF62B}" type="pres">
      <dgm:prSet presAssocID="{825F38D7-D89E-42F1-B9AE-8B366352EF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3690B2-C10F-4EB8-B3A3-AC9045044489}" type="pres">
      <dgm:prSet presAssocID="{C4959587-F669-4AE6-ADBF-0608502DF6F0}" presName="spacer" presStyleCnt="0"/>
      <dgm:spPr/>
    </dgm:pt>
    <dgm:pt modelId="{BA284A13-82D1-46D7-B6E8-CCC5BF33BAE2}" type="pres">
      <dgm:prSet presAssocID="{AC04C174-2A40-4953-B965-F28C5BD0AE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488E05-2E20-4A79-98E1-BAB929FA2506}" type="pres">
      <dgm:prSet presAssocID="{FA4A9185-432F-4817-9372-CA9CFE2730F8}" presName="spacer" presStyleCnt="0"/>
      <dgm:spPr/>
    </dgm:pt>
    <dgm:pt modelId="{A24B69A0-AE2B-46FE-B550-92BD35ED8273}" type="pres">
      <dgm:prSet presAssocID="{21A45C6A-F9F2-4A86-8595-E8B5426AD0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487935-642F-41C2-8531-84096C93E376}" srcId="{1AA0C63E-6F43-4D64-9D46-9AD0E0BC1516}" destId="{825F38D7-D89E-42F1-B9AE-8B366352EFC2}" srcOrd="1" destOrd="0" parTransId="{E926E378-B596-4C49-AFCD-FA5673B972C7}" sibTransId="{C4959587-F669-4AE6-ADBF-0608502DF6F0}"/>
    <dgm:cxn modelId="{2E240268-0128-4C5F-BF85-F65256A5EFB4}" type="presOf" srcId="{0DB42E39-F31C-4121-85FF-0AE19F940CDF}" destId="{02CABE95-F9D3-43D1-9FDE-4EEEEF86FA79}" srcOrd="0" destOrd="0" presId="urn:microsoft.com/office/officeart/2005/8/layout/vList2"/>
    <dgm:cxn modelId="{035C4475-6BF1-463E-991E-D1642A4521F9}" srcId="{1AA0C63E-6F43-4D64-9D46-9AD0E0BC1516}" destId="{AC04C174-2A40-4953-B965-F28C5BD0AE0F}" srcOrd="2" destOrd="0" parTransId="{1F7136A3-5304-482A-809F-34A7C1F565BC}" sibTransId="{FA4A9185-432F-4817-9372-CA9CFE2730F8}"/>
    <dgm:cxn modelId="{A04D4697-7857-42F7-92FD-1E007D7526C8}" type="presOf" srcId="{1AA0C63E-6F43-4D64-9D46-9AD0E0BC1516}" destId="{47355FE2-3F46-4ACA-A529-570D9A8DF0D0}" srcOrd="0" destOrd="0" presId="urn:microsoft.com/office/officeart/2005/8/layout/vList2"/>
    <dgm:cxn modelId="{0C33019D-C346-4048-A0A9-E1275F4BFEF5}" srcId="{1AA0C63E-6F43-4D64-9D46-9AD0E0BC1516}" destId="{21A45C6A-F9F2-4A86-8595-E8B5426AD034}" srcOrd="3" destOrd="0" parTransId="{61335B3A-3AD9-4224-B091-A43A48BEB180}" sibTransId="{70718865-0DB5-48BA-830D-A89C02490CF4}"/>
    <dgm:cxn modelId="{856C70AB-1BB7-44A9-A23E-446F17380941}" type="presOf" srcId="{AC04C174-2A40-4953-B965-F28C5BD0AE0F}" destId="{BA284A13-82D1-46D7-B6E8-CCC5BF33BAE2}" srcOrd="0" destOrd="0" presId="urn:microsoft.com/office/officeart/2005/8/layout/vList2"/>
    <dgm:cxn modelId="{FA0BE1AD-8FB3-4662-BF30-CF364ECE1C72}" type="presOf" srcId="{825F38D7-D89E-42F1-B9AE-8B366352EFC2}" destId="{DAB380C4-428B-4527-9B63-FA234B3CF62B}" srcOrd="0" destOrd="0" presId="urn:microsoft.com/office/officeart/2005/8/layout/vList2"/>
    <dgm:cxn modelId="{AC8E30E3-53B1-4176-9B91-7C75C0169949}" type="presOf" srcId="{21A45C6A-F9F2-4A86-8595-E8B5426AD034}" destId="{A24B69A0-AE2B-46FE-B550-92BD35ED8273}" srcOrd="0" destOrd="0" presId="urn:microsoft.com/office/officeart/2005/8/layout/vList2"/>
    <dgm:cxn modelId="{E47686F6-1C0F-4318-B7FB-D42B2D42320A}" srcId="{1AA0C63E-6F43-4D64-9D46-9AD0E0BC1516}" destId="{0DB42E39-F31C-4121-85FF-0AE19F940CDF}" srcOrd="0" destOrd="0" parTransId="{297FE0DD-CFBE-4FB3-A3DE-D6DBB98D12F9}" sibTransId="{20A9BBD2-05D1-4E0A-8391-947FF197B304}"/>
    <dgm:cxn modelId="{4BEB2AAA-83DE-4BA6-94BC-DD95C6770444}" type="presParOf" srcId="{47355FE2-3F46-4ACA-A529-570D9A8DF0D0}" destId="{02CABE95-F9D3-43D1-9FDE-4EEEEF86FA79}" srcOrd="0" destOrd="0" presId="urn:microsoft.com/office/officeart/2005/8/layout/vList2"/>
    <dgm:cxn modelId="{9AAFE216-C135-4DC7-A6F7-4232332AD889}" type="presParOf" srcId="{47355FE2-3F46-4ACA-A529-570D9A8DF0D0}" destId="{F2E5B8C4-BCFD-4900-9491-4BBD57F05F7E}" srcOrd="1" destOrd="0" presId="urn:microsoft.com/office/officeart/2005/8/layout/vList2"/>
    <dgm:cxn modelId="{F8F5067A-5B0C-4E73-BCDB-B661134F1E9C}" type="presParOf" srcId="{47355FE2-3F46-4ACA-A529-570D9A8DF0D0}" destId="{DAB380C4-428B-4527-9B63-FA234B3CF62B}" srcOrd="2" destOrd="0" presId="urn:microsoft.com/office/officeart/2005/8/layout/vList2"/>
    <dgm:cxn modelId="{6B134264-12A4-4196-8F4B-1186E22CBF20}" type="presParOf" srcId="{47355FE2-3F46-4ACA-A529-570D9A8DF0D0}" destId="{E63690B2-C10F-4EB8-B3A3-AC9045044489}" srcOrd="3" destOrd="0" presId="urn:microsoft.com/office/officeart/2005/8/layout/vList2"/>
    <dgm:cxn modelId="{D0F70ACA-9BC8-4DDB-8709-FE0E63FDC602}" type="presParOf" srcId="{47355FE2-3F46-4ACA-A529-570D9A8DF0D0}" destId="{BA284A13-82D1-46D7-B6E8-CCC5BF33BAE2}" srcOrd="4" destOrd="0" presId="urn:microsoft.com/office/officeart/2005/8/layout/vList2"/>
    <dgm:cxn modelId="{5E64B9FA-5775-4CA7-B025-55D2B59DF437}" type="presParOf" srcId="{47355FE2-3F46-4ACA-A529-570D9A8DF0D0}" destId="{04488E05-2E20-4A79-98E1-BAB929FA2506}" srcOrd="5" destOrd="0" presId="urn:microsoft.com/office/officeart/2005/8/layout/vList2"/>
    <dgm:cxn modelId="{32C751AA-0F2A-49A7-8733-5CED71DD9643}" type="presParOf" srcId="{47355FE2-3F46-4ACA-A529-570D9A8DF0D0}" destId="{A24B69A0-AE2B-46FE-B550-92BD35ED82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73212EA-8EC3-453E-ACB1-75AB6A0DEBA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840D0C-6393-4418-B6EC-DD9151C2A3D6}">
      <dgm:prSet/>
      <dgm:spPr/>
      <dgm:t>
        <a:bodyPr/>
        <a:lstStyle/>
        <a:p>
          <a:r>
            <a:rPr lang="ru-RU" b="0" i="0" baseline="0"/>
            <a:t>перша половина XVII ст.</a:t>
          </a:r>
          <a:endParaRPr lang="uk-UA"/>
        </a:p>
      </dgm:t>
    </dgm:pt>
    <dgm:pt modelId="{A869DDD1-1C0B-49B9-B4C3-EE391CA9E828}" type="parTrans" cxnId="{73BF2A90-9245-49C2-86B5-BE82573AAF66}">
      <dgm:prSet/>
      <dgm:spPr/>
      <dgm:t>
        <a:bodyPr/>
        <a:lstStyle/>
        <a:p>
          <a:endParaRPr lang="uk-UA"/>
        </a:p>
      </dgm:t>
    </dgm:pt>
    <dgm:pt modelId="{BFBD2879-18FA-4449-95F0-F3D2AD0EDFAF}" type="sibTrans" cxnId="{73BF2A90-9245-49C2-86B5-BE82573AAF66}">
      <dgm:prSet/>
      <dgm:spPr/>
      <dgm:t>
        <a:bodyPr/>
        <a:lstStyle/>
        <a:p>
          <a:endParaRPr lang="uk-UA"/>
        </a:p>
      </dgm:t>
    </dgm:pt>
    <dgm:pt modelId="{6D301C27-FF15-4A7A-AD18-C9AC410D751E}">
      <dgm:prSet/>
      <dgm:spPr/>
      <dgm:t>
        <a:bodyPr/>
        <a:lstStyle/>
        <a:p>
          <a:r>
            <a:rPr lang="ru-RU" b="0" i="0" baseline="0"/>
            <a:t>друга половина XVII ст.</a:t>
          </a:r>
          <a:endParaRPr lang="uk-UA"/>
        </a:p>
      </dgm:t>
    </dgm:pt>
    <dgm:pt modelId="{B7B95B53-7491-4068-9E74-FC4793B9AD86}" type="parTrans" cxnId="{781BF088-896F-4DE8-8E6C-F78E6962DB3F}">
      <dgm:prSet/>
      <dgm:spPr/>
      <dgm:t>
        <a:bodyPr/>
        <a:lstStyle/>
        <a:p>
          <a:endParaRPr lang="uk-UA"/>
        </a:p>
      </dgm:t>
    </dgm:pt>
    <dgm:pt modelId="{B430E14D-320F-4289-8418-26BBF8A586A5}" type="sibTrans" cxnId="{781BF088-896F-4DE8-8E6C-F78E6962DB3F}">
      <dgm:prSet/>
      <dgm:spPr/>
      <dgm:t>
        <a:bodyPr/>
        <a:lstStyle/>
        <a:p>
          <a:endParaRPr lang="uk-UA"/>
        </a:p>
      </dgm:t>
    </dgm:pt>
    <dgm:pt modelId="{BF6F8DBE-C2A4-46AE-A4BC-07A97137089D}">
      <dgm:prSet/>
      <dgm:spPr/>
      <dgm:t>
        <a:bodyPr/>
        <a:lstStyle/>
        <a:p>
          <a:r>
            <a:rPr lang="ru-RU" b="0" i="0" baseline="0"/>
            <a:t>перша половина XVIII ст.</a:t>
          </a:r>
          <a:endParaRPr lang="uk-UA"/>
        </a:p>
      </dgm:t>
    </dgm:pt>
    <dgm:pt modelId="{335CF456-011C-490B-A19F-5685A4242480}" type="parTrans" cxnId="{6DCC4326-7D12-420A-BA3D-67143A17578F}">
      <dgm:prSet/>
      <dgm:spPr/>
      <dgm:t>
        <a:bodyPr/>
        <a:lstStyle/>
        <a:p>
          <a:endParaRPr lang="uk-UA"/>
        </a:p>
      </dgm:t>
    </dgm:pt>
    <dgm:pt modelId="{6E5871E4-146F-4F7D-87A5-6B7D7B634DB2}" type="sibTrans" cxnId="{6DCC4326-7D12-420A-BA3D-67143A17578F}">
      <dgm:prSet/>
      <dgm:spPr/>
      <dgm:t>
        <a:bodyPr/>
        <a:lstStyle/>
        <a:p>
          <a:endParaRPr lang="uk-UA"/>
        </a:p>
      </dgm:t>
    </dgm:pt>
    <dgm:pt modelId="{93B16BC2-E623-4E18-8689-CFC1B597B13B}">
      <dgm:prSet/>
      <dgm:spPr/>
      <dgm:t>
        <a:bodyPr/>
        <a:lstStyle/>
        <a:p>
          <a:r>
            <a:rPr lang="ru-RU" b="0" i="0" baseline="0"/>
            <a:t>друга половина XVIII ст.</a:t>
          </a:r>
          <a:endParaRPr lang="uk-UA"/>
        </a:p>
      </dgm:t>
    </dgm:pt>
    <dgm:pt modelId="{A9E0376C-1DE0-4076-8E89-8A1A3FA7BE7D}" type="parTrans" cxnId="{8EA0715A-E72D-4180-B13A-4BE54A0E6F1C}">
      <dgm:prSet/>
      <dgm:spPr/>
      <dgm:t>
        <a:bodyPr/>
        <a:lstStyle/>
        <a:p>
          <a:endParaRPr lang="uk-UA"/>
        </a:p>
      </dgm:t>
    </dgm:pt>
    <dgm:pt modelId="{125FD73A-6621-412C-B88A-0E44B7CE0BFF}" type="sibTrans" cxnId="{8EA0715A-E72D-4180-B13A-4BE54A0E6F1C}">
      <dgm:prSet/>
      <dgm:spPr/>
      <dgm:t>
        <a:bodyPr/>
        <a:lstStyle/>
        <a:p>
          <a:endParaRPr lang="uk-UA"/>
        </a:p>
      </dgm:t>
    </dgm:pt>
    <dgm:pt modelId="{924E140E-8315-42A6-9CA5-F902744FC003}" type="pres">
      <dgm:prSet presAssocID="{B73212EA-8EC3-453E-ACB1-75AB6A0DEBA9}" presName="Name0" presStyleCnt="0">
        <dgm:presLayoutVars>
          <dgm:chMax val="7"/>
          <dgm:chPref val="7"/>
          <dgm:dir/>
        </dgm:presLayoutVars>
      </dgm:prSet>
      <dgm:spPr/>
    </dgm:pt>
    <dgm:pt modelId="{7B1BCB93-6C4D-419B-AAF0-F6D4D2F2F5C0}" type="pres">
      <dgm:prSet presAssocID="{B73212EA-8EC3-453E-ACB1-75AB6A0DEBA9}" presName="Name1" presStyleCnt="0"/>
      <dgm:spPr/>
    </dgm:pt>
    <dgm:pt modelId="{3DEDC4E4-27CA-4C99-A055-A08DDEEB0AD8}" type="pres">
      <dgm:prSet presAssocID="{B73212EA-8EC3-453E-ACB1-75AB6A0DEBA9}" presName="cycle" presStyleCnt="0"/>
      <dgm:spPr/>
    </dgm:pt>
    <dgm:pt modelId="{34AA0C64-02A8-4E3E-AB29-B111E793F366}" type="pres">
      <dgm:prSet presAssocID="{B73212EA-8EC3-453E-ACB1-75AB6A0DEBA9}" presName="srcNode" presStyleLbl="node1" presStyleIdx="0" presStyleCnt="4"/>
      <dgm:spPr/>
    </dgm:pt>
    <dgm:pt modelId="{DD39FF75-349A-4E43-B77A-0B48C2A40644}" type="pres">
      <dgm:prSet presAssocID="{B73212EA-8EC3-453E-ACB1-75AB6A0DEBA9}" presName="conn" presStyleLbl="parChTrans1D2" presStyleIdx="0" presStyleCnt="1"/>
      <dgm:spPr/>
    </dgm:pt>
    <dgm:pt modelId="{1A45D7B4-CCEA-4490-8BEF-B31EE52DA596}" type="pres">
      <dgm:prSet presAssocID="{B73212EA-8EC3-453E-ACB1-75AB6A0DEBA9}" presName="extraNode" presStyleLbl="node1" presStyleIdx="0" presStyleCnt="4"/>
      <dgm:spPr/>
    </dgm:pt>
    <dgm:pt modelId="{41AD4E65-1386-451F-8618-C2EEA014E37B}" type="pres">
      <dgm:prSet presAssocID="{B73212EA-8EC3-453E-ACB1-75AB6A0DEBA9}" presName="dstNode" presStyleLbl="node1" presStyleIdx="0" presStyleCnt="4"/>
      <dgm:spPr/>
    </dgm:pt>
    <dgm:pt modelId="{244DE98E-E52A-4346-A827-504421D06EC0}" type="pres">
      <dgm:prSet presAssocID="{4F840D0C-6393-4418-B6EC-DD9151C2A3D6}" presName="text_1" presStyleLbl="node1" presStyleIdx="0" presStyleCnt="4">
        <dgm:presLayoutVars>
          <dgm:bulletEnabled val="1"/>
        </dgm:presLayoutVars>
      </dgm:prSet>
      <dgm:spPr/>
    </dgm:pt>
    <dgm:pt modelId="{09A90F2D-7C92-4B9A-9732-AE2CCFAC2C2A}" type="pres">
      <dgm:prSet presAssocID="{4F840D0C-6393-4418-B6EC-DD9151C2A3D6}" presName="accent_1" presStyleCnt="0"/>
      <dgm:spPr/>
    </dgm:pt>
    <dgm:pt modelId="{A6FD5E4F-4B5A-41BB-AF2F-FDC50965EA13}" type="pres">
      <dgm:prSet presAssocID="{4F840D0C-6393-4418-B6EC-DD9151C2A3D6}" presName="accentRepeatNode" presStyleLbl="solidFgAcc1" presStyleIdx="0" presStyleCnt="4"/>
      <dgm:spPr/>
    </dgm:pt>
    <dgm:pt modelId="{5B43C888-3BB4-40F0-A9FB-DD213425B865}" type="pres">
      <dgm:prSet presAssocID="{6D301C27-FF15-4A7A-AD18-C9AC410D751E}" presName="text_2" presStyleLbl="node1" presStyleIdx="1" presStyleCnt="4">
        <dgm:presLayoutVars>
          <dgm:bulletEnabled val="1"/>
        </dgm:presLayoutVars>
      </dgm:prSet>
      <dgm:spPr/>
    </dgm:pt>
    <dgm:pt modelId="{ADCEE3CD-90C4-4D2D-A294-F1611B7C940A}" type="pres">
      <dgm:prSet presAssocID="{6D301C27-FF15-4A7A-AD18-C9AC410D751E}" presName="accent_2" presStyleCnt="0"/>
      <dgm:spPr/>
    </dgm:pt>
    <dgm:pt modelId="{7F9D2008-CF62-4057-8384-C5AD28BB10FA}" type="pres">
      <dgm:prSet presAssocID="{6D301C27-FF15-4A7A-AD18-C9AC410D751E}" presName="accentRepeatNode" presStyleLbl="solidFgAcc1" presStyleIdx="1" presStyleCnt="4"/>
      <dgm:spPr/>
    </dgm:pt>
    <dgm:pt modelId="{758AFD66-C3A1-41E3-9377-3181DBA9768C}" type="pres">
      <dgm:prSet presAssocID="{BF6F8DBE-C2A4-46AE-A4BC-07A97137089D}" presName="text_3" presStyleLbl="node1" presStyleIdx="2" presStyleCnt="4">
        <dgm:presLayoutVars>
          <dgm:bulletEnabled val="1"/>
        </dgm:presLayoutVars>
      </dgm:prSet>
      <dgm:spPr/>
    </dgm:pt>
    <dgm:pt modelId="{781BE6A9-5BE1-491E-B3EE-97A3CAE55A7B}" type="pres">
      <dgm:prSet presAssocID="{BF6F8DBE-C2A4-46AE-A4BC-07A97137089D}" presName="accent_3" presStyleCnt="0"/>
      <dgm:spPr/>
    </dgm:pt>
    <dgm:pt modelId="{98079FD7-A770-4730-8682-04D0AEB587C0}" type="pres">
      <dgm:prSet presAssocID="{BF6F8DBE-C2A4-46AE-A4BC-07A97137089D}" presName="accentRepeatNode" presStyleLbl="solidFgAcc1" presStyleIdx="2" presStyleCnt="4"/>
      <dgm:spPr/>
    </dgm:pt>
    <dgm:pt modelId="{9063631B-C85A-45DC-9BFA-E3D183161ED2}" type="pres">
      <dgm:prSet presAssocID="{93B16BC2-E623-4E18-8689-CFC1B597B13B}" presName="text_4" presStyleLbl="node1" presStyleIdx="3" presStyleCnt="4">
        <dgm:presLayoutVars>
          <dgm:bulletEnabled val="1"/>
        </dgm:presLayoutVars>
      </dgm:prSet>
      <dgm:spPr/>
    </dgm:pt>
    <dgm:pt modelId="{35A8E702-5210-4ABB-80ED-1AE4D4A72C8C}" type="pres">
      <dgm:prSet presAssocID="{93B16BC2-E623-4E18-8689-CFC1B597B13B}" presName="accent_4" presStyleCnt="0"/>
      <dgm:spPr/>
    </dgm:pt>
    <dgm:pt modelId="{DD17E5B3-DD4D-4F4C-8BAA-4D82B1A9ACDE}" type="pres">
      <dgm:prSet presAssocID="{93B16BC2-E623-4E18-8689-CFC1B597B13B}" presName="accentRepeatNode" presStyleLbl="solidFgAcc1" presStyleIdx="3" presStyleCnt="4"/>
      <dgm:spPr/>
    </dgm:pt>
  </dgm:ptLst>
  <dgm:cxnLst>
    <dgm:cxn modelId="{6DCC4326-7D12-420A-BA3D-67143A17578F}" srcId="{B73212EA-8EC3-453E-ACB1-75AB6A0DEBA9}" destId="{BF6F8DBE-C2A4-46AE-A4BC-07A97137089D}" srcOrd="2" destOrd="0" parTransId="{335CF456-011C-490B-A19F-5685A4242480}" sibTransId="{6E5871E4-146F-4F7D-87A5-6B7D7B634DB2}"/>
    <dgm:cxn modelId="{80DEC13B-4ADC-493A-A2FD-2AD0DCBA1B6E}" type="presOf" srcId="{4F840D0C-6393-4418-B6EC-DD9151C2A3D6}" destId="{244DE98E-E52A-4346-A827-504421D06EC0}" srcOrd="0" destOrd="0" presId="urn:microsoft.com/office/officeart/2008/layout/VerticalCurvedList"/>
    <dgm:cxn modelId="{B6DAE663-8C99-49FD-A544-5D72A10CC425}" type="presOf" srcId="{6D301C27-FF15-4A7A-AD18-C9AC410D751E}" destId="{5B43C888-3BB4-40F0-A9FB-DD213425B865}" srcOrd="0" destOrd="0" presId="urn:microsoft.com/office/officeart/2008/layout/VerticalCurvedList"/>
    <dgm:cxn modelId="{D5D3EB53-1705-47EA-A220-A484F6A46EEC}" type="presOf" srcId="{93B16BC2-E623-4E18-8689-CFC1B597B13B}" destId="{9063631B-C85A-45DC-9BFA-E3D183161ED2}" srcOrd="0" destOrd="0" presId="urn:microsoft.com/office/officeart/2008/layout/VerticalCurvedList"/>
    <dgm:cxn modelId="{8EA0715A-E72D-4180-B13A-4BE54A0E6F1C}" srcId="{B73212EA-8EC3-453E-ACB1-75AB6A0DEBA9}" destId="{93B16BC2-E623-4E18-8689-CFC1B597B13B}" srcOrd="3" destOrd="0" parTransId="{A9E0376C-1DE0-4076-8E89-8A1A3FA7BE7D}" sibTransId="{125FD73A-6621-412C-B88A-0E44B7CE0BFF}"/>
    <dgm:cxn modelId="{781BF088-896F-4DE8-8E6C-F78E6962DB3F}" srcId="{B73212EA-8EC3-453E-ACB1-75AB6A0DEBA9}" destId="{6D301C27-FF15-4A7A-AD18-C9AC410D751E}" srcOrd="1" destOrd="0" parTransId="{B7B95B53-7491-4068-9E74-FC4793B9AD86}" sibTransId="{B430E14D-320F-4289-8418-26BBF8A586A5}"/>
    <dgm:cxn modelId="{147F738C-65F8-4D2B-BB0D-7EC8BA0A5652}" type="presOf" srcId="{BFBD2879-18FA-4449-95F0-F3D2AD0EDFAF}" destId="{DD39FF75-349A-4E43-B77A-0B48C2A40644}" srcOrd="0" destOrd="0" presId="urn:microsoft.com/office/officeart/2008/layout/VerticalCurvedList"/>
    <dgm:cxn modelId="{73BF2A90-9245-49C2-86B5-BE82573AAF66}" srcId="{B73212EA-8EC3-453E-ACB1-75AB6A0DEBA9}" destId="{4F840D0C-6393-4418-B6EC-DD9151C2A3D6}" srcOrd="0" destOrd="0" parTransId="{A869DDD1-1C0B-49B9-B4C3-EE391CA9E828}" sibTransId="{BFBD2879-18FA-4449-95F0-F3D2AD0EDFAF}"/>
    <dgm:cxn modelId="{7BA73E93-925A-48B4-8006-5D6D4CD57798}" type="presOf" srcId="{B73212EA-8EC3-453E-ACB1-75AB6A0DEBA9}" destId="{924E140E-8315-42A6-9CA5-F902744FC003}" srcOrd="0" destOrd="0" presId="urn:microsoft.com/office/officeart/2008/layout/VerticalCurvedList"/>
    <dgm:cxn modelId="{17C4F0CF-6F69-414A-A95B-CF2CB174A67E}" type="presOf" srcId="{BF6F8DBE-C2A4-46AE-A4BC-07A97137089D}" destId="{758AFD66-C3A1-41E3-9377-3181DBA9768C}" srcOrd="0" destOrd="0" presId="urn:microsoft.com/office/officeart/2008/layout/VerticalCurvedList"/>
    <dgm:cxn modelId="{B4AE3B59-CBF2-4466-B268-92A2D39F3A55}" type="presParOf" srcId="{924E140E-8315-42A6-9CA5-F902744FC003}" destId="{7B1BCB93-6C4D-419B-AAF0-F6D4D2F2F5C0}" srcOrd="0" destOrd="0" presId="urn:microsoft.com/office/officeart/2008/layout/VerticalCurvedList"/>
    <dgm:cxn modelId="{5FAEBF5F-546D-4A4B-9DF9-7DE4ED700CFE}" type="presParOf" srcId="{7B1BCB93-6C4D-419B-AAF0-F6D4D2F2F5C0}" destId="{3DEDC4E4-27CA-4C99-A055-A08DDEEB0AD8}" srcOrd="0" destOrd="0" presId="urn:microsoft.com/office/officeart/2008/layout/VerticalCurvedList"/>
    <dgm:cxn modelId="{515C7243-7F2F-4A73-9BD6-14BE4AC79B0F}" type="presParOf" srcId="{3DEDC4E4-27CA-4C99-A055-A08DDEEB0AD8}" destId="{34AA0C64-02A8-4E3E-AB29-B111E793F366}" srcOrd="0" destOrd="0" presId="urn:microsoft.com/office/officeart/2008/layout/VerticalCurvedList"/>
    <dgm:cxn modelId="{32B537A7-DA86-4F72-9CEF-46AF19937264}" type="presParOf" srcId="{3DEDC4E4-27CA-4C99-A055-A08DDEEB0AD8}" destId="{DD39FF75-349A-4E43-B77A-0B48C2A40644}" srcOrd="1" destOrd="0" presId="urn:microsoft.com/office/officeart/2008/layout/VerticalCurvedList"/>
    <dgm:cxn modelId="{42CC8CEC-0F2F-44EC-B545-10A3E688BE55}" type="presParOf" srcId="{3DEDC4E4-27CA-4C99-A055-A08DDEEB0AD8}" destId="{1A45D7B4-CCEA-4490-8BEF-B31EE52DA596}" srcOrd="2" destOrd="0" presId="urn:microsoft.com/office/officeart/2008/layout/VerticalCurvedList"/>
    <dgm:cxn modelId="{E2CA58AE-0F94-4E5A-8C52-84153D617E3B}" type="presParOf" srcId="{3DEDC4E4-27CA-4C99-A055-A08DDEEB0AD8}" destId="{41AD4E65-1386-451F-8618-C2EEA014E37B}" srcOrd="3" destOrd="0" presId="urn:microsoft.com/office/officeart/2008/layout/VerticalCurvedList"/>
    <dgm:cxn modelId="{D6A7ADEF-BB1E-42CA-BA0E-2F6E9D0F0737}" type="presParOf" srcId="{7B1BCB93-6C4D-419B-AAF0-F6D4D2F2F5C0}" destId="{244DE98E-E52A-4346-A827-504421D06EC0}" srcOrd="1" destOrd="0" presId="urn:microsoft.com/office/officeart/2008/layout/VerticalCurvedList"/>
    <dgm:cxn modelId="{E955DFFD-E5EA-4038-ACD7-C289D8B3E015}" type="presParOf" srcId="{7B1BCB93-6C4D-419B-AAF0-F6D4D2F2F5C0}" destId="{09A90F2D-7C92-4B9A-9732-AE2CCFAC2C2A}" srcOrd="2" destOrd="0" presId="urn:microsoft.com/office/officeart/2008/layout/VerticalCurvedList"/>
    <dgm:cxn modelId="{66C13288-E8EF-451F-AB53-6E60482341A6}" type="presParOf" srcId="{09A90F2D-7C92-4B9A-9732-AE2CCFAC2C2A}" destId="{A6FD5E4F-4B5A-41BB-AF2F-FDC50965EA13}" srcOrd="0" destOrd="0" presId="urn:microsoft.com/office/officeart/2008/layout/VerticalCurvedList"/>
    <dgm:cxn modelId="{4DC86CC6-D442-4BCE-BF96-AA533045BFDA}" type="presParOf" srcId="{7B1BCB93-6C4D-419B-AAF0-F6D4D2F2F5C0}" destId="{5B43C888-3BB4-40F0-A9FB-DD213425B865}" srcOrd="3" destOrd="0" presId="urn:microsoft.com/office/officeart/2008/layout/VerticalCurvedList"/>
    <dgm:cxn modelId="{E5C5942F-67FA-42C0-AD18-D745449B19B2}" type="presParOf" srcId="{7B1BCB93-6C4D-419B-AAF0-F6D4D2F2F5C0}" destId="{ADCEE3CD-90C4-4D2D-A294-F1611B7C940A}" srcOrd="4" destOrd="0" presId="urn:microsoft.com/office/officeart/2008/layout/VerticalCurvedList"/>
    <dgm:cxn modelId="{E692D142-4F4E-465D-89C6-B48AB6BF9795}" type="presParOf" srcId="{ADCEE3CD-90C4-4D2D-A294-F1611B7C940A}" destId="{7F9D2008-CF62-4057-8384-C5AD28BB10FA}" srcOrd="0" destOrd="0" presId="urn:microsoft.com/office/officeart/2008/layout/VerticalCurvedList"/>
    <dgm:cxn modelId="{6E51B6F3-88E8-425E-AB72-4E9C9FC780C7}" type="presParOf" srcId="{7B1BCB93-6C4D-419B-AAF0-F6D4D2F2F5C0}" destId="{758AFD66-C3A1-41E3-9377-3181DBA9768C}" srcOrd="5" destOrd="0" presId="urn:microsoft.com/office/officeart/2008/layout/VerticalCurvedList"/>
    <dgm:cxn modelId="{A1156694-4869-4E1B-B550-E9DD2699F296}" type="presParOf" srcId="{7B1BCB93-6C4D-419B-AAF0-F6D4D2F2F5C0}" destId="{781BE6A9-5BE1-491E-B3EE-97A3CAE55A7B}" srcOrd="6" destOrd="0" presId="urn:microsoft.com/office/officeart/2008/layout/VerticalCurvedList"/>
    <dgm:cxn modelId="{B35C2D5D-6881-49B3-AB10-B3CDC0F088BA}" type="presParOf" srcId="{781BE6A9-5BE1-491E-B3EE-97A3CAE55A7B}" destId="{98079FD7-A770-4730-8682-04D0AEB587C0}" srcOrd="0" destOrd="0" presId="urn:microsoft.com/office/officeart/2008/layout/VerticalCurvedList"/>
    <dgm:cxn modelId="{84255AF7-1363-445C-8464-3729D8A8E194}" type="presParOf" srcId="{7B1BCB93-6C4D-419B-AAF0-F6D4D2F2F5C0}" destId="{9063631B-C85A-45DC-9BFA-E3D183161ED2}" srcOrd="7" destOrd="0" presId="urn:microsoft.com/office/officeart/2008/layout/VerticalCurvedList"/>
    <dgm:cxn modelId="{9439EEDF-D34C-49A4-B659-4D64107DD5D2}" type="presParOf" srcId="{7B1BCB93-6C4D-419B-AAF0-F6D4D2F2F5C0}" destId="{35A8E702-5210-4ABB-80ED-1AE4D4A72C8C}" srcOrd="8" destOrd="0" presId="urn:microsoft.com/office/officeart/2008/layout/VerticalCurvedList"/>
    <dgm:cxn modelId="{E8302AA1-B0E9-4437-932E-E888D34FE505}" type="presParOf" srcId="{35A8E702-5210-4ABB-80ED-1AE4D4A72C8C}" destId="{DD17E5B3-DD4D-4F4C-8BAA-4D82B1A9ACD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A4C2FB7-414D-459D-8426-74299868F3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C45E37-371E-4EC5-8A49-8C6E102FB9D0}">
      <dgm:prSet/>
      <dgm:spPr/>
      <dgm:t>
        <a:bodyPr/>
        <a:lstStyle/>
        <a:p>
          <a:r>
            <a:rPr lang="uk-UA" b="0" i="0" baseline="0"/>
            <a:t>початком Північної війни між Росією та Швецією.</a:t>
          </a:r>
          <a:endParaRPr lang="uk-UA"/>
        </a:p>
      </dgm:t>
    </dgm:pt>
    <dgm:pt modelId="{D5B017CE-2659-457E-80B4-5D1B022D0E61}" type="parTrans" cxnId="{B8022AAB-0438-45A1-871F-06787D8B4791}">
      <dgm:prSet/>
      <dgm:spPr/>
      <dgm:t>
        <a:bodyPr/>
        <a:lstStyle/>
        <a:p>
          <a:endParaRPr lang="uk-UA"/>
        </a:p>
      </dgm:t>
    </dgm:pt>
    <dgm:pt modelId="{919E1728-8CDA-4FAB-A7D3-11ADD8687C16}" type="sibTrans" cxnId="{B8022AAB-0438-45A1-871F-06787D8B4791}">
      <dgm:prSet/>
      <dgm:spPr/>
      <dgm:t>
        <a:bodyPr/>
        <a:lstStyle/>
        <a:p>
          <a:endParaRPr lang="uk-UA"/>
        </a:p>
      </dgm:t>
    </dgm:pt>
    <dgm:pt modelId="{314A56EB-E69B-4676-B5DD-4419E9B5435E}">
      <dgm:prSet/>
      <dgm:spPr/>
      <dgm:t>
        <a:bodyPr/>
        <a:lstStyle/>
        <a:p>
          <a:r>
            <a:rPr lang="uk-UA" b="0" i="0" baseline="0" dirty="0"/>
            <a:t>зруйнуванням російськими військами Чортомлицької Січі.</a:t>
          </a:r>
          <a:endParaRPr lang="uk-UA" dirty="0"/>
        </a:p>
      </dgm:t>
    </dgm:pt>
    <dgm:pt modelId="{F224DC31-EDCF-42C6-824A-FE28BB76153F}" type="parTrans" cxnId="{F376E18F-2984-42F7-9EE1-457CB557D510}">
      <dgm:prSet/>
      <dgm:spPr/>
      <dgm:t>
        <a:bodyPr/>
        <a:lstStyle/>
        <a:p>
          <a:endParaRPr lang="uk-UA"/>
        </a:p>
      </dgm:t>
    </dgm:pt>
    <dgm:pt modelId="{92C22F6A-9A8D-46C4-A27D-CF3F7C4D9378}" type="sibTrans" cxnId="{F376E18F-2984-42F7-9EE1-457CB557D510}">
      <dgm:prSet/>
      <dgm:spPr/>
      <dgm:t>
        <a:bodyPr/>
        <a:lstStyle/>
        <a:p>
          <a:endParaRPr lang="uk-UA"/>
        </a:p>
      </dgm:t>
    </dgm:pt>
    <dgm:pt modelId="{B1FC5704-265C-419E-9981-45050D8998CE}">
      <dgm:prSet/>
      <dgm:spPr/>
      <dgm:t>
        <a:bodyPr/>
        <a:lstStyle/>
        <a:p>
          <a:r>
            <a:rPr lang="uk-UA" b="0" i="0" baseline="0"/>
            <a:t>ліквідацією польським сеймом козацького устрою на Правобережній Україні.</a:t>
          </a:r>
          <a:endParaRPr lang="uk-UA"/>
        </a:p>
      </dgm:t>
    </dgm:pt>
    <dgm:pt modelId="{C34F73DB-9955-4310-AC7E-C33CDB6115D1}" type="parTrans" cxnId="{72AC2A90-F485-4C19-A34D-63945EC6D0F5}">
      <dgm:prSet/>
      <dgm:spPr/>
      <dgm:t>
        <a:bodyPr/>
        <a:lstStyle/>
        <a:p>
          <a:endParaRPr lang="uk-UA"/>
        </a:p>
      </dgm:t>
    </dgm:pt>
    <dgm:pt modelId="{18DEDB6A-B49C-4F2E-9C09-6433270EBADE}" type="sibTrans" cxnId="{72AC2A90-F485-4C19-A34D-63945EC6D0F5}">
      <dgm:prSet/>
      <dgm:spPr/>
      <dgm:t>
        <a:bodyPr/>
        <a:lstStyle/>
        <a:p>
          <a:endParaRPr lang="uk-UA"/>
        </a:p>
      </dgm:t>
    </dgm:pt>
    <dgm:pt modelId="{7C2641E7-4FDB-4D84-831F-0280FA132405}">
      <dgm:prSet/>
      <dgm:spPr/>
      <dgm:t>
        <a:bodyPr/>
        <a:lstStyle/>
        <a:p>
          <a:r>
            <a:rPr lang="uk-UA" b="0" i="0" baseline="0"/>
            <a:t>переходом гетьмана І. Мазепи та запорожців на бік шведського короля Карла ХІІ.</a:t>
          </a:r>
          <a:endParaRPr lang="uk-UA"/>
        </a:p>
      </dgm:t>
    </dgm:pt>
    <dgm:pt modelId="{FC286F4A-2A8E-46F5-BD33-BFE43A8AEE1D}" type="parTrans" cxnId="{5074838F-0532-45D8-ABF6-80F1B7CAB1E8}">
      <dgm:prSet/>
      <dgm:spPr/>
      <dgm:t>
        <a:bodyPr/>
        <a:lstStyle/>
        <a:p>
          <a:endParaRPr lang="uk-UA"/>
        </a:p>
      </dgm:t>
    </dgm:pt>
    <dgm:pt modelId="{32FEAFE1-D97E-43A0-9384-1EC83CCC576E}" type="sibTrans" cxnId="{5074838F-0532-45D8-ABF6-80F1B7CAB1E8}">
      <dgm:prSet/>
      <dgm:spPr/>
      <dgm:t>
        <a:bodyPr/>
        <a:lstStyle/>
        <a:p>
          <a:endParaRPr lang="uk-UA"/>
        </a:p>
      </dgm:t>
    </dgm:pt>
    <dgm:pt modelId="{F266A108-248B-4BA9-B522-5BAFC12AD30E}" type="pres">
      <dgm:prSet presAssocID="{7A4C2FB7-414D-459D-8426-74299868F344}" presName="linear" presStyleCnt="0">
        <dgm:presLayoutVars>
          <dgm:animLvl val="lvl"/>
          <dgm:resizeHandles val="exact"/>
        </dgm:presLayoutVars>
      </dgm:prSet>
      <dgm:spPr/>
    </dgm:pt>
    <dgm:pt modelId="{ED8983C5-18FE-4A4A-BB8F-270DBBF1DBD1}" type="pres">
      <dgm:prSet presAssocID="{A0C45E37-371E-4EC5-8A49-8C6E102FB9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497A4F5-D3D8-4AAF-9C28-E72BAC070ED8}" type="pres">
      <dgm:prSet presAssocID="{919E1728-8CDA-4FAB-A7D3-11ADD8687C16}" presName="spacer" presStyleCnt="0"/>
      <dgm:spPr/>
    </dgm:pt>
    <dgm:pt modelId="{7701DD7E-16EF-4A62-BD1B-F87E1C8863CD}" type="pres">
      <dgm:prSet presAssocID="{314A56EB-E69B-4676-B5DD-4419E9B543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BF988F-AB7C-4440-B0B8-B2FEB2248F44}" type="pres">
      <dgm:prSet presAssocID="{92C22F6A-9A8D-46C4-A27D-CF3F7C4D9378}" presName="spacer" presStyleCnt="0"/>
      <dgm:spPr/>
    </dgm:pt>
    <dgm:pt modelId="{9481C592-87B4-49F1-8A03-64DE5ACAF9AB}" type="pres">
      <dgm:prSet presAssocID="{B1FC5704-265C-419E-9981-45050D8998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FA0F03-5FE8-4DBB-86EE-766DC002B28E}" type="pres">
      <dgm:prSet presAssocID="{18DEDB6A-B49C-4F2E-9C09-6433270EBADE}" presName="spacer" presStyleCnt="0"/>
      <dgm:spPr/>
    </dgm:pt>
    <dgm:pt modelId="{AE007B45-25E2-4DD0-8B33-99FE4191E6C5}" type="pres">
      <dgm:prSet presAssocID="{7C2641E7-4FDB-4D84-831F-0280FA1324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B24500-0D90-4B71-B42D-0234E06C7C77}" type="presOf" srcId="{314A56EB-E69B-4676-B5DD-4419E9B5435E}" destId="{7701DD7E-16EF-4A62-BD1B-F87E1C8863CD}" srcOrd="0" destOrd="0" presId="urn:microsoft.com/office/officeart/2005/8/layout/vList2"/>
    <dgm:cxn modelId="{4754AE46-285F-4FEE-AA7F-6C0DF860A26C}" type="presOf" srcId="{B1FC5704-265C-419E-9981-45050D8998CE}" destId="{9481C592-87B4-49F1-8A03-64DE5ACAF9AB}" srcOrd="0" destOrd="0" presId="urn:microsoft.com/office/officeart/2005/8/layout/vList2"/>
    <dgm:cxn modelId="{EF20B175-9268-42B1-B258-270188E5BEFE}" type="presOf" srcId="{7A4C2FB7-414D-459D-8426-74299868F344}" destId="{F266A108-248B-4BA9-B522-5BAFC12AD30E}" srcOrd="0" destOrd="0" presId="urn:microsoft.com/office/officeart/2005/8/layout/vList2"/>
    <dgm:cxn modelId="{5074838F-0532-45D8-ABF6-80F1B7CAB1E8}" srcId="{7A4C2FB7-414D-459D-8426-74299868F344}" destId="{7C2641E7-4FDB-4D84-831F-0280FA132405}" srcOrd="3" destOrd="0" parTransId="{FC286F4A-2A8E-46F5-BD33-BFE43A8AEE1D}" sibTransId="{32FEAFE1-D97E-43A0-9384-1EC83CCC576E}"/>
    <dgm:cxn modelId="{F376E18F-2984-42F7-9EE1-457CB557D510}" srcId="{7A4C2FB7-414D-459D-8426-74299868F344}" destId="{314A56EB-E69B-4676-B5DD-4419E9B5435E}" srcOrd="1" destOrd="0" parTransId="{F224DC31-EDCF-42C6-824A-FE28BB76153F}" sibTransId="{92C22F6A-9A8D-46C4-A27D-CF3F7C4D9378}"/>
    <dgm:cxn modelId="{72AC2A90-F485-4C19-A34D-63945EC6D0F5}" srcId="{7A4C2FB7-414D-459D-8426-74299868F344}" destId="{B1FC5704-265C-419E-9981-45050D8998CE}" srcOrd="2" destOrd="0" parTransId="{C34F73DB-9955-4310-AC7E-C33CDB6115D1}" sibTransId="{18DEDB6A-B49C-4F2E-9C09-6433270EBADE}"/>
    <dgm:cxn modelId="{21FA8A9F-7640-4F5A-B9F5-20CE0DB376A0}" type="presOf" srcId="{A0C45E37-371E-4EC5-8A49-8C6E102FB9D0}" destId="{ED8983C5-18FE-4A4A-BB8F-270DBBF1DBD1}" srcOrd="0" destOrd="0" presId="urn:microsoft.com/office/officeart/2005/8/layout/vList2"/>
    <dgm:cxn modelId="{B8022AAB-0438-45A1-871F-06787D8B4791}" srcId="{7A4C2FB7-414D-459D-8426-74299868F344}" destId="{A0C45E37-371E-4EC5-8A49-8C6E102FB9D0}" srcOrd="0" destOrd="0" parTransId="{D5B017CE-2659-457E-80B4-5D1B022D0E61}" sibTransId="{919E1728-8CDA-4FAB-A7D3-11ADD8687C16}"/>
    <dgm:cxn modelId="{EE0FFEBD-FAFA-45C1-A7CA-FFF68E576DCD}" type="presOf" srcId="{7C2641E7-4FDB-4D84-831F-0280FA132405}" destId="{AE007B45-25E2-4DD0-8B33-99FE4191E6C5}" srcOrd="0" destOrd="0" presId="urn:microsoft.com/office/officeart/2005/8/layout/vList2"/>
    <dgm:cxn modelId="{F2A2F698-FB60-48AE-87D6-EF2D9F014F27}" type="presParOf" srcId="{F266A108-248B-4BA9-B522-5BAFC12AD30E}" destId="{ED8983C5-18FE-4A4A-BB8F-270DBBF1DBD1}" srcOrd="0" destOrd="0" presId="urn:microsoft.com/office/officeart/2005/8/layout/vList2"/>
    <dgm:cxn modelId="{8824E850-9E99-49A4-871A-3289A18305DA}" type="presParOf" srcId="{F266A108-248B-4BA9-B522-5BAFC12AD30E}" destId="{7497A4F5-D3D8-4AAF-9C28-E72BAC070ED8}" srcOrd="1" destOrd="0" presId="urn:microsoft.com/office/officeart/2005/8/layout/vList2"/>
    <dgm:cxn modelId="{F0BB97A8-77CD-4673-8C99-1615A9BC0195}" type="presParOf" srcId="{F266A108-248B-4BA9-B522-5BAFC12AD30E}" destId="{7701DD7E-16EF-4A62-BD1B-F87E1C8863CD}" srcOrd="2" destOrd="0" presId="urn:microsoft.com/office/officeart/2005/8/layout/vList2"/>
    <dgm:cxn modelId="{3CC2766F-2D67-4EA6-9B42-6FE8348B887F}" type="presParOf" srcId="{F266A108-248B-4BA9-B522-5BAFC12AD30E}" destId="{E5BF988F-AB7C-4440-B0B8-B2FEB2248F44}" srcOrd="3" destOrd="0" presId="urn:microsoft.com/office/officeart/2005/8/layout/vList2"/>
    <dgm:cxn modelId="{3F766BED-56EC-48A8-8BA3-84E025EED48E}" type="presParOf" srcId="{F266A108-248B-4BA9-B522-5BAFC12AD30E}" destId="{9481C592-87B4-49F1-8A03-64DE5ACAF9AB}" srcOrd="4" destOrd="0" presId="urn:microsoft.com/office/officeart/2005/8/layout/vList2"/>
    <dgm:cxn modelId="{217B192F-169A-4662-909A-CBE74692517F}" type="presParOf" srcId="{F266A108-248B-4BA9-B522-5BAFC12AD30E}" destId="{8FFA0F03-5FE8-4DBB-86EE-766DC002B28E}" srcOrd="5" destOrd="0" presId="urn:microsoft.com/office/officeart/2005/8/layout/vList2"/>
    <dgm:cxn modelId="{B5A71891-E9F3-4535-B284-B4CDD297DB4E}" type="presParOf" srcId="{F266A108-248B-4BA9-B522-5BAFC12AD30E}" destId="{AE007B45-25E2-4DD0-8B33-99FE4191E6C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38020F06-CE11-4438-A09F-2243C9F57F6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4330AD-32F5-4228-A5D4-7A8395A080AE}">
      <dgm:prSet/>
      <dgm:spPr/>
      <dgm:t>
        <a:bodyPr/>
        <a:lstStyle/>
        <a:p>
          <a:r>
            <a:rPr lang="uk-UA" b="0" i="0" baseline="0"/>
            <a:t>руйнуванням російськими військами Чортомлицької Січі.</a:t>
          </a:r>
          <a:endParaRPr lang="uk-UA"/>
        </a:p>
      </dgm:t>
    </dgm:pt>
    <dgm:pt modelId="{C7041198-A01A-4EB7-B18C-714C58D2F144}" type="parTrans" cxnId="{D466A00E-8B66-4A85-90BC-3594EDBE1D9D}">
      <dgm:prSet/>
      <dgm:spPr/>
      <dgm:t>
        <a:bodyPr/>
        <a:lstStyle/>
        <a:p>
          <a:endParaRPr lang="uk-UA"/>
        </a:p>
      </dgm:t>
    </dgm:pt>
    <dgm:pt modelId="{717395D7-59A9-4365-A72C-C1ECCA9196B3}" type="sibTrans" cxnId="{D466A00E-8B66-4A85-90BC-3594EDBE1D9D}">
      <dgm:prSet/>
      <dgm:spPr/>
      <dgm:t>
        <a:bodyPr/>
        <a:lstStyle/>
        <a:p>
          <a:endParaRPr lang="uk-UA"/>
        </a:p>
      </dgm:t>
    </dgm:pt>
    <dgm:pt modelId="{9E9FF33A-436B-4766-A1A9-9D2232A6DDF7}">
      <dgm:prSet/>
      <dgm:spPr/>
      <dgm:t>
        <a:bodyPr/>
        <a:lstStyle/>
        <a:p>
          <a:r>
            <a:rPr lang="uk-UA" b="0" i="0" baseline="0"/>
            <a:t>поразками Московського царства на початку Північної війни.</a:t>
          </a:r>
          <a:endParaRPr lang="uk-UA"/>
        </a:p>
      </dgm:t>
    </dgm:pt>
    <dgm:pt modelId="{CEDB06D1-4572-42A8-A7D3-16B1F3833A68}" type="parTrans" cxnId="{C59398A8-7B86-4622-8361-5F8B13C9396C}">
      <dgm:prSet/>
      <dgm:spPr/>
      <dgm:t>
        <a:bodyPr/>
        <a:lstStyle/>
        <a:p>
          <a:endParaRPr lang="uk-UA"/>
        </a:p>
      </dgm:t>
    </dgm:pt>
    <dgm:pt modelId="{4591C218-59F5-4FB0-A12C-482C7ED5A223}" type="sibTrans" cxnId="{C59398A8-7B86-4622-8361-5F8B13C9396C}">
      <dgm:prSet/>
      <dgm:spPr/>
      <dgm:t>
        <a:bodyPr/>
        <a:lstStyle/>
        <a:p>
          <a:endParaRPr lang="uk-UA"/>
        </a:p>
      </dgm:t>
    </dgm:pt>
    <dgm:pt modelId="{7ADD38F4-7812-4212-9B1F-8D53A13BE2BD}">
      <dgm:prSet/>
      <dgm:spPr/>
      <dgm:t>
        <a:bodyPr/>
        <a:lstStyle/>
        <a:p>
          <a:r>
            <a:rPr lang="uk-UA" b="0" i="0" baseline="0"/>
            <a:t>ліквідацією польським сеймом козацького устрою на Правобережній Україні.</a:t>
          </a:r>
          <a:endParaRPr lang="uk-UA"/>
        </a:p>
      </dgm:t>
    </dgm:pt>
    <dgm:pt modelId="{14E3B1A6-2E58-482C-A142-EAD6285A4C53}" type="parTrans" cxnId="{DF7D9DAB-BF08-4A05-8BB3-DB387A281C66}">
      <dgm:prSet/>
      <dgm:spPr/>
      <dgm:t>
        <a:bodyPr/>
        <a:lstStyle/>
        <a:p>
          <a:endParaRPr lang="uk-UA"/>
        </a:p>
      </dgm:t>
    </dgm:pt>
    <dgm:pt modelId="{239A07C6-A0E1-4696-84C2-DAED95B88BE9}" type="sibTrans" cxnId="{DF7D9DAB-BF08-4A05-8BB3-DB387A281C66}">
      <dgm:prSet/>
      <dgm:spPr/>
      <dgm:t>
        <a:bodyPr/>
        <a:lstStyle/>
        <a:p>
          <a:endParaRPr lang="uk-UA"/>
        </a:p>
      </dgm:t>
    </dgm:pt>
    <dgm:pt modelId="{D38EFB76-63CF-4EF9-8755-9041FD0AC5E1}">
      <dgm:prSet/>
      <dgm:spPr/>
      <dgm:t>
        <a:bodyPr/>
        <a:lstStyle/>
        <a:p>
          <a:r>
            <a:rPr lang="uk-UA" b="0" i="0" baseline="0"/>
            <a:t>переходом гетьмана І. Мазепи та запорожців на бік шведського короля.</a:t>
          </a:r>
          <a:endParaRPr lang="uk-UA"/>
        </a:p>
      </dgm:t>
    </dgm:pt>
    <dgm:pt modelId="{68F69AFC-6015-4536-9853-41A1CD51373D}" type="parTrans" cxnId="{C9C29FBB-14D0-4D25-B748-69D995BB077A}">
      <dgm:prSet/>
      <dgm:spPr/>
      <dgm:t>
        <a:bodyPr/>
        <a:lstStyle/>
        <a:p>
          <a:endParaRPr lang="uk-UA"/>
        </a:p>
      </dgm:t>
    </dgm:pt>
    <dgm:pt modelId="{AF573E52-1E5D-4D55-A188-906CD8448FEA}" type="sibTrans" cxnId="{C9C29FBB-14D0-4D25-B748-69D995BB077A}">
      <dgm:prSet/>
      <dgm:spPr/>
      <dgm:t>
        <a:bodyPr/>
        <a:lstStyle/>
        <a:p>
          <a:endParaRPr lang="uk-UA"/>
        </a:p>
      </dgm:t>
    </dgm:pt>
    <dgm:pt modelId="{B0B26F22-A015-4FAE-9803-9B024558148A}" type="pres">
      <dgm:prSet presAssocID="{38020F06-CE11-4438-A09F-2243C9F57F65}" presName="linearFlow" presStyleCnt="0">
        <dgm:presLayoutVars>
          <dgm:dir/>
          <dgm:resizeHandles val="exact"/>
        </dgm:presLayoutVars>
      </dgm:prSet>
      <dgm:spPr/>
    </dgm:pt>
    <dgm:pt modelId="{79352D53-F704-4138-AB25-B4DAC0A7A3C6}" type="pres">
      <dgm:prSet presAssocID="{584330AD-32F5-4228-A5D4-7A8395A080AE}" presName="composite" presStyleCnt="0"/>
      <dgm:spPr/>
    </dgm:pt>
    <dgm:pt modelId="{87BE7221-E353-4749-B25C-E91EA3634262}" type="pres">
      <dgm:prSet presAssocID="{584330AD-32F5-4228-A5D4-7A8395A080AE}" presName="imgShp" presStyleLbl="fgImgPlace1" presStyleIdx="0" presStyleCnt="4"/>
      <dgm:spPr/>
    </dgm:pt>
    <dgm:pt modelId="{C9B75613-5ADE-45DA-AD0E-59FF5D28E5F2}" type="pres">
      <dgm:prSet presAssocID="{584330AD-32F5-4228-A5D4-7A8395A080AE}" presName="txShp" presStyleLbl="node1" presStyleIdx="0" presStyleCnt="4">
        <dgm:presLayoutVars>
          <dgm:bulletEnabled val="1"/>
        </dgm:presLayoutVars>
      </dgm:prSet>
      <dgm:spPr/>
    </dgm:pt>
    <dgm:pt modelId="{9416F550-D847-4840-9747-8BF1ACC86AB7}" type="pres">
      <dgm:prSet presAssocID="{717395D7-59A9-4365-A72C-C1ECCA9196B3}" presName="spacing" presStyleCnt="0"/>
      <dgm:spPr/>
    </dgm:pt>
    <dgm:pt modelId="{B20627A6-B876-424D-AB78-F303D4D42B83}" type="pres">
      <dgm:prSet presAssocID="{9E9FF33A-436B-4766-A1A9-9D2232A6DDF7}" presName="composite" presStyleCnt="0"/>
      <dgm:spPr/>
    </dgm:pt>
    <dgm:pt modelId="{6392FF9B-ACAF-452E-BBB9-C239F1B9F796}" type="pres">
      <dgm:prSet presAssocID="{9E9FF33A-436B-4766-A1A9-9D2232A6DDF7}" presName="imgShp" presStyleLbl="fgImgPlace1" presStyleIdx="1" presStyleCnt="4"/>
      <dgm:spPr/>
    </dgm:pt>
    <dgm:pt modelId="{947DBBC2-7A50-4F50-959C-1D9BBB9D65AC}" type="pres">
      <dgm:prSet presAssocID="{9E9FF33A-436B-4766-A1A9-9D2232A6DDF7}" presName="txShp" presStyleLbl="node1" presStyleIdx="1" presStyleCnt="4">
        <dgm:presLayoutVars>
          <dgm:bulletEnabled val="1"/>
        </dgm:presLayoutVars>
      </dgm:prSet>
      <dgm:spPr/>
    </dgm:pt>
    <dgm:pt modelId="{FED9236B-B3E2-4C1F-96DD-ACD02BCDFE82}" type="pres">
      <dgm:prSet presAssocID="{4591C218-59F5-4FB0-A12C-482C7ED5A223}" presName="spacing" presStyleCnt="0"/>
      <dgm:spPr/>
    </dgm:pt>
    <dgm:pt modelId="{65FE30DC-57E5-495E-86D0-36BD7829F08C}" type="pres">
      <dgm:prSet presAssocID="{7ADD38F4-7812-4212-9B1F-8D53A13BE2BD}" presName="composite" presStyleCnt="0"/>
      <dgm:spPr/>
    </dgm:pt>
    <dgm:pt modelId="{674CE463-9804-4A47-ACEE-C20807479A41}" type="pres">
      <dgm:prSet presAssocID="{7ADD38F4-7812-4212-9B1F-8D53A13BE2BD}" presName="imgShp" presStyleLbl="fgImgPlace1" presStyleIdx="2" presStyleCnt="4"/>
      <dgm:spPr/>
    </dgm:pt>
    <dgm:pt modelId="{D2CEAD66-F773-457E-BCC1-0FE787474438}" type="pres">
      <dgm:prSet presAssocID="{7ADD38F4-7812-4212-9B1F-8D53A13BE2BD}" presName="txShp" presStyleLbl="node1" presStyleIdx="2" presStyleCnt="4">
        <dgm:presLayoutVars>
          <dgm:bulletEnabled val="1"/>
        </dgm:presLayoutVars>
      </dgm:prSet>
      <dgm:spPr/>
    </dgm:pt>
    <dgm:pt modelId="{A0411789-4825-456F-B675-F9A35F1DB624}" type="pres">
      <dgm:prSet presAssocID="{239A07C6-A0E1-4696-84C2-DAED95B88BE9}" presName="spacing" presStyleCnt="0"/>
      <dgm:spPr/>
    </dgm:pt>
    <dgm:pt modelId="{7340A288-0F93-4747-B358-5BE1BC0B779F}" type="pres">
      <dgm:prSet presAssocID="{D38EFB76-63CF-4EF9-8755-9041FD0AC5E1}" presName="composite" presStyleCnt="0"/>
      <dgm:spPr/>
    </dgm:pt>
    <dgm:pt modelId="{461CD539-0732-4609-94DF-781DBD1B8D9C}" type="pres">
      <dgm:prSet presAssocID="{D38EFB76-63CF-4EF9-8755-9041FD0AC5E1}" presName="imgShp" presStyleLbl="fgImgPlace1" presStyleIdx="3" presStyleCnt="4"/>
      <dgm:spPr/>
    </dgm:pt>
    <dgm:pt modelId="{6E32F5EC-35F2-4C8B-AB4C-729A2B072DBE}" type="pres">
      <dgm:prSet presAssocID="{D38EFB76-63CF-4EF9-8755-9041FD0AC5E1}" presName="txShp" presStyleLbl="node1" presStyleIdx="3" presStyleCnt="4">
        <dgm:presLayoutVars>
          <dgm:bulletEnabled val="1"/>
        </dgm:presLayoutVars>
      </dgm:prSet>
      <dgm:spPr/>
    </dgm:pt>
  </dgm:ptLst>
  <dgm:cxnLst>
    <dgm:cxn modelId="{D466A00E-8B66-4A85-90BC-3594EDBE1D9D}" srcId="{38020F06-CE11-4438-A09F-2243C9F57F65}" destId="{584330AD-32F5-4228-A5D4-7A8395A080AE}" srcOrd="0" destOrd="0" parTransId="{C7041198-A01A-4EB7-B18C-714C58D2F144}" sibTransId="{717395D7-59A9-4365-A72C-C1ECCA9196B3}"/>
    <dgm:cxn modelId="{30DDF227-CE8F-4834-A222-2D8C859480EB}" type="presOf" srcId="{38020F06-CE11-4438-A09F-2243C9F57F65}" destId="{B0B26F22-A015-4FAE-9803-9B024558148A}" srcOrd="0" destOrd="0" presId="urn:microsoft.com/office/officeart/2005/8/layout/vList3"/>
    <dgm:cxn modelId="{611DD52D-E92F-40E1-A74F-8BAA87AE1B19}" type="presOf" srcId="{584330AD-32F5-4228-A5D4-7A8395A080AE}" destId="{C9B75613-5ADE-45DA-AD0E-59FF5D28E5F2}" srcOrd="0" destOrd="0" presId="urn:microsoft.com/office/officeart/2005/8/layout/vList3"/>
    <dgm:cxn modelId="{36AD5168-5F38-4891-97F3-8D4A02F50CF5}" type="presOf" srcId="{7ADD38F4-7812-4212-9B1F-8D53A13BE2BD}" destId="{D2CEAD66-F773-457E-BCC1-0FE787474438}" srcOrd="0" destOrd="0" presId="urn:microsoft.com/office/officeart/2005/8/layout/vList3"/>
    <dgm:cxn modelId="{C56BDA7A-DB66-4A15-AE39-E9BEAFB67520}" type="presOf" srcId="{D38EFB76-63CF-4EF9-8755-9041FD0AC5E1}" destId="{6E32F5EC-35F2-4C8B-AB4C-729A2B072DBE}" srcOrd="0" destOrd="0" presId="urn:microsoft.com/office/officeart/2005/8/layout/vList3"/>
    <dgm:cxn modelId="{FC4F9E9D-31F7-442A-BCAA-AE2A9207423E}" type="presOf" srcId="{9E9FF33A-436B-4766-A1A9-9D2232A6DDF7}" destId="{947DBBC2-7A50-4F50-959C-1D9BBB9D65AC}" srcOrd="0" destOrd="0" presId="urn:microsoft.com/office/officeart/2005/8/layout/vList3"/>
    <dgm:cxn modelId="{C59398A8-7B86-4622-8361-5F8B13C9396C}" srcId="{38020F06-CE11-4438-A09F-2243C9F57F65}" destId="{9E9FF33A-436B-4766-A1A9-9D2232A6DDF7}" srcOrd="1" destOrd="0" parTransId="{CEDB06D1-4572-42A8-A7D3-16B1F3833A68}" sibTransId="{4591C218-59F5-4FB0-A12C-482C7ED5A223}"/>
    <dgm:cxn modelId="{DF7D9DAB-BF08-4A05-8BB3-DB387A281C66}" srcId="{38020F06-CE11-4438-A09F-2243C9F57F65}" destId="{7ADD38F4-7812-4212-9B1F-8D53A13BE2BD}" srcOrd="2" destOrd="0" parTransId="{14E3B1A6-2E58-482C-A142-EAD6285A4C53}" sibTransId="{239A07C6-A0E1-4696-84C2-DAED95B88BE9}"/>
    <dgm:cxn modelId="{C9C29FBB-14D0-4D25-B748-69D995BB077A}" srcId="{38020F06-CE11-4438-A09F-2243C9F57F65}" destId="{D38EFB76-63CF-4EF9-8755-9041FD0AC5E1}" srcOrd="3" destOrd="0" parTransId="{68F69AFC-6015-4536-9853-41A1CD51373D}" sibTransId="{AF573E52-1E5D-4D55-A188-906CD8448FEA}"/>
    <dgm:cxn modelId="{D3BB26C7-2AF3-4A43-9897-C48609D11150}" type="presParOf" srcId="{B0B26F22-A015-4FAE-9803-9B024558148A}" destId="{79352D53-F704-4138-AB25-B4DAC0A7A3C6}" srcOrd="0" destOrd="0" presId="urn:microsoft.com/office/officeart/2005/8/layout/vList3"/>
    <dgm:cxn modelId="{032DE075-65D4-41D6-B066-624FCAE0F3AF}" type="presParOf" srcId="{79352D53-F704-4138-AB25-B4DAC0A7A3C6}" destId="{87BE7221-E353-4749-B25C-E91EA3634262}" srcOrd="0" destOrd="0" presId="urn:microsoft.com/office/officeart/2005/8/layout/vList3"/>
    <dgm:cxn modelId="{D6228601-CF1F-46E0-B6AD-08524B43A0A1}" type="presParOf" srcId="{79352D53-F704-4138-AB25-B4DAC0A7A3C6}" destId="{C9B75613-5ADE-45DA-AD0E-59FF5D28E5F2}" srcOrd="1" destOrd="0" presId="urn:microsoft.com/office/officeart/2005/8/layout/vList3"/>
    <dgm:cxn modelId="{A0C8ECA3-560C-4757-867C-90F908D81CAB}" type="presParOf" srcId="{B0B26F22-A015-4FAE-9803-9B024558148A}" destId="{9416F550-D847-4840-9747-8BF1ACC86AB7}" srcOrd="1" destOrd="0" presId="urn:microsoft.com/office/officeart/2005/8/layout/vList3"/>
    <dgm:cxn modelId="{D5DCD897-4204-478A-A3EE-AD722614C354}" type="presParOf" srcId="{B0B26F22-A015-4FAE-9803-9B024558148A}" destId="{B20627A6-B876-424D-AB78-F303D4D42B83}" srcOrd="2" destOrd="0" presId="urn:microsoft.com/office/officeart/2005/8/layout/vList3"/>
    <dgm:cxn modelId="{717FDC06-0944-4F08-B8BC-2B32600D7AC4}" type="presParOf" srcId="{B20627A6-B876-424D-AB78-F303D4D42B83}" destId="{6392FF9B-ACAF-452E-BBB9-C239F1B9F796}" srcOrd="0" destOrd="0" presId="urn:microsoft.com/office/officeart/2005/8/layout/vList3"/>
    <dgm:cxn modelId="{49FD1FCA-2FA8-466C-A276-720FCC8B7970}" type="presParOf" srcId="{B20627A6-B876-424D-AB78-F303D4D42B83}" destId="{947DBBC2-7A50-4F50-959C-1D9BBB9D65AC}" srcOrd="1" destOrd="0" presId="urn:microsoft.com/office/officeart/2005/8/layout/vList3"/>
    <dgm:cxn modelId="{F4EE0ACE-7762-4F3B-A3C7-C619218C793D}" type="presParOf" srcId="{B0B26F22-A015-4FAE-9803-9B024558148A}" destId="{FED9236B-B3E2-4C1F-96DD-ACD02BCDFE82}" srcOrd="3" destOrd="0" presId="urn:microsoft.com/office/officeart/2005/8/layout/vList3"/>
    <dgm:cxn modelId="{97F71545-E28A-49FE-902C-855DA16D91EA}" type="presParOf" srcId="{B0B26F22-A015-4FAE-9803-9B024558148A}" destId="{65FE30DC-57E5-495E-86D0-36BD7829F08C}" srcOrd="4" destOrd="0" presId="urn:microsoft.com/office/officeart/2005/8/layout/vList3"/>
    <dgm:cxn modelId="{87582104-F1D5-40EC-95E5-33096B2279F3}" type="presParOf" srcId="{65FE30DC-57E5-495E-86D0-36BD7829F08C}" destId="{674CE463-9804-4A47-ACEE-C20807479A41}" srcOrd="0" destOrd="0" presId="urn:microsoft.com/office/officeart/2005/8/layout/vList3"/>
    <dgm:cxn modelId="{4437B4EA-848A-459F-8267-75DE15A710D6}" type="presParOf" srcId="{65FE30DC-57E5-495E-86D0-36BD7829F08C}" destId="{D2CEAD66-F773-457E-BCC1-0FE787474438}" srcOrd="1" destOrd="0" presId="urn:microsoft.com/office/officeart/2005/8/layout/vList3"/>
    <dgm:cxn modelId="{E5989E62-A745-4FD0-ABF0-7621DDECCBE9}" type="presParOf" srcId="{B0B26F22-A015-4FAE-9803-9B024558148A}" destId="{A0411789-4825-456F-B675-F9A35F1DB624}" srcOrd="5" destOrd="0" presId="urn:microsoft.com/office/officeart/2005/8/layout/vList3"/>
    <dgm:cxn modelId="{9B143C16-B4B0-4FF6-8CC2-5232F4E2607C}" type="presParOf" srcId="{B0B26F22-A015-4FAE-9803-9B024558148A}" destId="{7340A288-0F93-4747-B358-5BE1BC0B779F}" srcOrd="6" destOrd="0" presId="urn:microsoft.com/office/officeart/2005/8/layout/vList3"/>
    <dgm:cxn modelId="{0AF56606-7CAB-4666-BEFA-F7D79EE4DBCD}" type="presParOf" srcId="{7340A288-0F93-4747-B358-5BE1BC0B779F}" destId="{461CD539-0732-4609-94DF-781DBD1B8D9C}" srcOrd="0" destOrd="0" presId="urn:microsoft.com/office/officeart/2005/8/layout/vList3"/>
    <dgm:cxn modelId="{3BA43376-3A5A-4DCD-8028-20B039FD3414}" type="presParOf" srcId="{7340A288-0F93-4747-B358-5BE1BC0B779F}" destId="{6E32F5EC-35F2-4C8B-AB4C-729A2B072D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50692732-BCCC-4BFA-933B-653930F5B5B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92980A-7894-4D91-BB79-52716B229413}">
      <dgm:prSet/>
      <dgm:spPr/>
      <dgm:t>
        <a:bodyPr/>
        <a:lstStyle/>
        <a:p>
          <a:r>
            <a:rPr lang="ru-RU" b="0" i="0" baseline="0"/>
            <a:t>створення «Правління гетьманського уряду»</a:t>
          </a:r>
          <a:endParaRPr lang="uk-UA"/>
        </a:p>
      </dgm:t>
    </dgm:pt>
    <dgm:pt modelId="{27B84A90-1B82-4B07-8DE9-42254BE38B27}" type="parTrans" cxnId="{DF9F6AB5-1043-45FB-B892-7BC79A7E30D1}">
      <dgm:prSet/>
      <dgm:spPr/>
      <dgm:t>
        <a:bodyPr/>
        <a:lstStyle/>
        <a:p>
          <a:endParaRPr lang="uk-UA"/>
        </a:p>
      </dgm:t>
    </dgm:pt>
    <dgm:pt modelId="{436AFF18-60EC-45A2-BF56-03F43F9A1E95}" type="sibTrans" cxnId="{DF9F6AB5-1043-45FB-B892-7BC79A7E30D1}">
      <dgm:prSet/>
      <dgm:spPr/>
      <dgm:t>
        <a:bodyPr/>
        <a:lstStyle/>
        <a:p>
          <a:endParaRPr lang="uk-UA"/>
        </a:p>
      </dgm:t>
    </dgm:pt>
    <dgm:pt modelId="{42972C87-A967-478E-B879-4C72156F0473}">
      <dgm:prSet/>
      <dgm:spPr/>
      <dgm:t>
        <a:bodyPr/>
        <a:lstStyle/>
        <a:p>
          <a:r>
            <a:rPr lang="ru-RU" b="0" i="0" baseline="0"/>
            <a:t>придушення повстання С. Палія на Правобережжі</a:t>
          </a:r>
          <a:endParaRPr lang="uk-UA"/>
        </a:p>
      </dgm:t>
    </dgm:pt>
    <dgm:pt modelId="{C07C2C85-D8C5-48AE-89C2-9484B5E74ADE}" type="parTrans" cxnId="{5438F9DF-1069-425D-8B1A-E43DB5DA6AE6}">
      <dgm:prSet/>
      <dgm:spPr/>
      <dgm:t>
        <a:bodyPr/>
        <a:lstStyle/>
        <a:p>
          <a:endParaRPr lang="uk-UA"/>
        </a:p>
      </dgm:t>
    </dgm:pt>
    <dgm:pt modelId="{2D7B26B5-CE86-4C88-AB2A-8BFF560E93DC}" type="sibTrans" cxnId="{5438F9DF-1069-425D-8B1A-E43DB5DA6AE6}">
      <dgm:prSet/>
      <dgm:spPr/>
      <dgm:t>
        <a:bodyPr/>
        <a:lstStyle/>
        <a:p>
          <a:endParaRPr lang="uk-UA"/>
        </a:p>
      </dgm:t>
    </dgm:pt>
    <dgm:pt modelId="{7D1AAE39-254C-4457-BB9E-C76EE708FCEC}">
      <dgm:prSet/>
      <dgm:spPr/>
      <dgm:t>
        <a:bodyPr/>
        <a:lstStyle/>
        <a:p>
          <a:r>
            <a:rPr lang="ru-RU" b="0" i="0" baseline="0"/>
            <a:t>ув’язнення наказного гетьмана П. Полуботка</a:t>
          </a:r>
          <a:endParaRPr lang="uk-UA"/>
        </a:p>
      </dgm:t>
    </dgm:pt>
    <dgm:pt modelId="{ED062675-99B8-4523-8934-C042C373BE01}" type="parTrans" cxnId="{205BC5F9-CC9A-4E5B-BE81-DC4B9B0799FD}">
      <dgm:prSet/>
      <dgm:spPr/>
      <dgm:t>
        <a:bodyPr/>
        <a:lstStyle/>
        <a:p>
          <a:endParaRPr lang="uk-UA"/>
        </a:p>
      </dgm:t>
    </dgm:pt>
    <dgm:pt modelId="{6C1FC2BE-5A08-487D-B7D3-A5A72812526C}" type="sibTrans" cxnId="{205BC5F9-CC9A-4E5B-BE81-DC4B9B0799FD}">
      <dgm:prSet/>
      <dgm:spPr/>
      <dgm:t>
        <a:bodyPr/>
        <a:lstStyle/>
        <a:p>
          <a:endParaRPr lang="uk-UA"/>
        </a:p>
      </dgm:t>
    </dgm:pt>
    <dgm:pt modelId="{B0BC61B8-A569-437E-B248-EE945CBAC668}" type="pres">
      <dgm:prSet presAssocID="{50692732-BCCC-4BFA-933B-653930F5B5BB}" presName="Name0" presStyleCnt="0">
        <dgm:presLayoutVars>
          <dgm:chMax val="7"/>
          <dgm:chPref val="7"/>
          <dgm:dir/>
        </dgm:presLayoutVars>
      </dgm:prSet>
      <dgm:spPr/>
    </dgm:pt>
    <dgm:pt modelId="{822FCED2-9319-486B-9529-35C9DE75866B}" type="pres">
      <dgm:prSet presAssocID="{50692732-BCCC-4BFA-933B-653930F5B5BB}" presName="Name1" presStyleCnt="0"/>
      <dgm:spPr/>
    </dgm:pt>
    <dgm:pt modelId="{0627E22D-A8A5-4DBD-B843-5FBB87EFDF4C}" type="pres">
      <dgm:prSet presAssocID="{50692732-BCCC-4BFA-933B-653930F5B5BB}" presName="cycle" presStyleCnt="0"/>
      <dgm:spPr/>
    </dgm:pt>
    <dgm:pt modelId="{634BD26D-C6E7-46F3-A266-FE7DA75F5E7E}" type="pres">
      <dgm:prSet presAssocID="{50692732-BCCC-4BFA-933B-653930F5B5BB}" presName="srcNode" presStyleLbl="node1" presStyleIdx="0" presStyleCnt="3"/>
      <dgm:spPr/>
    </dgm:pt>
    <dgm:pt modelId="{2617E651-E9EA-4ABA-9BC1-DEF58FA5BEC5}" type="pres">
      <dgm:prSet presAssocID="{50692732-BCCC-4BFA-933B-653930F5B5BB}" presName="conn" presStyleLbl="parChTrans1D2" presStyleIdx="0" presStyleCnt="1"/>
      <dgm:spPr/>
    </dgm:pt>
    <dgm:pt modelId="{AD7C2C53-4497-445A-A3BA-8B8F53129CA3}" type="pres">
      <dgm:prSet presAssocID="{50692732-BCCC-4BFA-933B-653930F5B5BB}" presName="extraNode" presStyleLbl="node1" presStyleIdx="0" presStyleCnt="3"/>
      <dgm:spPr/>
    </dgm:pt>
    <dgm:pt modelId="{3D04D617-5C05-4BCB-81F8-BDA32C0E7EA4}" type="pres">
      <dgm:prSet presAssocID="{50692732-BCCC-4BFA-933B-653930F5B5BB}" presName="dstNode" presStyleLbl="node1" presStyleIdx="0" presStyleCnt="3"/>
      <dgm:spPr/>
    </dgm:pt>
    <dgm:pt modelId="{5CF004B6-A961-4BA9-B60B-50239BC1188E}" type="pres">
      <dgm:prSet presAssocID="{1692980A-7894-4D91-BB79-52716B229413}" presName="text_1" presStyleLbl="node1" presStyleIdx="0" presStyleCnt="3">
        <dgm:presLayoutVars>
          <dgm:bulletEnabled val="1"/>
        </dgm:presLayoutVars>
      </dgm:prSet>
      <dgm:spPr/>
    </dgm:pt>
    <dgm:pt modelId="{35AAAC9B-93B2-4B69-AECF-39EF732BB3FC}" type="pres">
      <dgm:prSet presAssocID="{1692980A-7894-4D91-BB79-52716B229413}" presName="accent_1" presStyleCnt="0"/>
      <dgm:spPr/>
    </dgm:pt>
    <dgm:pt modelId="{C7B5B110-5B29-4FAD-861A-3CAE658D1026}" type="pres">
      <dgm:prSet presAssocID="{1692980A-7894-4D91-BB79-52716B229413}" presName="accentRepeatNode" presStyleLbl="solidFgAcc1" presStyleIdx="0" presStyleCnt="3"/>
      <dgm:spPr/>
    </dgm:pt>
    <dgm:pt modelId="{EF13BA8B-6542-452F-83F8-308C48501D0C}" type="pres">
      <dgm:prSet presAssocID="{42972C87-A967-478E-B879-4C72156F0473}" presName="text_2" presStyleLbl="node1" presStyleIdx="1" presStyleCnt="3">
        <dgm:presLayoutVars>
          <dgm:bulletEnabled val="1"/>
        </dgm:presLayoutVars>
      </dgm:prSet>
      <dgm:spPr/>
    </dgm:pt>
    <dgm:pt modelId="{97190A38-A0CA-471A-AD5D-682D69B6C779}" type="pres">
      <dgm:prSet presAssocID="{42972C87-A967-478E-B879-4C72156F0473}" presName="accent_2" presStyleCnt="0"/>
      <dgm:spPr/>
    </dgm:pt>
    <dgm:pt modelId="{2EFA8D54-3744-42AD-BEBC-D4D811CED87C}" type="pres">
      <dgm:prSet presAssocID="{42972C87-A967-478E-B879-4C72156F0473}" presName="accentRepeatNode" presStyleLbl="solidFgAcc1" presStyleIdx="1" presStyleCnt="3"/>
      <dgm:spPr/>
    </dgm:pt>
    <dgm:pt modelId="{14058856-956B-49A1-B250-7D8BBF69E092}" type="pres">
      <dgm:prSet presAssocID="{7D1AAE39-254C-4457-BB9E-C76EE708FCEC}" presName="text_3" presStyleLbl="node1" presStyleIdx="2" presStyleCnt="3">
        <dgm:presLayoutVars>
          <dgm:bulletEnabled val="1"/>
        </dgm:presLayoutVars>
      </dgm:prSet>
      <dgm:spPr/>
    </dgm:pt>
    <dgm:pt modelId="{7356BBA5-E10F-40D3-BA73-DFC791584E27}" type="pres">
      <dgm:prSet presAssocID="{7D1AAE39-254C-4457-BB9E-C76EE708FCEC}" presName="accent_3" presStyleCnt="0"/>
      <dgm:spPr/>
    </dgm:pt>
    <dgm:pt modelId="{FDBF1E1C-CABC-4A26-A394-C218A441883F}" type="pres">
      <dgm:prSet presAssocID="{7D1AAE39-254C-4457-BB9E-C76EE708FCEC}" presName="accentRepeatNode" presStyleLbl="solidFgAcc1" presStyleIdx="2" presStyleCnt="3"/>
      <dgm:spPr/>
    </dgm:pt>
  </dgm:ptLst>
  <dgm:cxnLst>
    <dgm:cxn modelId="{BE311821-8B4F-4E80-AA79-AC9EBE30F173}" type="presOf" srcId="{7D1AAE39-254C-4457-BB9E-C76EE708FCEC}" destId="{14058856-956B-49A1-B250-7D8BBF69E092}" srcOrd="0" destOrd="0" presId="urn:microsoft.com/office/officeart/2008/layout/VerticalCurvedList"/>
    <dgm:cxn modelId="{460AFA40-BA8D-4A2D-9EB6-EC0E9A243AAA}" type="presOf" srcId="{436AFF18-60EC-45A2-BF56-03F43F9A1E95}" destId="{2617E651-E9EA-4ABA-9BC1-DEF58FA5BEC5}" srcOrd="0" destOrd="0" presId="urn:microsoft.com/office/officeart/2008/layout/VerticalCurvedList"/>
    <dgm:cxn modelId="{0F6F6A69-5754-41FE-8E74-002F56A241C3}" type="presOf" srcId="{50692732-BCCC-4BFA-933B-653930F5B5BB}" destId="{B0BC61B8-A569-437E-B248-EE945CBAC668}" srcOrd="0" destOrd="0" presId="urn:microsoft.com/office/officeart/2008/layout/VerticalCurvedList"/>
    <dgm:cxn modelId="{66E3DC8F-888B-4302-9927-BAEAF2B6C351}" type="presOf" srcId="{1692980A-7894-4D91-BB79-52716B229413}" destId="{5CF004B6-A961-4BA9-B60B-50239BC1188E}" srcOrd="0" destOrd="0" presId="urn:microsoft.com/office/officeart/2008/layout/VerticalCurvedList"/>
    <dgm:cxn modelId="{DF9F6AB5-1043-45FB-B892-7BC79A7E30D1}" srcId="{50692732-BCCC-4BFA-933B-653930F5B5BB}" destId="{1692980A-7894-4D91-BB79-52716B229413}" srcOrd="0" destOrd="0" parTransId="{27B84A90-1B82-4B07-8DE9-42254BE38B27}" sibTransId="{436AFF18-60EC-45A2-BF56-03F43F9A1E95}"/>
    <dgm:cxn modelId="{5DFC0AD8-2F0F-4645-AFE9-DF494C08A283}" type="presOf" srcId="{42972C87-A967-478E-B879-4C72156F0473}" destId="{EF13BA8B-6542-452F-83F8-308C48501D0C}" srcOrd="0" destOrd="0" presId="urn:microsoft.com/office/officeart/2008/layout/VerticalCurvedList"/>
    <dgm:cxn modelId="{5438F9DF-1069-425D-8B1A-E43DB5DA6AE6}" srcId="{50692732-BCCC-4BFA-933B-653930F5B5BB}" destId="{42972C87-A967-478E-B879-4C72156F0473}" srcOrd="1" destOrd="0" parTransId="{C07C2C85-D8C5-48AE-89C2-9484B5E74ADE}" sibTransId="{2D7B26B5-CE86-4C88-AB2A-8BFF560E93DC}"/>
    <dgm:cxn modelId="{205BC5F9-CC9A-4E5B-BE81-DC4B9B0799FD}" srcId="{50692732-BCCC-4BFA-933B-653930F5B5BB}" destId="{7D1AAE39-254C-4457-BB9E-C76EE708FCEC}" srcOrd="2" destOrd="0" parTransId="{ED062675-99B8-4523-8934-C042C373BE01}" sibTransId="{6C1FC2BE-5A08-487D-B7D3-A5A72812526C}"/>
    <dgm:cxn modelId="{D2562CF9-0C22-4A4D-A502-946A580609A0}" type="presParOf" srcId="{B0BC61B8-A569-437E-B248-EE945CBAC668}" destId="{822FCED2-9319-486B-9529-35C9DE75866B}" srcOrd="0" destOrd="0" presId="urn:microsoft.com/office/officeart/2008/layout/VerticalCurvedList"/>
    <dgm:cxn modelId="{FC379E96-835C-4FF9-9E73-4674A478A3C0}" type="presParOf" srcId="{822FCED2-9319-486B-9529-35C9DE75866B}" destId="{0627E22D-A8A5-4DBD-B843-5FBB87EFDF4C}" srcOrd="0" destOrd="0" presId="urn:microsoft.com/office/officeart/2008/layout/VerticalCurvedList"/>
    <dgm:cxn modelId="{8B906681-7042-4EFF-822A-71EE213A564E}" type="presParOf" srcId="{0627E22D-A8A5-4DBD-B843-5FBB87EFDF4C}" destId="{634BD26D-C6E7-46F3-A266-FE7DA75F5E7E}" srcOrd="0" destOrd="0" presId="urn:microsoft.com/office/officeart/2008/layout/VerticalCurvedList"/>
    <dgm:cxn modelId="{04F26305-61C9-4968-8B4D-3E6172938A6F}" type="presParOf" srcId="{0627E22D-A8A5-4DBD-B843-5FBB87EFDF4C}" destId="{2617E651-E9EA-4ABA-9BC1-DEF58FA5BEC5}" srcOrd="1" destOrd="0" presId="urn:microsoft.com/office/officeart/2008/layout/VerticalCurvedList"/>
    <dgm:cxn modelId="{4A0C26B9-8EAE-4BA9-8941-6B57C230C60E}" type="presParOf" srcId="{0627E22D-A8A5-4DBD-B843-5FBB87EFDF4C}" destId="{AD7C2C53-4497-445A-A3BA-8B8F53129CA3}" srcOrd="2" destOrd="0" presId="urn:microsoft.com/office/officeart/2008/layout/VerticalCurvedList"/>
    <dgm:cxn modelId="{F9EE19FD-095F-47C9-B5C4-99034303738F}" type="presParOf" srcId="{0627E22D-A8A5-4DBD-B843-5FBB87EFDF4C}" destId="{3D04D617-5C05-4BCB-81F8-BDA32C0E7EA4}" srcOrd="3" destOrd="0" presId="urn:microsoft.com/office/officeart/2008/layout/VerticalCurvedList"/>
    <dgm:cxn modelId="{6D3B8055-54AF-40C7-99EE-9F710242C6EA}" type="presParOf" srcId="{822FCED2-9319-486B-9529-35C9DE75866B}" destId="{5CF004B6-A961-4BA9-B60B-50239BC1188E}" srcOrd="1" destOrd="0" presId="urn:microsoft.com/office/officeart/2008/layout/VerticalCurvedList"/>
    <dgm:cxn modelId="{189CC4A2-8005-40A1-BC1C-004AAB2BA4DA}" type="presParOf" srcId="{822FCED2-9319-486B-9529-35C9DE75866B}" destId="{35AAAC9B-93B2-4B69-AECF-39EF732BB3FC}" srcOrd="2" destOrd="0" presId="urn:microsoft.com/office/officeart/2008/layout/VerticalCurvedList"/>
    <dgm:cxn modelId="{F4CED459-4843-426E-A4F0-E7A0C5073D74}" type="presParOf" srcId="{35AAAC9B-93B2-4B69-AECF-39EF732BB3FC}" destId="{C7B5B110-5B29-4FAD-861A-3CAE658D1026}" srcOrd="0" destOrd="0" presId="urn:microsoft.com/office/officeart/2008/layout/VerticalCurvedList"/>
    <dgm:cxn modelId="{0CA843C3-571F-445E-90C1-398ED882C0F3}" type="presParOf" srcId="{822FCED2-9319-486B-9529-35C9DE75866B}" destId="{EF13BA8B-6542-452F-83F8-308C48501D0C}" srcOrd="3" destOrd="0" presId="urn:microsoft.com/office/officeart/2008/layout/VerticalCurvedList"/>
    <dgm:cxn modelId="{929508C9-DFAB-4B9A-A37C-45B20F34E9DF}" type="presParOf" srcId="{822FCED2-9319-486B-9529-35C9DE75866B}" destId="{97190A38-A0CA-471A-AD5D-682D69B6C779}" srcOrd="4" destOrd="0" presId="urn:microsoft.com/office/officeart/2008/layout/VerticalCurvedList"/>
    <dgm:cxn modelId="{D977989A-6E50-4A34-927E-8901CE014C51}" type="presParOf" srcId="{97190A38-A0CA-471A-AD5D-682D69B6C779}" destId="{2EFA8D54-3744-42AD-BEBC-D4D811CED87C}" srcOrd="0" destOrd="0" presId="urn:microsoft.com/office/officeart/2008/layout/VerticalCurvedList"/>
    <dgm:cxn modelId="{0AB6DD9A-B3B3-4704-BD2F-49AB95143C33}" type="presParOf" srcId="{822FCED2-9319-486B-9529-35C9DE75866B}" destId="{14058856-956B-49A1-B250-7D8BBF69E092}" srcOrd="5" destOrd="0" presId="urn:microsoft.com/office/officeart/2008/layout/VerticalCurvedList"/>
    <dgm:cxn modelId="{0A737282-7631-4B1D-A9C4-EDE482420E53}" type="presParOf" srcId="{822FCED2-9319-486B-9529-35C9DE75866B}" destId="{7356BBA5-E10F-40D3-BA73-DFC791584E27}" srcOrd="6" destOrd="0" presId="urn:microsoft.com/office/officeart/2008/layout/VerticalCurvedList"/>
    <dgm:cxn modelId="{BE779DAF-E19D-48FB-B5F5-BB12C283CE2E}" type="presParOf" srcId="{7356BBA5-E10F-40D3-BA73-DFC791584E27}" destId="{FDBF1E1C-CABC-4A26-A394-C218A441883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62D1A4CC-74E3-48B9-BB75-4C7EF3077BC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353FFB0-B32D-4656-BF7B-480122969CC4}">
      <dgm:prSet/>
      <dgm:spPr/>
      <dgm:t>
        <a:bodyPr/>
        <a:lstStyle/>
        <a:p>
          <a:r>
            <a:rPr lang="uk-UA" b="0" i="0" baseline="0"/>
            <a:t>знищення гетьманської резиденції Батурина</a:t>
          </a:r>
          <a:endParaRPr lang="uk-UA"/>
        </a:p>
      </dgm:t>
    </dgm:pt>
    <dgm:pt modelId="{855A6E0C-55C4-42D9-8D01-69A60DBEAE0B}" type="parTrans" cxnId="{F9F348D7-75FD-4A69-B230-E1D420A094E6}">
      <dgm:prSet/>
      <dgm:spPr/>
      <dgm:t>
        <a:bodyPr/>
        <a:lstStyle/>
        <a:p>
          <a:endParaRPr lang="uk-UA"/>
        </a:p>
      </dgm:t>
    </dgm:pt>
    <dgm:pt modelId="{84A68EC6-DA9F-4325-9380-95DC5ABB685E}" type="sibTrans" cxnId="{F9F348D7-75FD-4A69-B230-E1D420A094E6}">
      <dgm:prSet/>
      <dgm:spPr/>
      <dgm:t>
        <a:bodyPr/>
        <a:lstStyle/>
        <a:p>
          <a:endParaRPr lang="uk-UA"/>
        </a:p>
      </dgm:t>
    </dgm:pt>
    <dgm:pt modelId="{5273DDC0-66F8-48B6-A124-5D199DBCD179}">
      <dgm:prSet/>
      <dgm:spPr/>
      <dgm:t>
        <a:bodyPr/>
        <a:lstStyle/>
        <a:p>
          <a:r>
            <a:rPr lang="uk-UA" b="0" i="0" baseline="0"/>
            <a:t>ліквідація полкового устрою Гетьманщини</a:t>
          </a:r>
          <a:endParaRPr lang="uk-UA"/>
        </a:p>
      </dgm:t>
    </dgm:pt>
    <dgm:pt modelId="{60635058-94D0-47B2-B161-790F00E2E59B}" type="parTrans" cxnId="{D4DCFE48-F178-4039-8D32-7934AC8974AB}">
      <dgm:prSet/>
      <dgm:spPr/>
      <dgm:t>
        <a:bodyPr/>
        <a:lstStyle/>
        <a:p>
          <a:endParaRPr lang="uk-UA"/>
        </a:p>
      </dgm:t>
    </dgm:pt>
    <dgm:pt modelId="{437E0488-AB14-417A-9A57-A8323FA2CF5C}" type="sibTrans" cxnId="{D4DCFE48-F178-4039-8D32-7934AC8974AB}">
      <dgm:prSet/>
      <dgm:spPr/>
      <dgm:t>
        <a:bodyPr/>
        <a:lstStyle/>
        <a:p>
          <a:endParaRPr lang="uk-UA"/>
        </a:p>
      </dgm:t>
    </dgm:pt>
    <dgm:pt modelId="{CFE279B8-D8DA-4A0A-A265-A4E0361F71F7}">
      <dgm:prSet/>
      <dgm:spPr/>
      <dgm:t>
        <a:bodyPr/>
        <a:lstStyle/>
        <a:p>
          <a:r>
            <a:rPr lang="uk-UA" b="0" i="0" baseline="0"/>
            <a:t>зруйнування Чортомлицької Січі</a:t>
          </a:r>
          <a:endParaRPr lang="uk-UA"/>
        </a:p>
      </dgm:t>
    </dgm:pt>
    <dgm:pt modelId="{D722FE99-A511-4A88-BB38-3FB23C650A43}" type="parTrans" cxnId="{00294B0B-0368-4CB8-8BE2-FD5CB223284D}">
      <dgm:prSet/>
      <dgm:spPr/>
      <dgm:t>
        <a:bodyPr/>
        <a:lstStyle/>
        <a:p>
          <a:endParaRPr lang="uk-UA"/>
        </a:p>
      </dgm:t>
    </dgm:pt>
    <dgm:pt modelId="{375FFC0E-B4C6-4A9E-8225-2AAF79C02114}" type="sibTrans" cxnId="{00294B0B-0368-4CB8-8BE2-FD5CB223284D}">
      <dgm:prSet/>
      <dgm:spPr/>
      <dgm:t>
        <a:bodyPr/>
        <a:lstStyle/>
        <a:p>
          <a:endParaRPr lang="uk-UA"/>
        </a:p>
      </dgm:t>
    </dgm:pt>
    <dgm:pt modelId="{EA31EF98-D941-4819-BAAA-4068ECE00979}">
      <dgm:prSet/>
      <dgm:spPr/>
      <dgm:t>
        <a:bodyPr/>
        <a:lstStyle/>
        <a:p>
          <a:r>
            <a:rPr lang="uk-UA" b="0" i="0" baseline="0"/>
            <a:t>обрання гетьманом І. Скоропадського</a:t>
          </a:r>
          <a:endParaRPr lang="uk-UA"/>
        </a:p>
      </dgm:t>
    </dgm:pt>
    <dgm:pt modelId="{90E94CF1-FC64-407F-A23F-51AA5C79B07E}" type="parTrans" cxnId="{26C7309B-EEA5-4B30-87D4-C22A944818A1}">
      <dgm:prSet/>
      <dgm:spPr/>
      <dgm:t>
        <a:bodyPr/>
        <a:lstStyle/>
        <a:p>
          <a:endParaRPr lang="uk-UA"/>
        </a:p>
      </dgm:t>
    </dgm:pt>
    <dgm:pt modelId="{F5988803-E523-4CFA-B803-4AADDBF79026}" type="sibTrans" cxnId="{26C7309B-EEA5-4B30-87D4-C22A944818A1}">
      <dgm:prSet/>
      <dgm:spPr/>
      <dgm:t>
        <a:bodyPr/>
        <a:lstStyle/>
        <a:p>
          <a:endParaRPr lang="uk-UA"/>
        </a:p>
      </dgm:t>
    </dgm:pt>
    <dgm:pt modelId="{CB1E8805-7789-4F09-A447-1F218AD9C091}" type="pres">
      <dgm:prSet presAssocID="{62D1A4CC-74E3-48B9-BB75-4C7EF3077BC4}" presName="Name0" presStyleCnt="0">
        <dgm:presLayoutVars>
          <dgm:chMax val="7"/>
          <dgm:chPref val="7"/>
          <dgm:dir/>
        </dgm:presLayoutVars>
      </dgm:prSet>
      <dgm:spPr/>
    </dgm:pt>
    <dgm:pt modelId="{E271B7E1-F976-4FEE-BB24-B5A7F16A4E71}" type="pres">
      <dgm:prSet presAssocID="{62D1A4CC-74E3-48B9-BB75-4C7EF3077BC4}" presName="Name1" presStyleCnt="0"/>
      <dgm:spPr/>
    </dgm:pt>
    <dgm:pt modelId="{3694D4D4-F921-4130-BA21-70C8E0BF8384}" type="pres">
      <dgm:prSet presAssocID="{62D1A4CC-74E3-48B9-BB75-4C7EF3077BC4}" presName="cycle" presStyleCnt="0"/>
      <dgm:spPr/>
    </dgm:pt>
    <dgm:pt modelId="{DCEAAB35-7194-4A00-BB46-024653623539}" type="pres">
      <dgm:prSet presAssocID="{62D1A4CC-74E3-48B9-BB75-4C7EF3077BC4}" presName="srcNode" presStyleLbl="node1" presStyleIdx="0" presStyleCnt="4"/>
      <dgm:spPr/>
    </dgm:pt>
    <dgm:pt modelId="{A74A83CE-5AF3-4924-930A-502102E22C9F}" type="pres">
      <dgm:prSet presAssocID="{62D1A4CC-74E3-48B9-BB75-4C7EF3077BC4}" presName="conn" presStyleLbl="parChTrans1D2" presStyleIdx="0" presStyleCnt="1"/>
      <dgm:spPr/>
    </dgm:pt>
    <dgm:pt modelId="{B393239B-3A73-444C-AB3B-B715954BBBC6}" type="pres">
      <dgm:prSet presAssocID="{62D1A4CC-74E3-48B9-BB75-4C7EF3077BC4}" presName="extraNode" presStyleLbl="node1" presStyleIdx="0" presStyleCnt="4"/>
      <dgm:spPr/>
    </dgm:pt>
    <dgm:pt modelId="{E2E0AEA3-B7CF-4E8E-90F0-DC7928EB4B24}" type="pres">
      <dgm:prSet presAssocID="{62D1A4CC-74E3-48B9-BB75-4C7EF3077BC4}" presName="dstNode" presStyleLbl="node1" presStyleIdx="0" presStyleCnt="4"/>
      <dgm:spPr/>
    </dgm:pt>
    <dgm:pt modelId="{BF2DFC1B-DBF9-4212-ADFA-26B33A4855E9}" type="pres">
      <dgm:prSet presAssocID="{B353FFB0-B32D-4656-BF7B-480122969CC4}" presName="text_1" presStyleLbl="node1" presStyleIdx="0" presStyleCnt="4">
        <dgm:presLayoutVars>
          <dgm:bulletEnabled val="1"/>
        </dgm:presLayoutVars>
      </dgm:prSet>
      <dgm:spPr/>
    </dgm:pt>
    <dgm:pt modelId="{BF994C6E-0449-4F13-8917-85F0B9E66885}" type="pres">
      <dgm:prSet presAssocID="{B353FFB0-B32D-4656-BF7B-480122969CC4}" presName="accent_1" presStyleCnt="0"/>
      <dgm:spPr/>
    </dgm:pt>
    <dgm:pt modelId="{1A954634-6A7D-4820-822C-4B05C9D3F80D}" type="pres">
      <dgm:prSet presAssocID="{B353FFB0-B32D-4656-BF7B-480122969CC4}" presName="accentRepeatNode" presStyleLbl="solidFgAcc1" presStyleIdx="0" presStyleCnt="4"/>
      <dgm:spPr/>
    </dgm:pt>
    <dgm:pt modelId="{A552FE5E-A0DE-47FC-8C66-64E3344E3EA8}" type="pres">
      <dgm:prSet presAssocID="{5273DDC0-66F8-48B6-A124-5D199DBCD179}" presName="text_2" presStyleLbl="node1" presStyleIdx="1" presStyleCnt="4">
        <dgm:presLayoutVars>
          <dgm:bulletEnabled val="1"/>
        </dgm:presLayoutVars>
      </dgm:prSet>
      <dgm:spPr/>
    </dgm:pt>
    <dgm:pt modelId="{37A38B62-11F0-4370-8E3B-C7F7D2839641}" type="pres">
      <dgm:prSet presAssocID="{5273DDC0-66F8-48B6-A124-5D199DBCD179}" presName="accent_2" presStyleCnt="0"/>
      <dgm:spPr/>
    </dgm:pt>
    <dgm:pt modelId="{1775AD29-13D2-4C96-AF7C-E025E55089AE}" type="pres">
      <dgm:prSet presAssocID="{5273DDC0-66F8-48B6-A124-5D199DBCD179}" presName="accentRepeatNode" presStyleLbl="solidFgAcc1" presStyleIdx="1" presStyleCnt="4"/>
      <dgm:spPr/>
    </dgm:pt>
    <dgm:pt modelId="{ECE58B5B-971E-4070-877F-17E177C4E420}" type="pres">
      <dgm:prSet presAssocID="{CFE279B8-D8DA-4A0A-A265-A4E0361F71F7}" presName="text_3" presStyleLbl="node1" presStyleIdx="2" presStyleCnt="4">
        <dgm:presLayoutVars>
          <dgm:bulletEnabled val="1"/>
        </dgm:presLayoutVars>
      </dgm:prSet>
      <dgm:spPr/>
    </dgm:pt>
    <dgm:pt modelId="{231563F1-A472-4A65-A6CA-C89512164D1D}" type="pres">
      <dgm:prSet presAssocID="{CFE279B8-D8DA-4A0A-A265-A4E0361F71F7}" presName="accent_3" presStyleCnt="0"/>
      <dgm:spPr/>
    </dgm:pt>
    <dgm:pt modelId="{1627DD9D-80E3-4643-91BB-C77F80A249CE}" type="pres">
      <dgm:prSet presAssocID="{CFE279B8-D8DA-4A0A-A265-A4E0361F71F7}" presName="accentRepeatNode" presStyleLbl="solidFgAcc1" presStyleIdx="2" presStyleCnt="4"/>
      <dgm:spPr/>
    </dgm:pt>
    <dgm:pt modelId="{9112D801-3E4C-4010-94AE-E88D5B8B5C88}" type="pres">
      <dgm:prSet presAssocID="{EA31EF98-D941-4819-BAAA-4068ECE00979}" presName="text_4" presStyleLbl="node1" presStyleIdx="3" presStyleCnt="4">
        <dgm:presLayoutVars>
          <dgm:bulletEnabled val="1"/>
        </dgm:presLayoutVars>
      </dgm:prSet>
      <dgm:spPr/>
    </dgm:pt>
    <dgm:pt modelId="{B41511AC-ED08-43C7-A8DD-D55314B73AF6}" type="pres">
      <dgm:prSet presAssocID="{EA31EF98-D941-4819-BAAA-4068ECE00979}" presName="accent_4" presStyleCnt="0"/>
      <dgm:spPr/>
    </dgm:pt>
    <dgm:pt modelId="{E4BBB6EB-3087-40D1-8FA6-F8044B929D80}" type="pres">
      <dgm:prSet presAssocID="{EA31EF98-D941-4819-BAAA-4068ECE00979}" presName="accentRepeatNode" presStyleLbl="solidFgAcc1" presStyleIdx="3" presStyleCnt="4"/>
      <dgm:spPr/>
    </dgm:pt>
  </dgm:ptLst>
  <dgm:cxnLst>
    <dgm:cxn modelId="{00294B0B-0368-4CB8-8BE2-FD5CB223284D}" srcId="{62D1A4CC-74E3-48B9-BB75-4C7EF3077BC4}" destId="{CFE279B8-D8DA-4A0A-A265-A4E0361F71F7}" srcOrd="2" destOrd="0" parTransId="{D722FE99-A511-4A88-BB38-3FB23C650A43}" sibTransId="{375FFC0E-B4C6-4A9E-8225-2AAF79C02114}"/>
    <dgm:cxn modelId="{2A00460E-F9B2-4FC1-BB64-62C96A34AD78}" type="presOf" srcId="{62D1A4CC-74E3-48B9-BB75-4C7EF3077BC4}" destId="{CB1E8805-7789-4F09-A447-1F218AD9C091}" srcOrd="0" destOrd="0" presId="urn:microsoft.com/office/officeart/2008/layout/VerticalCurvedList"/>
    <dgm:cxn modelId="{D4DCFE48-F178-4039-8D32-7934AC8974AB}" srcId="{62D1A4CC-74E3-48B9-BB75-4C7EF3077BC4}" destId="{5273DDC0-66F8-48B6-A124-5D199DBCD179}" srcOrd="1" destOrd="0" parTransId="{60635058-94D0-47B2-B161-790F00E2E59B}" sibTransId="{437E0488-AB14-417A-9A57-A8323FA2CF5C}"/>
    <dgm:cxn modelId="{8E8F8752-343C-41A4-9A2B-4BDE96B9B4D4}" type="presOf" srcId="{B353FFB0-B32D-4656-BF7B-480122969CC4}" destId="{BF2DFC1B-DBF9-4212-ADFA-26B33A4855E9}" srcOrd="0" destOrd="0" presId="urn:microsoft.com/office/officeart/2008/layout/VerticalCurvedList"/>
    <dgm:cxn modelId="{758B748F-DED1-49F0-92B7-B84F3BCAB97A}" type="presOf" srcId="{84A68EC6-DA9F-4325-9380-95DC5ABB685E}" destId="{A74A83CE-5AF3-4924-930A-502102E22C9F}" srcOrd="0" destOrd="0" presId="urn:microsoft.com/office/officeart/2008/layout/VerticalCurvedList"/>
    <dgm:cxn modelId="{35F31796-9F42-463F-9D12-B23E795CDE42}" type="presOf" srcId="{CFE279B8-D8DA-4A0A-A265-A4E0361F71F7}" destId="{ECE58B5B-971E-4070-877F-17E177C4E420}" srcOrd="0" destOrd="0" presId="urn:microsoft.com/office/officeart/2008/layout/VerticalCurvedList"/>
    <dgm:cxn modelId="{26C7309B-EEA5-4B30-87D4-C22A944818A1}" srcId="{62D1A4CC-74E3-48B9-BB75-4C7EF3077BC4}" destId="{EA31EF98-D941-4819-BAAA-4068ECE00979}" srcOrd="3" destOrd="0" parTransId="{90E94CF1-FC64-407F-A23F-51AA5C79B07E}" sibTransId="{F5988803-E523-4CFA-B803-4AADDBF79026}"/>
    <dgm:cxn modelId="{87F2ECB5-5688-4AE4-B91C-CE84A3FA672B}" type="presOf" srcId="{EA31EF98-D941-4819-BAAA-4068ECE00979}" destId="{9112D801-3E4C-4010-94AE-E88D5B8B5C88}" srcOrd="0" destOrd="0" presId="urn:microsoft.com/office/officeart/2008/layout/VerticalCurvedList"/>
    <dgm:cxn modelId="{F9F348D7-75FD-4A69-B230-E1D420A094E6}" srcId="{62D1A4CC-74E3-48B9-BB75-4C7EF3077BC4}" destId="{B353FFB0-B32D-4656-BF7B-480122969CC4}" srcOrd="0" destOrd="0" parTransId="{855A6E0C-55C4-42D9-8D01-69A60DBEAE0B}" sibTransId="{84A68EC6-DA9F-4325-9380-95DC5ABB685E}"/>
    <dgm:cxn modelId="{B9D366D8-D58E-4E18-B00F-66C1DF03F8E8}" type="presOf" srcId="{5273DDC0-66F8-48B6-A124-5D199DBCD179}" destId="{A552FE5E-A0DE-47FC-8C66-64E3344E3EA8}" srcOrd="0" destOrd="0" presId="urn:microsoft.com/office/officeart/2008/layout/VerticalCurvedList"/>
    <dgm:cxn modelId="{143C3218-86BF-4034-9283-D95500C0E3ED}" type="presParOf" srcId="{CB1E8805-7789-4F09-A447-1F218AD9C091}" destId="{E271B7E1-F976-4FEE-BB24-B5A7F16A4E71}" srcOrd="0" destOrd="0" presId="urn:microsoft.com/office/officeart/2008/layout/VerticalCurvedList"/>
    <dgm:cxn modelId="{119E9D65-D335-4348-84B5-5B5B297FEC41}" type="presParOf" srcId="{E271B7E1-F976-4FEE-BB24-B5A7F16A4E71}" destId="{3694D4D4-F921-4130-BA21-70C8E0BF8384}" srcOrd="0" destOrd="0" presId="urn:microsoft.com/office/officeart/2008/layout/VerticalCurvedList"/>
    <dgm:cxn modelId="{4C5D2CBA-E64B-485C-AA64-893A12867D68}" type="presParOf" srcId="{3694D4D4-F921-4130-BA21-70C8E0BF8384}" destId="{DCEAAB35-7194-4A00-BB46-024653623539}" srcOrd="0" destOrd="0" presId="urn:microsoft.com/office/officeart/2008/layout/VerticalCurvedList"/>
    <dgm:cxn modelId="{A4EF3A51-B254-4988-92A4-4539AACEEB35}" type="presParOf" srcId="{3694D4D4-F921-4130-BA21-70C8E0BF8384}" destId="{A74A83CE-5AF3-4924-930A-502102E22C9F}" srcOrd="1" destOrd="0" presId="urn:microsoft.com/office/officeart/2008/layout/VerticalCurvedList"/>
    <dgm:cxn modelId="{08D828EF-1968-4025-BE60-D152E55ED375}" type="presParOf" srcId="{3694D4D4-F921-4130-BA21-70C8E0BF8384}" destId="{B393239B-3A73-444C-AB3B-B715954BBBC6}" srcOrd="2" destOrd="0" presId="urn:microsoft.com/office/officeart/2008/layout/VerticalCurvedList"/>
    <dgm:cxn modelId="{3823BE7E-3A2F-414B-B8B8-06C9D43FA015}" type="presParOf" srcId="{3694D4D4-F921-4130-BA21-70C8E0BF8384}" destId="{E2E0AEA3-B7CF-4E8E-90F0-DC7928EB4B24}" srcOrd="3" destOrd="0" presId="urn:microsoft.com/office/officeart/2008/layout/VerticalCurvedList"/>
    <dgm:cxn modelId="{AAFCD9C4-FF42-472F-8C35-19AB5EA3F248}" type="presParOf" srcId="{E271B7E1-F976-4FEE-BB24-B5A7F16A4E71}" destId="{BF2DFC1B-DBF9-4212-ADFA-26B33A4855E9}" srcOrd="1" destOrd="0" presId="urn:microsoft.com/office/officeart/2008/layout/VerticalCurvedList"/>
    <dgm:cxn modelId="{CC0374B6-34AC-4D0F-A5B3-EE40451859DD}" type="presParOf" srcId="{E271B7E1-F976-4FEE-BB24-B5A7F16A4E71}" destId="{BF994C6E-0449-4F13-8917-85F0B9E66885}" srcOrd="2" destOrd="0" presId="urn:microsoft.com/office/officeart/2008/layout/VerticalCurvedList"/>
    <dgm:cxn modelId="{400F92EF-7EDE-4173-A6A8-DBE31659C514}" type="presParOf" srcId="{BF994C6E-0449-4F13-8917-85F0B9E66885}" destId="{1A954634-6A7D-4820-822C-4B05C9D3F80D}" srcOrd="0" destOrd="0" presId="urn:microsoft.com/office/officeart/2008/layout/VerticalCurvedList"/>
    <dgm:cxn modelId="{2106AEFF-4AC7-4F9C-B9A5-9B32131EE254}" type="presParOf" srcId="{E271B7E1-F976-4FEE-BB24-B5A7F16A4E71}" destId="{A552FE5E-A0DE-47FC-8C66-64E3344E3EA8}" srcOrd="3" destOrd="0" presId="urn:microsoft.com/office/officeart/2008/layout/VerticalCurvedList"/>
    <dgm:cxn modelId="{7E059841-7FFB-4C2A-9297-97F8427F461A}" type="presParOf" srcId="{E271B7E1-F976-4FEE-BB24-B5A7F16A4E71}" destId="{37A38B62-11F0-4370-8E3B-C7F7D2839641}" srcOrd="4" destOrd="0" presId="urn:microsoft.com/office/officeart/2008/layout/VerticalCurvedList"/>
    <dgm:cxn modelId="{49696365-CFE8-4067-83A2-5E467DE9439E}" type="presParOf" srcId="{37A38B62-11F0-4370-8E3B-C7F7D2839641}" destId="{1775AD29-13D2-4C96-AF7C-E025E55089AE}" srcOrd="0" destOrd="0" presId="urn:microsoft.com/office/officeart/2008/layout/VerticalCurvedList"/>
    <dgm:cxn modelId="{2F90FE35-4880-4DED-80CF-2132EB138068}" type="presParOf" srcId="{E271B7E1-F976-4FEE-BB24-B5A7F16A4E71}" destId="{ECE58B5B-971E-4070-877F-17E177C4E420}" srcOrd="5" destOrd="0" presId="urn:microsoft.com/office/officeart/2008/layout/VerticalCurvedList"/>
    <dgm:cxn modelId="{5F31FE1F-FBFC-487D-85F8-190125AF7A69}" type="presParOf" srcId="{E271B7E1-F976-4FEE-BB24-B5A7F16A4E71}" destId="{231563F1-A472-4A65-A6CA-C89512164D1D}" srcOrd="6" destOrd="0" presId="urn:microsoft.com/office/officeart/2008/layout/VerticalCurvedList"/>
    <dgm:cxn modelId="{6CA1AC95-93A7-449C-8C94-E36FA89C7B0F}" type="presParOf" srcId="{231563F1-A472-4A65-A6CA-C89512164D1D}" destId="{1627DD9D-80E3-4643-91BB-C77F80A249CE}" srcOrd="0" destOrd="0" presId="urn:microsoft.com/office/officeart/2008/layout/VerticalCurvedList"/>
    <dgm:cxn modelId="{9D7477BA-FCBE-4AA5-B707-4FCDBBC7D2C2}" type="presParOf" srcId="{E271B7E1-F976-4FEE-BB24-B5A7F16A4E71}" destId="{9112D801-3E4C-4010-94AE-E88D5B8B5C88}" srcOrd="7" destOrd="0" presId="urn:microsoft.com/office/officeart/2008/layout/VerticalCurvedList"/>
    <dgm:cxn modelId="{9E651C4F-A9F6-4EEC-8DC8-155E66B8505C}" type="presParOf" srcId="{E271B7E1-F976-4FEE-BB24-B5A7F16A4E71}" destId="{B41511AC-ED08-43C7-A8DD-D55314B73AF6}" srcOrd="8" destOrd="0" presId="urn:microsoft.com/office/officeart/2008/layout/VerticalCurvedList"/>
    <dgm:cxn modelId="{B045742A-F3FD-476D-AE9B-7BF9785CF7B9}" type="presParOf" srcId="{B41511AC-ED08-43C7-A8DD-D55314B73AF6}" destId="{E4BBB6EB-3087-40D1-8FA6-F8044B929D8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A82CD2C-A7C9-41BB-94DE-0EF26C1771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BAF731-B26D-4DED-8C7E-3511C3BE90E5}">
      <dgm:prSet/>
      <dgm:spPr/>
      <dgm:t>
        <a:bodyPr/>
        <a:lstStyle/>
        <a:p>
          <a:r>
            <a:rPr lang="ru-RU" b="0" i="0" baseline="0"/>
            <a:t>Малоросійський приказ</a:t>
          </a:r>
          <a:endParaRPr lang="uk-UA"/>
        </a:p>
      </dgm:t>
    </dgm:pt>
    <dgm:pt modelId="{95C8B055-FF28-40BC-952B-81324708F258}" type="parTrans" cxnId="{BEDF7900-21DE-4613-A626-DBD8DCC842CD}">
      <dgm:prSet/>
      <dgm:spPr/>
      <dgm:t>
        <a:bodyPr/>
        <a:lstStyle/>
        <a:p>
          <a:endParaRPr lang="uk-UA"/>
        </a:p>
      </dgm:t>
    </dgm:pt>
    <dgm:pt modelId="{82A4F0A6-6284-472B-95F4-4E8A8F7EBF3B}" type="sibTrans" cxnId="{BEDF7900-21DE-4613-A626-DBD8DCC842CD}">
      <dgm:prSet/>
      <dgm:spPr/>
      <dgm:t>
        <a:bodyPr/>
        <a:lstStyle/>
        <a:p>
          <a:endParaRPr lang="uk-UA"/>
        </a:p>
      </dgm:t>
    </dgm:pt>
    <dgm:pt modelId="{B732685A-2F6F-4173-8A79-4C2E4C180F95}">
      <dgm:prSet/>
      <dgm:spPr/>
      <dgm:t>
        <a:bodyPr/>
        <a:lstStyle/>
        <a:p>
          <a:r>
            <a:rPr lang="ru-RU" b="0" i="0" baseline="0"/>
            <a:t>Перша малоросійська колегія</a:t>
          </a:r>
          <a:endParaRPr lang="uk-UA"/>
        </a:p>
      </dgm:t>
    </dgm:pt>
    <dgm:pt modelId="{63A65AE5-141B-4200-ADFB-C3BE82E5BA40}" type="parTrans" cxnId="{A3179AD6-0916-4036-9655-AE14C10EBDC4}">
      <dgm:prSet/>
      <dgm:spPr/>
      <dgm:t>
        <a:bodyPr/>
        <a:lstStyle/>
        <a:p>
          <a:endParaRPr lang="uk-UA"/>
        </a:p>
      </dgm:t>
    </dgm:pt>
    <dgm:pt modelId="{BAC67F0E-C66B-4798-91CF-17A8675A8F58}" type="sibTrans" cxnId="{A3179AD6-0916-4036-9655-AE14C10EBDC4}">
      <dgm:prSet/>
      <dgm:spPr/>
      <dgm:t>
        <a:bodyPr/>
        <a:lstStyle/>
        <a:p>
          <a:endParaRPr lang="uk-UA"/>
        </a:p>
      </dgm:t>
    </dgm:pt>
    <dgm:pt modelId="{3861B81E-05FB-4A52-97D1-319A0C5F505A}">
      <dgm:prSet/>
      <dgm:spPr/>
      <dgm:t>
        <a:bodyPr/>
        <a:lstStyle/>
        <a:p>
          <a:r>
            <a:rPr lang="ru-RU" b="0" i="0" baseline="0"/>
            <a:t>Правління гетьманського уряду</a:t>
          </a:r>
          <a:endParaRPr lang="uk-UA"/>
        </a:p>
      </dgm:t>
    </dgm:pt>
    <dgm:pt modelId="{08D4C454-4165-4B13-91BE-A9DBCC09C89C}" type="parTrans" cxnId="{8BA8F997-CF63-407D-8EC1-FBB7C68CA042}">
      <dgm:prSet/>
      <dgm:spPr/>
      <dgm:t>
        <a:bodyPr/>
        <a:lstStyle/>
        <a:p>
          <a:endParaRPr lang="uk-UA"/>
        </a:p>
      </dgm:t>
    </dgm:pt>
    <dgm:pt modelId="{90B02ADF-157B-4C0A-9FD7-536FC4AF01C4}" type="sibTrans" cxnId="{8BA8F997-CF63-407D-8EC1-FBB7C68CA042}">
      <dgm:prSet/>
      <dgm:spPr/>
      <dgm:t>
        <a:bodyPr/>
        <a:lstStyle/>
        <a:p>
          <a:endParaRPr lang="uk-UA"/>
        </a:p>
      </dgm:t>
    </dgm:pt>
    <dgm:pt modelId="{5AE31D9F-23E4-4723-BD2C-2848879C6A28}">
      <dgm:prSet/>
      <dgm:spPr/>
      <dgm:t>
        <a:bodyPr/>
        <a:lstStyle/>
        <a:p>
          <a:r>
            <a:rPr lang="ru-RU" b="0" i="0" baseline="0"/>
            <a:t>Друга малоросійська колегія</a:t>
          </a:r>
          <a:endParaRPr lang="uk-UA"/>
        </a:p>
      </dgm:t>
    </dgm:pt>
    <dgm:pt modelId="{716E8E32-C711-43AA-9FA6-74F418218513}" type="parTrans" cxnId="{FD15DF2E-135E-4A25-AF50-E93F6EF86F7C}">
      <dgm:prSet/>
      <dgm:spPr/>
      <dgm:t>
        <a:bodyPr/>
        <a:lstStyle/>
        <a:p>
          <a:endParaRPr lang="uk-UA"/>
        </a:p>
      </dgm:t>
    </dgm:pt>
    <dgm:pt modelId="{9C3C6B46-3ED9-4AF7-B2CF-39C3D061A602}" type="sibTrans" cxnId="{FD15DF2E-135E-4A25-AF50-E93F6EF86F7C}">
      <dgm:prSet/>
      <dgm:spPr/>
      <dgm:t>
        <a:bodyPr/>
        <a:lstStyle/>
        <a:p>
          <a:endParaRPr lang="uk-UA"/>
        </a:p>
      </dgm:t>
    </dgm:pt>
    <dgm:pt modelId="{19586C14-8339-4749-A685-E322D2BD7FE6}" type="pres">
      <dgm:prSet presAssocID="{1A82CD2C-A7C9-41BB-94DE-0EF26C1771C6}" presName="linear" presStyleCnt="0">
        <dgm:presLayoutVars>
          <dgm:animLvl val="lvl"/>
          <dgm:resizeHandles val="exact"/>
        </dgm:presLayoutVars>
      </dgm:prSet>
      <dgm:spPr/>
    </dgm:pt>
    <dgm:pt modelId="{4A2CF2EE-65BC-460A-B750-4A7537CA10A0}" type="pres">
      <dgm:prSet presAssocID="{9EBAF731-B26D-4DED-8C7E-3511C3BE90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C7C4E85-B7D4-4708-8B9D-1B25C690D055}" type="pres">
      <dgm:prSet presAssocID="{82A4F0A6-6284-472B-95F4-4E8A8F7EBF3B}" presName="spacer" presStyleCnt="0"/>
      <dgm:spPr/>
    </dgm:pt>
    <dgm:pt modelId="{A206FCEE-EA43-4D91-BA0F-BA2132BBE880}" type="pres">
      <dgm:prSet presAssocID="{B732685A-2F6F-4173-8A79-4C2E4C180F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7F6897B-A595-4632-91C6-5DD1AFAC3445}" type="pres">
      <dgm:prSet presAssocID="{BAC67F0E-C66B-4798-91CF-17A8675A8F58}" presName="spacer" presStyleCnt="0"/>
      <dgm:spPr/>
    </dgm:pt>
    <dgm:pt modelId="{D4AE98EC-BA10-4F97-A1D4-A782B3CC37B4}" type="pres">
      <dgm:prSet presAssocID="{3861B81E-05FB-4A52-97D1-319A0C5F50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299E38-34CE-42EF-8276-01F766642C05}" type="pres">
      <dgm:prSet presAssocID="{90B02ADF-157B-4C0A-9FD7-536FC4AF01C4}" presName="spacer" presStyleCnt="0"/>
      <dgm:spPr/>
    </dgm:pt>
    <dgm:pt modelId="{91F57D78-1760-4A8E-A76E-AAB197BD14B4}" type="pres">
      <dgm:prSet presAssocID="{5AE31D9F-23E4-4723-BD2C-2848879C6A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EDF7900-21DE-4613-A626-DBD8DCC842CD}" srcId="{1A82CD2C-A7C9-41BB-94DE-0EF26C1771C6}" destId="{9EBAF731-B26D-4DED-8C7E-3511C3BE90E5}" srcOrd="0" destOrd="0" parTransId="{95C8B055-FF28-40BC-952B-81324708F258}" sibTransId="{82A4F0A6-6284-472B-95F4-4E8A8F7EBF3B}"/>
    <dgm:cxn modelId="{0CE70524-7817-4B9A-AACC-F2F68058A9E4}" type="presOf" srcId="{B732685A-2F6F-4173-8A79-4C2E4C180F95}" destId="{A206FCEE-EA43-4D91-BA0F-BA2132BBE880}" srcOrd="0" destOrd="0" presId="urn:microsoft.com/office/officeart/2005/8/layout/vList2"/>
    <dgm:cxn modelId="{FD15DF2E-135E-4A25-AF50-E93F6EF86F7C}" srcId="{1A82CD2C-A7C9-41BB-94DE-0EF26C1771C6}" destId="{5AE31D9F-23E4-4723-BD2C-2848879C6A28}" srcOrd="3" destOrd="0" parTransId="{716E8E32-C711-43AA-9FA6-74F418218513}" sibTransId="{9C3C6B46-3ED9-4AF7-B2CF-39C3D061A602}"/>
    <dgm:cxn modelId="{651D3C5F-1F82-43B9-A64C-F5F86B248405}" type="presOf" srcId="{3861B81E-05FB-4A52-97D1-319A0C5F505A}" destId="{D4AE98EC-BA10-4F97-A1D4-A782B3CC37B4}" srcOrd="0" destOrd="0" presId="urn:microsoft.com/office/officeart/2005/8/layout/vList2"/>
    <dgm:cxn modelId="{8BA8F997-CF63-407D-8EC1-FBB7C68CA042}" srcId="{1A82CD2C-A7C9-41BB-94DE-0EF26C1771C6}" destId="{3861B81E-05FB-4A52-97D1-319A0C5F505A}" srcOrd="2" destOrd="0" parTransId="{08D4C454-4165-4B13-91BE-A9DBCC09C89C}" sibTransId="{90B02ADF-157B-4C0A-9FD7-536FC4AF01C4}"/>
    <dgm:cxn modelId="{C757A7B9-47B6-4117-A442-8A3E39CBD991}" type="presOf" srcId="{5AE31D9F-23E4-4723-BD2C-2848879C6A28}" destId="{91F57D78-1760-4A8E-A76E-AAB197BD14B4}" srcOrd="0" destOrd="0" presId="urn:microsoft.com/office/officeart/2005/8/layout/vList2"/>
    <dgm:cxn modelId="{B9AC62BA-06F0-47A0-9D27-2CF5FE9DF0BF}" type="presOf" srcId="{1A82CD2C-A7C9-41BB-94DE-0EF26C1771C6}" destId="{19586C14-8339-4749-A685-E322D2BD7FE6}" srcOrd="0" destOrd="0" presId="urn:microsoft.com/office/officeart/2005/8/layout/vList2"/>
    <dgm:cxn modelId="{6AEAE7BF-0DC4-420A-838C-7AB73C278CFF}" type="presOf" srcId="{9EBAF731-B26D-4DED-8C7E-3511C3BE90E5}" destId="{4A2CF2EE-65BC-460A-B750-4A7537CA10A0}" srcOrd="0" destOrd="0" presId="urn:microsoft.com/office/officeart/2005/8/layout/vList2"/>
    <dgm:cxn modelId="{A3179AD6-0916-4036-9655-AE14C10EBDC4}" srcId="{1A82CD2C-A7C9-41BB-94DE-0EF26C1771C6}" destId="{B732685A-2F6F-4173-8A79-4C2E4C180F95}" srcOrd="1" destOrd="0" parTransId="{63A65AE5-141B-4200-ADFB-C3BE82E5BA40}" sibTransId="{BAC67F0E-C66B-4798-91CF-17A8675A8F58}"/>
    <dgm:cxn modelId="{301319B4-5FFF-47D3-BE9F-F2135C86BBC0}" type="presParOf" srcId="{19586C14-8339-4749-A685-E322D2BD7FE6}" destId="{4A2CF2EE-65BC-460A-B750-4A7537CA10A0}" srcOrd="0" destOrd="0" presId="urn:microsoft.com/office/officeart/2005/8/layout/vList2"/>
    <dgm:cxn modelId="{E46F168C-546A-44ED-B7D7-287B867E96B9}" type="presParOf" srcId="{19586C14-8339-4749-A685-E322D2BD7FE6}" destId="{EC7C4E85-B7D4-4708-8B9D-1B25C690D055}" srcOrd="1" destOrd="0" presId="urn:microsoft.com/office/officeart/2005/8/layout/vList2"/>
    <dgm:cxn modelId="{CDE59E00-F45D-4177-AEDF-91F8EA3E0D5E}" type="presParOf" srcId="{19586C14-8339-4749-A685-E322D2BD7FE6}" destId="{A206FCEE-EA43-4D91-BA0F-BA2132BBE880}" srcOrd="2" destOrd="0" presId="urn:microsoft.com/office/officeart/2005/8/layout/vList2"/>
    <dgm:cxn modelId="{9C6F7395-17A7-430A-BE51-3953604FBCAC}" type="presParOf" srcId="{19586C14-8339-4749-A685-E322D2BD7FE6}" destId="{07F6897B-A595-4632-91C6-5DD1AFAC3445}" srcOrd="3" destOrd="0" presId="urn:microsoft.com/office/officeart/2005/8/layout/vList2"/>
    <dgm:cxn modelId="{1D191617-9B3A-4C00-88C7-67EB642ACD78}" type="presParOf" srcId="{19586C14-8339-4749-A685-E322D2BD7FE6}" destId="{D4AE98EC-BA10-4F97-A1D4-A782B3CC37B4}" srcOrd="4" destOrd="0" presId="urn:microsoft.com/office/officeart/2005/8/layout/vList2"/>
    <dgm:cxn modelId="{A773EAEB-34A2-409E-8898-38ABF173E2DE}" type="presParOf" srcId="{19586C14-8339-4749-A685-E322D2BD7FE6}" destId="{6E299E38-34CE-42EF-8276-01F766642C05}" srcOrd="5" destOrd="0" presId="urn:microsoft.com/office/officeart/2005/8/layout/vList2"/>
    <dgm:cxn modelId="{BB7DFBF0-5DAF-425A-9F2F-CB676BA0690A}" type="presParOf" srcId="{19586C14-8339-4749-A685-E322D2BD7FE6}" destId="{91F57D78-1760-4A8E-A76E-AAB197BD14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E7B0DBA-C30C-4A02-BC9E-5F0435409C7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BA1396C-1269-4938-8209-AE8260826A74}">
      <dgm:prSet/>
      <dgm:spPr/>
      <dgm:t>
        <a:bodyPr/>
        <a:lstStyle/>
        <a:p>
          <a:r>
            <a:rPr lang="ru-RU" b="0" i="0" baseline="0"/>
            <a:t>Іван Скоропадський</a:t>
          </a:r>
          <a:endParaRPr lang="uk-UA"/>
        </a:p>
      </dgm:t>
    </dgm:pt>
    <dgm:pt modelId="{4A230253-00FE-457E-BD6A-A41470661D79}" type="parTrans" cxnId="{7C0CA5F7-E044-4908-BCF2-C0E5199A2303}">
      <dgm:prSet/>
      <dgm:spPr/>
      <dgm:t>
        <a:bodyPr/>
        <a:lstStyle/>
        <a:p>
          <a:endParaRPr lang="uk-UA"/>
        </a:p>
      </dgm:t>
    </dgm:pt>
    <dgm:pt modelId="{1352F624-4F75-460D-AE65-A686B7B17E30}" type="sibTrans" cxnId="{7C0CA5F7-E044-4908-BCF2-C0E5199A2303}">
      <dgm:prSet/>
      <dgm:spPr/>
      <dgm:t>
        <a:bodyPr/>
        <a:lstStyle/>
        <a:p>
          <a:endParaRPr lang="uk-UA"/>
        </a:p>
      </dgm:t>
    </dgm:pt>
    <dgm:pt modelId="{1D2326A5-EA3F-4FBA-AF81-3C63C6A7D01D}">
      <dgm:prSet/>
      <dgm:spPr/>
      <dgm:t>
        <a:bodyPr/>
        <a:lstStyle/>
        <a:p>
          <a:r>
            <a:rPr lang="ru-RU" b="0" i="0" baseline="0"/>
            <a:t>Іван Брюховецький</a:t>
          </a:r>
          <a:endParaRPr lang="uk-UA"/>
        </a:p>
      </dgm:t>
    </dgm:pt>
    <dgm:pt modelId="{B807949E-6A70-4241-A3EB-32A210B4214C}" type="parTrans" cxnId="{2E198559-27B8-41C4-A5E7-A60AE7884CA0}">
      <dgm:prSet/>
      <dgm:spPr/>
      <dgm:t>
        <a:bodyPr/>
        <a:lstStyle/>
        <a:p>
          <a:endParaRPr lang="uk-UA"/>
        </a:p>
      </dgm:t>
    </dgm:pt>
    <dgm:pt modelId="{14E275AC-D0DB-4054-BB70-C4004EE3911A}" type="sibTrans" cxnId="{2E198559-27B8-41C4-A5E7-A60AE7884CA0}">
      <dgm:prSet/>
      <dgm:spPr/>
      <dgm:t>
        <a:bodyPr/>
        <a:lstStyle/>
        <a:p>
          <a:endParaRPr lang="uk-UA"/>
        </a:p>
      </dgm:t>
    </dgm:pt>
    <dgm:pt modelId="{67D9F8AE-5902-41B4-A832-3F017E520391}">
      <dgm:prSet/>
      <dgm:spPr/>
      <dgm:t>
        <a:bodyPr/>
        <a:lstStyle/>
        <a:p>
          <a:r>
            <a:rPr lang="ru-RU" b="0" i="0" baseline="0"/>
            <a:t>Іван Мазепа</a:t>
          </a:r>
          <a:endParaRPr lang="uk-UA"/>
        </a:p>
      </dgm:t>
    </dgm:pt>
    <dgm:pt modelId="{63FF7D28-A338-45FE-88DB-D32366C6CC18}" type="parTrans" cxnId="{D6764E99-A972-46FC-A7AB-F4750081644C}">
      <dgm:prSet/>
      <dgm:spPr/>
      <dgm:t>
        <a:bodyPr/>
        <a:lstStyle/>
        <a:p>
          <a:endParaRPr lang="uk-UA"/>
        </a:p>
      </dgm:t>
    </dgm:pt>
    <dgm:pt modelId="{EA954EB9-853A-46CA-BDA7-2794F7D1DA9F}" type="sibTrans" cxnId="{D6764E99-A972-46FC-A7AB-F4750081644C}">
      <dgm:prSet/>
      <dgm:spPr/>
      <dgm:t>
        <a:bodyPr/>
        <a:lstStyle/>
        <a:p>
          <a:endParaRPr lang="uk-UA"/>
        </a:p>
      </dgm:t>
    </dgm:pt>
    <dgm:pt modelId="{3F8CE3D6-79CD-4514-93AA-2A0F3AFAF7EA}">
      <dgm:prSet/>
      <dgm:spPr/>
      <dgm:t>
        <a:bodyPr/>
        <a:lstStyle/>
        <a:p>
          <a:r>
            <a:rPr lang="ru-RU" b="0" i="0" baseline="0"/>
            <a:t>Іван Виговський</a:t>
          </a:r>
          <a:endParaRPr lang="uk-UA"/>
        </a:p>
      </dgm:t>
    </dgm:pt>
    <dgm:pt modelId="{D09EBBE3-8E38-4491-A389-5DC2889210B0}" type="parTrans" cxnId="{96639128-7C87-4812-BE24-4360442B9528}">
      <dgm:prSet/>
      <dgm:spPr/>
      <dgm:t>
        <a:bodyPr/>
        <a:lstStyle/>
        <a:p>
          <a:endParaRPr lang="uk-UA"/>
        </a:p>
      </dgm:t>
    </dgm:pt>
    <dgm:pt modelId="{3971B7E6-B29C-4D5E-8DD2-1C1AFBA43410}" type="sibTrans" cxnId="{96639128-7C87-4812-BE24-4360442B9528}">
      <dgm:prSet/>
      <dgm:spPr/>
      <dgm:t>
        <a:bodyPr/>
        <a:lstStyle/>
        <a:p>
          <a:endParaRPr lang="uk-UA"/>
        </a:p>
      </dgm:t>
    </dgm:pt>
    <dgm:pt modelId="{C34A7BB1-E36B-4FDB-A8BE-79C37B0CD0F1}" type="pres">
      <dgm:prSet presAssocID="{AE7B0DBA-C30C-4A02-BC9E-5F0435409C73}" presName="matrix" presStyleCnt="0">
        <dgm:presLayoutVars>
          <dgm:chMax val="1"/>
          <dgm:dir/>
          <dgm:resizeHandles val="exact"/>
        </dgm:presLayoutVars>
      </dgm:prSet>
      <dgm:spPr/>
    </dgm:pt>
    <dgm:pt modelId="{17AE4AE2-F674-491B-AEBE-8FE9EDDAECA0}" type="pres">
      <dgm:prSet presAssocID="{AE7B0DBA-C30C-4A02-BC9E-5F0435409C73}" presName="diamond" presStyleLbl="bgShp" presStyleIdx="0" presStyleCnt="1"/>
      <dgm:spPr/>
    </dgm:pt>
    <dgm:pt modelId="{5ABAD8ED-94FE-49A6-B6DD-5DC99FBA14DE}" type="pres">
      <dgm:prSet presAssocID="{AE7B0DBA-C30C-4A02-BC9E-5F0435409C7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F63746-1D6D-478C-9B91-F97D54A2F666}" type="pres">
      <dgm:prSet presAssocID="{AE7B0DBA-C30C-4A02-BC9E-5F0435409C7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9215E3A-1AE7-44FE-9DA0-849ED271E761}" type="pres">
      <dgm:prSet presAssocID="{AE7B0DBA-C30C-4A02-BC9E-5F0435409C7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0FE2F9-AE05-4755-A92F-48C6EB8F987E}" type="pres">
      <dgm:prSet presAssocID="{AE7B0DBA-C30C-4A02-BC9E-5F0435409C7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16DB41B-F39A-414F-AADC-B7C14591EEA5}" type="presOf" srcId="{3F8CE3D6-79CD-4514-93AA-2A0F3AFAF7EA}" destId="{640FE2F9-AE05-4755-A92F-48C6EB8F987E}" srcOrd="0" destOrd="0" presId="urn:microsoft.com/office/officeart/2005/8/layout/matrix3"/>
    <dgm:cxn modelId="{96639128-7C87-4812-BE24-4360442B9528}" srcId="{AE7B0DBA-C30C-4A02-BC9E-5F0435409C73}" destId="{3F8CE3D6-79CD-4514-93AA-2A0F3AFAF7EA}" srcOrd="3" destOrd="0" parTransId="{D09EBBE3-8E38-4491-A389-5DC2889210B0}" sibTransId="{3971B7E6-B29C-4D5E-8DD2-1C1AFBA43410}"/>
    <dgm:cxn modelId="{720DEF3F-7687-4A4B-B9D3-953BC7544CB6}" type="presOf" srcId="{5BA1396C-1269-4938-8209-AE8260826A74}" destId="{5ABAD8ED-94FE-49A6-B6DD-5DC99FBA14DE}" srcOrd="0" destOrd="0" presId="urn:microsoft.com/office/officeart/2005/8/layout/matrix3"/>
    <dgm:cxn modelId="{245DE452-3E87-41B7-9696-F857B88F1734}" type="presOf" srcId="{AE7B0DBA-C30C-4A02-BC9E-5F0435409C73}" destId="{C34A7BB1-E36B-4FDB-A8BE-79C37B0CD0F1}" srcOrd="0" destOrd="0" presId="urn:microsoft.com/office/officeart/2005/8/layout/matrix3"/>
    <dgm:cxn modelId="{2E198559-27B8-41C4-A5E7-A60AE7884CA0}" srcId="{AE7B0DBA-C30C-4A02-BC9E-5F0435409C73}" destId="{1D2326A5-EA3F-4FBA-AF81-3C63C6A7D01D}" srcOrd="1" destOrd="0" parTransId="{B807949E-6A70-4241-A3EB-32A210B4214C}" sibTransId="{14E275AC-D0DB-4054-BB70-C4004EE3911A}"/>
    <dgm:cxn modelId="{D6764E99-A972-46FC-A7AB-F4750081644C}" srcId="{AE7B0DBA-C30C-4A02-BC9E-5F0435409C73}" destId="{67D9F8AE-5902-41B4-A832-3F017E520391}" srcOrd="2" destOrd="0" parTransId="{63FF7D28-A338-45FE-88DB-D32366C6CC18}" sibTransId="{EA954EB9-853A-46CA-BDA7-2794F7D1DA9F}"/>
    <dgm:cxn modelId="{AE1FDDBB-1E40-4911-A680-C124A0870AAE}" type="presOf" srcId="{1D2326A5-EA3F-4FBA-AF81-3C63C6A7D01D}" destId="{42F63746-1D6D-478C-9B91-F97D54A2F666}" srcOrd="0" destOrd="0" presId="urn:microsoft.com/office/officeart/2005/8/layout/matrix3"/>
    <dgm:cxn modelId="{4BBA4EC7-48DD-4602-A41E-CB77CA9BC071}" type="presOf" srcId="{67D9F8AE-5902-41B4-A832-3F017E520391}" destId="{C9215E3A-1AE7-44FE-9DA0-849ED271E761}" srcOrd="0" destOrd="0" presId="urn:microsoft.com/office/officeart/2005/8/layout/matrix3"/>
    <dgm:cxn modelId="{7C0CA5F7-E044-4908-BCF2-C0E5199A2303}" srcId="{AE7B0DBA-C30C-4A02-BC9E-5F0435409C73}" destId="{5BA1396C-1269-4938-8209-AE8260826A74}" srcOrd="0" destOrd="0" parTransId="{4A230253-00FE-457E-BD6A-A41470661D79}" sibTransId="{1352F624-4F75-460D-AE65-A686B7B17E30}"/>
    <dgm:cxn modelId="{2BD8B967-89DB-4C6D-B8C6-1020428ACEEE}" type="presParOf" srcId="{C34A7BB1-E36B-4FDB-A8BE-79C37B0CD0F1}" destId="{17AE4AE2-F674-491B-AEBE-8FE9EDDAECA0}" srcOrd="0" destOrd="0" presId="urn:microsoft.com/office/officeart/2005/8/layout/matrix3"/>
    <dgm:cxn modelId="{1EA8DDA5-1FAE-465C-9F9D-27B69854BD66}" type="presParOf" srcId="{C34A7BB1-E36B-4FDB-A8BE-79C37B0CD0F1}" destId="{5ABAD8ED-94FE-49A6-B6DD-5DC99FBA14DE}" srcOrd="1" destOrd="0" presId="urn:microsoft.com/office/officeart/2005/8/layout/matrix3"/>
    <dgm:cxn modelId="{ECDF9589-E611-4856-889E-4BBE259B2F3E}" type="presParOf" srcId="{C34A7BB1-E36B-4FDB-A8BE-79C37B0CD0F1}" destId="{42F63746-1D6D-478C-9B91-F97D54A2F666}" srcOrd="2" destOrd="0" presId="urn:microsoft.com/office/officeart/2005/8/layout/matrix3"/>
    <dgm:cxn modelId="{D155FE4D-7E6C-47E5-867F-9857131EBFDD}" type="presParOf" srcId="{C34A7BB1-E36B-4FDB-A8BE-79C37B0CD0F1}" destId="{C9215E3A-1AE7-44FE-9DA0-849ED271E761}" srcOrd="3" destOrd="0" presId="urn:microsoft.com/office/officeart/2005/8/layout/matrix3"/>
    <dgm:cxn modelId="{78216EF5-62ED-42A7-A6A8-D10380445586}" type="presParOf" srcId="{C34A7BB1-E36B-4FDB-A8BE-79C37B0CD0F1}" destId="{640FE2F9-AE05-4755-A92F-48C6EB8F987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6B9A649-C52F-456C-8A7D-53601CE987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0497EE-878D-4079-A7D9-79645059AB73}">
      <dgm:prSet/>
      <dgm:spPr/>
      <dgm:t>
        <a:bodyPr/>
        <a:lstStyle/>
        <a:p>
          <a:r>
            <a:rPr lang="uk-UA" b="0" i="0" baseline="0" dirty="0"/>
            <a:t>Малоросійського приказу.</a:t>
          </a:r>
          <a:endParaRPr lang="uk-UA" dirty="0"/>
        </a:p>
      </dgm:t>
    </dgm:pt>
    <dgm:pt modelId="{B49F64E2-8CEC-416E-8B10-747A89F68C26}" type="parTrans" cxnId="{B9C15529-F57B-4EAB-9DE5-5B3BA45D4669}">
      <dgm:prSet/>
      <dgm:spPr/>
      <dgm:t>
        <a:bodyPr/>
        <a:lstStyle/>
        <a:p>
          <a:endParaRPr lang="uk-UA"/>
        </a:p>
      </dgm:t>
    </dgm:pt>
    <dgm:pt modelId="{48A02CC0-17BC-4946-A758-BA47FFAA52C5}" type="sibTrans" cxnId="{B9C15529-F57B-4EAB-9DE5-5B3BA45D4669}">
      <dgm:prSet/>
      <dgm:spPr/>
      <dgm:t>
        <a:bodyPr/>
        <a:lstStyle/>
        <a:p>
          <a:endParaRPr lang="uk-UA"/>
        </a:p>
      </dgm:t>
    </dgm:pt>
    <dgm:pt modelId="{D3113B49-53C4-434C-B13C-4A28DAB165C8}">
      <dgm:prSet/>
      <dgm:spPr/>
      <dgm:t>
        <a:bodyPr/>
        <a:lstStyle/>
        <a:p>
          <a:r>
            <a:rPr lang="uk-UA" b="0" i="0" baseline="0" dirty="0"/>
            <a:t>Першої Малоросійської колегії.</a:t>
          </a:r>
          <a:endParaRPr lang="uk-UA" dirty="0"/>
        </a:p>
      </dgm:t>
    </dgm:pt>
    <dgm:pt modelId="{CB2DFB7E-B821-4730-A210-F17DCEAC5082}" type="parTrans" cxnId="{DDBC6E06-C174-49A6-A9D5-4486B3EB584D}">
      <dgm:prSet/>
      <dgm:spPr/>
      <dgm:t>
        <a:bodyPr/>
        <a:lstStyle/>
        <a:p>
          <a:endParaRPr lang="uk-UA"/>
        </a:p>
      </dgm:t>
    </dgm:pt>
    <dgm:pt modelId="{D31D028C-79DB-4BF8-847A-ED8E28BEDA4B}" type="sibTrans" cxnId="{DDBC6E06-C174-49A6-A9D5-4486B3EB584D}">
      <dgm:prSet/>
      <dgm:spPr/>
      <dgm:t>
        <a:bodyPr/>
        <a:lstStyle/>
        <a:p>
          <a:endParaRPr lang="uk-UA"/>
        </a:p>
      </dgm:t>
    </dgm:pt>
    <dgm:pt modelId="{EA2E2848-0BCE-4725-90AE-D27CF0C72E62}">
      <dgm:prSet/>
      <dgm:spPr/>
      <dgm:t>
        <a:bodyPr/>
        <a:lstStyle/>
        <a:p>
          <a:r>
            <a:rPr lang="uk-UA" b="0" i="0" baseline="0"/>
            <a:t>Правління гетьманського уряду.</a:t>
          </a:r>
          <a:endParaRPr lang="uk-UA"/>
        </a:p>
      </dgm:t>
    </dgm:pt>
    <dgm:pt modelId="{F5D5FE4E-ED28-4FB9-99E4-B830FA1E597C}" type="parTrans" cxnId="{F072EA24-007A-41D7-853E-61F43B403181}">
      <dgm:prSet/>
      <dgm:spPr/>
      <dgm:t>
        <a:bodyPr/>
        <a:lstStyle/>
        <a:p>
          <a:endParaRPr lang="uk-UA"/>
        </a:p>
      </dgm:t>
    </dgm:pt>
    <dgm:pt modelId="{D452F2A2-0E29-4170-9733-1F45441BB04A}" type="sibTrans" cxnId="{F072EA24-007A-41D7-853E-61F43B403181}">
      <dgm:prSet/>
      <dgm:spPr/>
      <dgm:t>
        <a:bodyPr/>
        <a:lstStyle/>
        <a:p>
          <a:endParaRPr lang="uk-UA"/>
        </a:p>
      </dgm:t>
    </dgm:pt>
    <dgm:pt modelId="{24ADDC43-5E69-4388-960B-D348BEA61694}">
      <dgm:prSet/>
      <dgm:spPr/>
      <dgm:t>
        <a:bodyPr/>
        <a:lstStyle/>
        <a:p>
          <a:r>
            <a:rPr lang="uk-UA" b="0" i="0" baseline="0" dirty="0"/>
            <a:t>Другої Малоросійської колегії.</a:t>
          </a:r>
          <a:endParaRPr lang="uk-UA" dirty="0"/>
        </a:p>
      </dgm:t>
    </dgm:pt>
    <dgm:pt modelId="{2D125539-C154-4FF6-8A6B-691436F304D3}" type="parTrans" cxnId="{A8905E66-370F-4CF5-BC9A-ED9F68468ABD}">
      <dgm:prSet/>
      <dgm:spPr/>
      <dgm:t>
        <a:bodyPr/>
        <a:lstStyle/>
        <a:p>
          <a:endParaRPr lang="uk-UA"/>
        </a:p>
      </dgm:t>
    </dgm:pt>
    <dgm:pt modelId="{1A9590F9-32A5-4073-9214-5FEC624E1E49}" type="sibTrans" cxnId="{A8905E66-370F-4CF5-BC9A-ED9F68468ABD}">
      <dgm:prSet/>
      <dgm:spPr/>
      <dgm:t>
        <a:bodyPr/>
        <a:lstStyle/>
        <a:p>
          <a:endParaRPr lang="uk-UA"/>
        </a:p>
      </dgm:t>
    </dgm:pt>
    <dgm:pt modelId="{F8D4568B-9331-48AF-A11C-417E24B5249D}" type="pres">
      <dgm:prSet presAssocID="{F6B9A649-C52F-456C-8A7D-53601CE987E8}" presName="linear" presStyleCnt="0">
        <dgm:presLayoutVars>
          <dgm:animLvl val="lvl"/>
          <dgm:resizeHandles val="exact"/>
        </dgm:presLayoutVars>
      </dgm:prSet>
      <dgm:spPr/>
    </dgm:pt>
    <dgm:pt modelId="{364C39E4-BA7D-4B7E-9FD8-0D3F73997709}" type="pres">
      <dgm:prSet presAssocID="{B40497EE-878D-4079-A7D9-79645059AB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CD39FAF-F4FC-4B91-ACDD-E1AD177805C4}" type="pres">
      <dgm:prSet presAssocID="{48A02CC0-17BC-4946-A758-BA47FFAA52C5}" presName="spacer" presStyleCnt="0"/>
      <dgm:spPr/>
    </dgm:pt>
    <dgm:pt modelId="{7E3C07B1-5C41-446A-B6DE-86E316289358}" type="pres">
      <dgm:prSet presAssocID="{D3113B49-53C4-434C-B13C-4A28DAB165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8D8A1E-24CA-4292-A1FA-DDB674585296}" type="pres">
      <dgm:prSet presAssocID="{D31D028C-79DB-4BF8-847A-ED8E28BEDA4B}" presName="spacer" presStyleCnt="0"/>
      <dgm:spPr/>
    </dgm:pt>
    <dgm:pt modelId="{03B9F26C-3176-4829-B005-F251B51788A7}" type="pres">
      <dgm:prSet presAssocID="{EA2E2848-0BCE-4725-90AE-D27CF0C72E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B20E2B-C4E1-4A1E-BF91-D5EEE2951060}" type="pres">
      <dgm:prSet presAssocID="{D452F2A2-0E29-4170-9733-1F45441BB04A}" presName="spacer" presStyleCnt="0"/>
      <dgm:spPr/>
    </dgm:pt>
    <dgm:pt modelId="{124D8701-5987-496E-AEF6-198E02C572C3}" type="pres">
      <dgm:prSet presAssocID="{24ADDC43-5E69-4388-960B-D348BEA6169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DAAE04-A169-4D2F-A372-88F6E503CDDD}" type="presOf" srcId="{F6B9A649-C52F-456C-8A7D-53601CE987E8}" destId="{F8D4568B-9331-48AF-A11C-417E24B5249D}" srcOrd="0" destOrd="0" presId="urn:microsoft.com/office/officeart/2005/8/layout/vList2"/>
    <dgm:cxn modelId="{DDBC6E06-C174-49A6-A9D5-4486B3EB584D}" srcId="{F6B9A649-C52F-456C-8A7D-53601CE987E8}" destId="{D3113B49-53C4-434C-B13C-4A28DAB165C8}" srcOrd="1" destOrd="0" parTransId="{CB2DFB7E-B821-4730-A210-F17DCEAC5082}" sibTransId="{D31D028C-79DB-4BF8-847A-ED8E28BEDA4B}"/>
    <dgm:cxn modelId="{F072EA24-007A-41D7-853E-61F43B403181}" srcId="{F6B9A649-C52F-456C-8A7D-53601CE987E8}" destId="{EA2E2848-0BCE-4725-90AE-D27CF0C72E62}" srcOrd="2" destOrd="0" parTransId="{F5D5FE4E-ED28-4FB9-99E4-B830FA1E597C}" sibTransId="{D452F2A2-0E29-4170-9733-1F45441BB04A}"/>
    <dgm:cxn modelId="{B9C15529-F57B-4EAB-9DE5-5B3BA45D4669}" srcId="{F6B9A649-C52F-456C-8A7D-53601CE987E8}" destId="{B40497EE-878D-4079-A7D9-79645059AB73}" srcOrd="0" destOrd="0" parTransId="{B49F64E2-8CEC-416E-8B10-747A89F68C26}" sibTransId="{48A02CC0-17BC-4946-A758-BA47FFAA52C5}"/>
    <dgm:cxn modelId="{A8905E66-370F-4CF5-BC9A-ED9F68468ABD}" srcId="{F6B9A649-C52F-456C-8A7D-53601CE987E8}" destId="{24ADDC43-5E69-4388-960B-D348BEA61694}" srcOrd="3" destOrd="0" parTransId="{2D125539-C154-4FF6-8A6B-691436F304D3}" sibTransId="{1A9590F9-32A5-4073-9214-5FEC624E1E49}"/>
    <dgm:cxn modelId="{639AB8B5-3583-489C-A1D7-77FB731AB418}" type="presOf" srcId="{EA2E2848-0BCE-4725-90AE-D27CF0C72E62}" destId="{03B9F26C-3176-4829-B005-F251B51788A7}" srcOrd="0" destOrd="0" presId="urn:microsoft.com/office/officeart/2005/8/layout/vList2"/>
    <dgm:cxn modelId="{06ED6CBD-55F1-4C64-B19A-B103D0216513}" type="presOf" srcId="{D3113B49-53C4-434C-B13C-4A28DAB165C8}" destId="{7E3C07B1-5C41-446A-B6DE-86E316289358}" srcOrd="0" destOrd="0" presId="urn:microsoft.com/office/officeart/2005/8/layout/vList2"/>
    <dgm:cxn modelId="{C73AF8F0-9F2A-4F43-A03C-4935D23D634F}" type="presOf" srcId="{B40497EE-878D-4079-A7D9-79645059AB73}" destId="{364C39E4-BA7D-4B7E-9FD8-0D3F73997709}" srcOrd="0" destOrd="0" presId="urn:microsoft.com/office/officeart/2005/8/layout/vList2"/>
    <dgm:cxn modelId="{D44242F1-D75E-4CFD-AA79-98E06D1042DC}" type="presOf" srcId="{24ADDC43-5E69-4388-960B-D348BEA61694}" destId="{124D8701-5987-496E-AEF6-198E02C572C3}" srcOrd="0" destOrd="0" presId="urn:microsoft.com/office/officeart/2005/8/layout/vList2"/>
    <dgm:cxn modelId="{33C47410-184D-437F-B38D-0C9F89787EBC}" type="presParOf" srcId="{F8D4568B-9331-48AF-A11C-417E24B5249D}" destId="{364C39E4-BA7D-4B7E-9FD8-0D3F73997709}" srcOrd="0" destOrd="0" presId="urn:microsoft.com/office/officeart/2005/8/layout/vList2"/>
    <dgm:cxn modelId="{985EA711-6FE8-4504-987B-582292874285}" type="presParOf" srcId="{F8D4568B-9331-48AF-A11C-417E24B5249D}" destId="{5CD39FAF-F4FC-4B91-ACDD-E1AD177805C4}" srcOrd="1" destOrd="0" presId="urn:microsoft.com/office/officeart/2005/8/layout/vList2"/>
    <dgm:cxn modelId="{68FCBAE3-5159-4396-BF4F-CDFF2BA14D45}" type="presParOf" srcId="{F8D4568B-9331-48AF-A11C-417E24B5249D}" destId="{7E3C07B1-5C41-446A-B6DE-86E316289358}" srcOrd="2" destOrd="0" presId="urn:microsoft.com/office/officeart/2005/8/layout/vList2"/>
    <dgm:cxn modelId="{76843E42-15AA-43C0-BCC1-0303FDF08169}" type="presParOf" srcId="{F8D4568B-9331-48AF-A11C-417E24B5249D}" destId="{718D8A1E-24CA-4292-A1FA-DDB674585296}" srcOrd="3" destOrd="0" presId="urn:microsoft.com/office/officeart/2005/8/layout/vList2"/>
    <dgm:cxn modelId="{05A365BA-5E84-4BE5-99F8-9610EABDB6FA}" type="presParOf" srcId="{F8D4568B-9331-48AF-A11C-417E24B5249D}" destId="{03B9F26C-3176-4829-B005-F251B51788A7}" srcOrd="4" destOrd="0" presId="urn:microsoft.com/office/officeart/2005/8/layout/vList2"/>
    <dgm:cxn modelId="{2B07EB26-84F6-49C6-BF01-4EC5F7ADCCFF}" type="presParOf" srcId="{F8D4568B-9331-48AF-A11C-417E24B5249D}" destId="{79B20E2B-C4E1-4A1E-BF91-D5EEE2951060}" srcOrd="5" destOrd="0" presId="urn:microsoft.com/office/officeart/2005/8/layout/vList2"/>
    <dgm:cxn modelId="{36E38384-D15A-421A-9EA2-0C07C4181ABE}" type="presParOf" srcId="{F8D4568B-9331-48AF-A11C-417E24B5249D}" destId="{124D8701-5987-496E-AEF6-198E02C572C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CDEA9940-9D2B-42B0-A5E3-56EF3B309CF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759FAE-0888-42F1-A740-B0451B141713}">
      <dgm:prSet/>
      <dgm:spPr/>
      <dgm:t>
        <a:bodyPr/>
        <a:lstStyle/>
        <a:p>
          <a:r>
            <a:rPr lang="ru-RU" b="0" i="0" baseline="0"/>
            <a:t>обидва варіанти правильні</a:t>
          </a:r>
          <a:endParaRPr lang="uk-UA"/>
        </a:p>
      </dgm:t>
    </dgm:pt>
    <dgm:pt modelId="{BB5E6EA0-0A37-4169-9CAE-420475EC99A4}" type="parTrans" cxnId="{9AC15D25-4646-4A00-8F56-42F21C152BA2}">
      <dgm:prSet/>
      <dgm:spPr/>
      <dgm:t>
        <a:bodyPr/>
        <a:lstStyle/>
        <a:p>
          <a:endParaRPr lang="uk-UA"/>
        </a:p>
      </dgm:t>
    </dgm:pt>
    <dgm:pt modelId="{FF7E7D3D-03CD-4F51-9EFC-475C0E0BF696}" type="sibTrans" cxnId="{9AC15D25-4646-4A00-8F56-42F21C152BA2}">
      <dgm:prSet/>
      <dgm:spPr/>
      <dgm:t>
        <a:bodyPr/>
        <a:lstStyle/>
        <a:p>
          <a:endParaRPr lang="uk-UA"/>
        </a:p>
      </dgm:t>
    </dgm:pt>
    <dgm:pt modelId="{3DB3A646-44ED-4B7D-8963-309CAAFE4B44}">
      <dgm:prSet/>
      <dgm:spPr/>
      <dgm:t>
        <a:bodyPr/>
        <a:lstStyle/>
        <a:p>
          <a:r>
            <a:rPr lang="ru-RU" b="0" i="0" baseline="0"/>
            <a:t>тільки 1-й варіант правильний</a:t>
          </a:r>
          <a:endParaRPr lang="uk-UA"/>
        </a:p>
      </dgm:t>
    </dgm:pt>
    <dgm:pt modelId="{A51B8657-5336-48CE-9DBF-78116BF38820}" type="parTrans" cxnId="{F9A8FA2D-69DE-45D0-9243-805CD2177998}">
      <dgm:prSet/>
      <dgm:spPr/>
      <dgm:t>
        <a:bodyPr/>
        <a:lstStyle/>
        <a:p>
          <a:endParaRPr lang="uk-UA"/>
        </a:p>
      </dgm:t>
    </dgm:pt>
    <dgm:pt modelId="{EBF5726A-2307-41AE-865A-7379963855D4}" type="sibTrans" cxnId="{F9A8FA2D-69DE-45D0-9243-805CD2177998}">
      <dgm:prSet/>
      <dgm:spPr/>
      <dgm:t>
        <a:bodyPr/>
        <a:lstStyle/>
        <a:p>
          <a:endParaRPr lang="uk-UA"/>
        </a:p>
      </dgm:t>
    </dgm:pt>
    <dgm:pt modelId="{0AB0093B-F52E-4092-8978-46A5F950B795}">
      <dgm:prSet/>
      <dgm:spPr/>
      <dgm:t>
        <a:bodyPr/>
        <a:lstStyle/>
        <a:p>
          <a:r>
            <a:rPr lang="ru-RU" b="0" i="0" baseline="0"/>
            <a:t>тільки 2-й варіант правильний</a:t>
          </a:r>
          <a:endParaRPr lang="uk-UA"/>
        </a:p>
      </dgm:t>
    </dgm:pt>
    <dgm:pt modelId="{F4BB200E-B0FA-42CB-83E0-938A0D88D799}" type="parTrans" cxnId="{6B5878F5-C6B0-45F0-BE01-D4DFB06859D7}">
      <dgm:prSet/>
      <dgm:spPr/>
      <dgm:t>
        <a:bodyPr/>
        <a:lstStyle/>
        <a:p>
          <a:endParaRPr lang="uk-UA"/>
        </a:p>
      </dgm:t>
    </dgm:pt>
    <dgm:pt modelId="{B1850B07-E876-4FCF-9135-6D7EDC713716}" type="sibTrans" cxnId="{6B5878F5-C6B0-45F0-BE01-D4DFB06859D7}">
      <dgm:prSet/>
      <dgm:spPr/>
      <dgm:t>
        <a:bodyPr/>
        <a:lstStyle/>
        <a:p>
          <a:endParaRPr lang="uk-UA"/>
        </a:p>
      </dgm:t>
    </dgm:pt>
    <dgm:pt modelId="{DCB4DBDF-3F93-4C38-B840-41021A732AB5}">
      <dgm:prSet/>
      <dgm:spPr/>
      <dgm:t>
        <a:bodyPr/>
        <a:lstStyle/>
        <a:p>
          <a:r>
            <a:rPr lang="ru-RU" b="0" i="0" baseline="0"/>
            <a:t>обидва варіанти не правильні</a:t>
          </a:r>
          <a:endParaRPr lang="uk-UA"/>
        </a:p>
      </dgm:t>
    </dgm:pt>
    <dgm:pt modelId="{222F3C38-FC38-4940-BD52-529C628B66F0}" type="parTrans" cxnId="{EB479C0B-A42A-4D6F-AE2E-746602645825}">
      <dgm:prSet/>
      <dgm:spPr/>
      <dgm:t>
        <a:bodyPr/>
        <a:lstStyle/>
        <a:p>
          <a:endParaRPr lang="uk-UA"/>
        </a:p>
      </dgm:t>
    </dgm:pt>
    <dgm:pt modelId="{F6760CD7-EF1F-425F-8BB9-6034E2D7052A}" type="sibTrans" cxnId="{EB479C0B-A42A-4D6F-AE2E-746602645825}">
      <dgm:prSet/>
      <dgm:spPr/>
      <dgm:t>
        <a:bodyPr/>
        <a:lstStyle/>
        <a:p>
          <a:endParaRPr lang="uk-UA"/>
        </a:p>
      </dgm:t>
    </dgm:pt>
    <dgm:pt modelId="{51688D21-AA5B-4390-A582-99A3C6F9554B}" type="pres">
      <dgm:prSet presAssocID="{CDEA9940-9D2B-42B0-A5E3-56EF3B309CF8}" presName="Name0" presStyleCnt="0">
        <dgm:presLayoutVars>
          <dgm:chMax val="7"/>
          <dgm:chPref val="7"/>
          <dgm:dir/>
        </dgm:presLayoutVars>
      </dgm:prSet>
      <dgm:spPr/>
    </dgm:pt>
    <dgm:pt modelId="{1A2E2EDD-3141-434B-A26E-01D4BD08B3C7}" type="pres">
      <dgm:prSet presAssocID="{CDEA9940-9D2B-42B0-A5E3-56EF3B309CF8}" presName="Name1" presStyleCnt="0"/>
      <dgm:spPr/>
    </dgm:pt>
    <dgm:pt modelId="{7DC578C0-E429-4855-B9D0-0D7451E72BD9}" type="pres">
      <dgm:prSet presAssocID="{CDEA9940-9D2B-42B0-A5E3-56EF3B309CF8}" presName="cycle" presStyleCnt="0"/>
      <dgm:spPr/>
    </dgm:pt>
    <dgm:pt modelId="{39204FE8-E7CB-4C05-8257-5F73363D0A06}" type="pres">
      <dgm:prSet presAssocID="{CDEA9940-9D2B-42B0-A5E3-56EF3B309CF8}" presName="srcNode" presStyleLbl="node1" presStyleIdx="0" presStyleCnt="4"/>
      <dgm:spPr/>
    </dgm:pt>
    <dgm:pt modelId="{3AFDFBF3-65A6-46B9-BD39-E5BD7AB9F8EB}" type="pres">
      <dgm:prSet presAssocID="{CDEA9940-9D2B-42B0-A5E3-56EF3B309CF8}" presName="conn" presStyleLbl="parChTrans1D2" presStyleIdx="0" presStyleCnt="1"/>
      <dgm:spPr/>
    </dgm:pt>
    <dgm:pt modelId="{3B890FEC-2349-4DAC-AD28-1175DB0200C4}" type="pres">
      <dgm:prSet presAssocID="{CDEA9940-9D2B-42B0-A5E3-56EF3B309CF8}" presName="extraNode" presStyleLbl="node1" presStyleIdx="0" presStyleCnt="4"/>
      <dgm:spPr/>
    </dgm:pt>
    <dgm:pt modelId="{7B4EA01B-9939-4713-A397-D7F9ED4B3E61}" type="pres">
      <dgm:prSet presAssocID="{CDEA9940-9D2B-42B0-A5E3-56EF3B309CF8}" presName="dstNode" presStyleLbl="node1" presStyleIdx="0" presStyleCnt="4"/>
      <dgm:spPr/>
    </dgm:pt>
    <dgm:pt modelId="{75093FAD-80F3-4568-A97E-FD541957536C}" type="pres">
      <dgm:prSet presAssocID="{37759FAE-0888-42F1-A740-B0451B141713}" presName="text_1" presStyleLbl="node1" presStyleIdx="0" presStyleCnt="4">
        <dgm:presLayoutVars>
          <dgm:bulletEnabled val="1"/>
        </dgm:presLayoutVars>
      </dgm:prSet>
      <dgm:spPr/>
    </dgm:pt>
    <dgm:pt modelId="{B77FA21D-F418-4BB4-B1E3-1EA13A53C4A0}" type="pres">
      <dgm:prSet presAssocID="{37759FAE-0888-42F1-A740-B0451B141713}" presName="accent_1" presStyleCnt="0"/>
      <dgm:spPr/>
    </dgm:pt>
    <dgm:pt modelId="{483FF4E7-44BC-4AFE-B5B4-E0E028090C30}" type="pres">
      <dgm:prSet presAssocID="{37759FAE-0888-42F1-A740-B0451B141713}" presName="accentRepeatNode" presStyleLbl="solidFgAcc1" presStyleIdx="0" presStyleCnt="4"/>
      <dgm:spPr/>
    </dgm:pt>
    <dgm:pt modelId="{9BFD9499-0E5E-4C58-A549-03CEFE006904}" type="pres">
      <dgm:prSet presAssocID="{3DB3A646-44ED-4B7D-8963-309CAAFE4B44}" presName="text_2" presStyleLbl="node1" presStyleIdx="1" presStyleCnt="4">
        <dgm:presLayoutVars>
          <dgm:bulletEnabled val="1"/>
        </dgm:presLayoutVars>
      </dgm:prSet>
      <dgm:spPr/>
    </dgm:pt>
    <dgm:pt modelId="{39299BE6-11F9-4173-AAB9-DBB9A62BF574}" type="pres">
      <dgm:prSet presAssocID="{3DB3A646-44ED-4B7D-8963-309CAAFE4B44}" presName="accent_2" presStyleCnt="0"/>
      <dgm:spPr/>
    </dgm:pt>
    <dgm:pt modelId="{A10D27C5-106E-448E-A1BC-A325AA47A026}" type="pres">
      <dgm:prSet presAssocID="{3DB3A646-44ED-4B7D-8963-309CAAFE4B44}" presName="accentRepeatNode" presStyleLbl="solidFgAcc1" presStyleIdx="1" presStyleCnt="4"/>
      <dgm:spPr/>
    </dgm:pt>
    <dgm:pt modelId="{59EAE4D8-AF61-481A-ABCA-D7EC7092A6B3}" type="pres">
      <dgm:prSet presAssocID="{0AB0093B-F52E-4092-8978-46A5F950B795}" presName="text_3" presStyleLbl="node1" presStyleIdx="2" presStyleCnt="4">
        <dgm:presLayoutVars>
          <dgm:bulletEnabled val="1"/>
        </dgm:presLayoutVars>
      </dgm:prSet>
      <dgm:spPr/>
    </dgm:pt>
    <dgm:pt modelId="{E39C4869-5746-424A-92CD-875BB5369302}" type="pres">
      <dgm:prSet presAssocID="{0AB0093B-F52E-4092-8978-46A5F950B795}" presName="accent_3" presStyleCnt="0"/>
      <dgm:spPr/>
    </dgm:pt>
    <dgm:pt modelId="{781DEAF3-18F9-4820-B467-8388C4412D3F}" type="pres">
      <dgm:prSet presAssocID="{0AB0093B-F52E-4092-8978-46A5F950B795}" presName="accentRepeatNode" presStyleLbl="solidFgAcc1" presStyleIdx="2" presStyleCnt="4"/>
      <dgm:spPr/>
    </dgm:pt>
    <dgm:pt modelId="{7272C604-6742-4EDF-B9D4-F15ECD5268C6}" type="pres">
      <dgm:prSet presAssocID="{DCB4DBDF-3F93-4C38-B840-41021A732AB5}" presName="text_4" presStyleLbl="node1" presStyleIdx="3" presStyleCnt="4">
        <dgm:presLayoutVars>
          <dgm:bulletEnabled val="1"/>
        </dgm:presLayoutVars>
      </dgm:prSet>
      <dgm:spPr/>
    </dgm:pt>
    <dgm:pt modelId="{55908515-26ED-4C74-8E94-008BA08AD943}" type="pres">
      <dgm:prSet presAssocID="{DCB4DBDF-3F93-4C38-B840-41021A732AB5}" presName="accent_4" presStyleCnt="0"/>
      <dgm:spPr/>
    </dgm:pt>
    <dgm:pt modelId="{FBF7A916-A113-41F9-AFC8-2342DDCCB9B2}" type="pres">
      <dgm:prSet presAssocID="{DCB4DBDF-3F93-4C38-B840-41021A732AB5}" presName="accentRepeatNode" presStyleLbl="solidFgAcc1" presStyleIdx="3" presStyleCnt="4"/>
      <dgm:spPr/>
    </dgm:pt>
  </dgm:ptLst>
  <dgm:cxnLst>
    <dgm:cxn modelId="{EB479C0B-A42A-4D6F-AE2E-746602645825}" srcId="{CDEA9940-9D2B-42B0-A5E3-56EF3B309CF8}" destId="{DCB4DBDF-3F93-4C38-B840-41021A732AB5}" srcOrd="3" destOrd="0" parTransId="{222F3C38-FC38-4940-BD52-529C628B66F0}" sibTransId="{F6760CD7-EF1F-425F-8BB9-6034E2D7052A}"/>
    <dgm:cxn modelId="{3AE31118-C9A1-48C3-BA2A-6735BB294894}" type="presOf" srcId="{DCB4DBDF-3F93-4C38-B840-41021A732AB5}" destId="{7272C604-6742-4EDF-B9D4-F15ECD5268C6}" srcOrd="0" destOrd="0" presId="urn:microsoft.com/office/officeart/2008/layout/VerticalCurvedList"/>
    <dgm:cxn modelId="{9AC15D25-4646-4A00-8F56-42F21C152BA2}" srcId="{CDEA9940-9D2B-42B0-A5E3-56EF3B309CF8}" destId="{37759FAE-0888-42F1-A740-B0451B141713}" srcOrd="0" destOrd="0" parTransId="{BB5E6EA0-0A37-4169-9CAE-420475EC99A4}" sibTransId="{FF7E7D3D-03CD-4F51-9EFC-475C0E0BF696}"/>
    <dgm:cxn modelId="{F9A8FA2D-69DE-45D0-9243-805CD2177998}" srcId="{CDEA9940-9D2B-42B0-A5E3-56EF3B309CF8}" destId="{3DB3A646-44ED-4B7D-8963-309CAAFE4B44}" srcOrd="1" destOrd="0" parTransId="{A51B8657-5336-48CE-9DBF-78116BF38820}" sibTransId="{EBF5726A-2307-41AE-865A-7379963855D4}"/>
    <dgm:cxn modelId="{6D0AD1B7-BAC3-497A-BE39-B7B5264E81ED}" type="presOf" srcId="{FF7E7D3D-03CD-4F51-9EFC-475C0E0BF696}" destId="{3AFDFBF3-65A6-46B9-BD39-E5BD7AB9F8EB}" srcOrd="0" destOrd="0" presId="urn:microsoft.com/office/officeart/2008/layout/VerticalCurvedList"/>
    <dgm:cxn modelId="{BAE96EBF-377A-4630-B41B-76089618A6F1}" type="presOf" srcId="{0AB0093B-F52E-4092-8978-46A5F950B795}" destId="{59EAE4D8-AF61-481A-ABCA-D7EC7092A6B3}" srcOrd="0" destOrd="0" presId="urn:microsoft.com/office/officeart/2008/layout/VerticalCurvedList"/>
    <dgm:cxn modelId="{38C88CD8-FB73-4FF6-B010-E5AA44A247DC}" type="presOf" srcId="{3DB3A646-44ED-4B7D-8963-309CAAFE4B44}" destId="{9BFD9499-0E5E-4C58-A549-03CEFE006904}" srcOrd="0" destOrd="0" presId="urn:microsoft.com/office/officeart/2008/layout/VerticalCurvedList"/>
    <dgm:cxn modelId="{7CF01DE3-6870-4F75-B570-EF28493F3A57}" type="presOf" srcId="{37759FAE-0888-42F1-A740-B0451B141713}" destId="{75093FAD-80F3-4568-A97E-FD541957536C}" srcOrd="0" destOrd="0" presId="urn:microsoft.com/office/officeart/2008/layout/VerticalCurvedList"/>
    <dgm:cxn modelId="{51781CEA-25A0-4597-967A-1A28A9B3F3B9}" type="presOf" srcId="{CDEA9940-9D2B-42B0-A5E3-56EF3B309CF8}" destId="{51688D21-AA5B-4390-A582-99A3C6F9554B}" srcOrd="0" destOrd="0" presId="urn:microsoft.com/office/officeart/2008/layout/VerticalCurvedList"/>
    <dgm:cxn modelId="{6B5878F5-C6B0-45F0-BE01-D4DFB06859D7}" srcId="{CDEA9940-9D2B-42B0-A5E3-56EF3B309CF8}" destId="{0AB0093B-F52E-4092-8978-46A5F950B795}" srcOrd="2" destOrd="0" parTransId="{F4BB200E-B0FA-42CB-83E0-938A0D88D799}" sibTransId="{B1850B07-E876-4FCF-9135-6D7EDC713716}"/>
    <dgm:cxn modelId="{7C555C5F-4F6A-47A0-ACCF-6213090FAA4E}" type="presParOf" srcId="{51688D21-AA5B-4390-A582-99A3C6F9554B}" destId="{1A2E2EDD-3141-434B-A26E-01D4BD08B3C7}" srcOrd="0" destOrd="0" presId="urn:microsoft.com/office/officeart/2008/layout/VerticalCurvedList"/>
    <dgm:cxn modelId="{CDEA59BD-3098-46CD-99DE-C4D5E59DF0A5}" type="presParOf" srcId="{1A2E2EDD-3141-434B-A26E-01D4BD08B3C7}" destId="{7DC578C0-E429-4855-B9D0-0D7451E72BD9}" srcOrd="0" destOrd="0" presId="urn:microsoft.com/office/officeart/2008/layout/VerticalCurvedList"/>
    <dgm:cxn modelId="{CCB34A6C-3448-42F6-9F7E-2D81B2525375}" type="presParOf" srcId="{7DC578C0-E429-4855-B9D0-0D7451E72BD9}" destId="{39204FE8-E7CB-4C05-8257-5F73363D0A06}" srcOrd="0" destOrd="0" presId="urn:microsoft.com/office/officeart/2008/layout/VerticalCurvedList"/>
    <dgm:cxn modelId="{7DD11F51-AE47-4DCC-963E-7CB789E212D9}" type="presParOf" srcId="{7DC578C0-E429-4855-B9D0-0D7451E72BD9}" destId="{3AFDFBF3-65A6-46B9-BD39-E5BD7AB9F8EB}" srcOrd="1" destOrd="0" presId="urn:microsoft.com/office/officeart/2008/layout/VerticalCurvedList"/>
    <dgm:cxn modelId="{EED58FC6-C474-4517-9D43-9E08E8CA4E77}" type="presParOf" srcId="{7DC578C0-E429-4855-B9D0-0D7451E72BD9}" destId="{3B890FEC-2349-4DAC-AD28-1175DB0200C4}" srcOrd="2" destOrd="0" presId="urn:microsoft.com/office/officeart/2008/layout/VerticalCurvedList"/>
    <dgm:cxn modelId="{A97733F7-402A-4917-86D6-72F61B2CD108}" type="presParOf" srcId="{7DC578C0-E429-4855-B9D0-0D7451E72BD9}" destId="{7B4EA01B-9939-4713-A397-D7F9ED4B3E61}" srcOrd="3" destOrd="0" presId="urn:microsoft.com/office/officeart/2008/layout/VerticalCurvedList"/>
    <dgm:cxn modelId="{6385A639-F068-4A45-90DE-F94F5A2B039F}" type="presParOf" srcId="{1A2E2EDD-3141-434B-A26E-01D4BD08B3C7}" destId="{75093FAD-80F3-4568-A97E-FD541957536C}" srcOrd="1" destOrd="0" presId="urn:microsoft.com/office/officeart/2008/layout/VerticalCurvedList"/>
    <dgm:cxn modelId="{12E10600-DB9E-46FD-8C46-63D02656FD15}" type="presParOf" srcId="{1A2E2EDD-3141-434B-A26E-01D4BD08B3C7}" destId="{B77FA21D-F418-4BB4-B1E3-1EA13A53C4A0}" srcOrd="2" destOrd="0" presId="urn:microsoft.com/office/officeart/2008/layout/VerticalCurvedList"/>
    <dgm:cxn modelId="{F19C8DC0-EEB0-44EC-A8FD-A5E42DE533E7}" type="presParOf" srcId="{B77FA21D-F418-4BB4-B1E3-1EA13A53C4A0}" destId="{483FF4E7-44BC-4AFE-B5B4-E0E028090C30}" srcOrd="0" destOrd="0" presId="urn:microsoft.com/office/officeart/2008/layout/VerticalCurvedList"/>
    <dgm:cxn modelId="{64FB9BAA-0259-46CC-B2F1-5BB2D3EBB40B}" type="presParOf" srcId="{1A2E2EDD-3141-434B-A26E-01D4BD08B3C7}" destId="{9BFD9499-0E5E-4C58-A549-03CEFE006904}" srcOrd="3" destOrd="0" presId="urn:microsoft.com/office/officeart/2008/layout/VerticalCurvedList"/>
    <dgm:cxn modelId="{454F958E-530D-4063-920C-E73416118190}" type="presParOf" srcId="{1A2E2EDD-3141-434B-A26E-01D4BD08B3C7}" destId="{39299BE6-11F9-4173-AAB9-DBB9A62BF574}" srcOrd="4" destOrd="0" presId="urn:microsoft.com/office/officeart/2008/layout/VerticalCurvedList"/>
    <dgm:cxn modelId="{75B8B3A1-5E0F-42FD-B404-00835653D8EB}" type="presParOf" srcId="{39299BE6-11F9-4173-AAB9-DBB9A62BF574}" destId="{A10D27C5-106E-448E-A1BC-A325AA47A026}" srcOrd="0" destOrd="0" presId="urn:microsoft.com/office/officeart/2008/layout/VerticalCurvedList"/>
    <dgm:cxn modelId="{AFC289F4-8C6F-4F3F-9C61-CDC5AA1A78EB}" type="presParOf" srcId="{1A2E2EDD-3141-434B-A26E-01D4BD08B3C7}" destId="{59EAE4D8-AF61-481A-ABCA-D7EC7092A6B3}" srcOrd="5" destOrd="0" presId="urn:microsoft.com/office/officeart/2008/layout/VerticalCurvedList"/>
    <dgm:cxn modelId="{75C65129-C3F2-488E-BC0E-F15F0F8CC227}" type="presParOf" srcId="{1A2E2EDD-3141-434B-A26E-01D4BD08B3C7}" destId="{E39C4869-5746-424A-92CD-875BB5369302}" srcOrd="6" destOrd="0" presId="urn:microsoft.com/office/officeart/2008/layout/VerticalCurvedList"/>
    <dgm:cxn modelId="{35FEDD04-8D88-4E45-8C64-A22E699831B8}" type="presParOf" srcId="{E39C4869-5746-424A-92CD-875BB5369302}" destId="{781DEAF3-18F9-4820-B467-8388C4412D3F}" srcOrd="0" destOrd="0" presId="urn:microsoft.com/office/officeart/2008/layout/VerticalCurvedList"/>
    <dgm:cxn modelId="{8DE93606-DA1B-46F4-807D-4006C62FB298}" type="presParOf" srcId="{1A2E2EDD-3141-434B-A26E-01D4BD08B3C7}" destId="{7272C604-6742-4EDF-B9D4-F15ECD5268C6}" srcOrd="7" destOrd="0" presId="urn:microsoft.com/office/officeart/2008/layout/VerticalCurvedList"/>
    <dgm:cxn modelId="{BE37FC4B-2275-4727-B555-63DFB8CA0962}" type="presParOf" srcId="{1A2E2EDD-3141-434B-A26E-01D4BD08B3C7}" destId="{55908515-26ED-4C74-8E94-008BA08AD943}" srcOrd="8" destOrd="0" presId="urn:microsoft.com/office/officeart/2008/layout/VerticalCurvedList"/>
    <dgm:cxn modelId="{53999906-7BDA-4796-A23E-070F30882DDF}" type="presParOf" srcId="{55908515-26ED-4C74-8E94-008BA08AD943}" destId="{FBF7A916-A113-41F9-AFC8-2342DDCCB9B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0AC2612B-4496-4773-B669-4D7923408B2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F2FE52C-373D-43A9-841F-C0BDD2F5FFAB}">
      <dgm:prSet/>
      <dgm:spPr/>
      <dgm:t>
        <a:bodyPr/>
        <a:lstStyle/>
        <a:p>
          <a:r>
            <a:rPr lang="ru-RU" b="0" i="0" baseline="0"/>
            <a:t>Мелетій Смотрицький</a:t>
          </a:r>
          <a:endParaRPr lang="uk-UA"/>
        </a:p>
      </dgm:t>
    </dgm:pt>
    <dgm:pt modelId="{C030F845-4095-4B1C-BF22-D802C68BE42F}" type="parTrans" cxnId="{D942C9AB-1918-4616-924C-B03395DABACB}">
      <dgm:prSet/>
      <dgm:spPr/>
      <dgm:t>
        <a:bodyPr/>
        <a:lstStyle/>
        <a:p>
          <a:endParaRPr lang="uk-UA"/>
        </a:p>
      </dgm:t>
    </dgm:pt>
    <dgm:pt modelId="{D6BDEA62-BC14-4D03-BC0B-11A0CC2183D4}" type="sibTrans" cxnId="{D942C9AB-1918-4616-924C-B03395DABACB}">
      <dgm:prSet/>
      <dgm:spPr/>
      <dgm:t>
        <a:bodyPr/>
        <a:lstStyle/>
        <a:p>
          <a:endParaRPr lang="uk-UA"/>
        </a:p>
      </dgm:t>
    </dgm:pt>
    <dgm:pt modelId="{CE9293DD-6A8E-44A1-B9F2-0FCBDFDCF8C8}">
      <dgm:prSet/>
      <dgm:spPr/>
      <dgm:t>
        <a:bodyPr/>
        <a:lstStyle/>
        <a:p>
          <a:r>
            <a:rPr lang="ru-RU" b="0" i="0" baseline="0"/>
            <a:t>Феофан Прокопович</a:t>
          </a:r>
          <a:endParaRPr lang="uk-UA"/>
        </a:p>
      </dgm:t>
    </dgm:pt>
    <dgm:pt modelId="{6BBE88E4-3A14-44DA-92BE-1391813D2B4A}" type="parTrans" cxnId="{45290B2C-E2F7-4526-9EB7-4CCEA058E1CB}">
      <dgm:prSet/>
      <dgm:spPr/>
      <dgm:t>
        <a:bodyPr/>
        <a:lstStyle/>
        <a:p>
          <a:endParaRPr lang="uk-UA"/>
        </a:p>
      </dgm:t>
    </dgm:pt>
    <dgm:pt modelId="{C71C04F1-B038-413A-8E49-7DE832584184}" type="sibTrans" cxnId="{45290B2C-E2F7-4526-9EB7-4CCEA058E1CB}">
      <dgm:prSet/>
      <dgm:spPr/>
      <dgm:t>
        <a:bodyPr/>
        <a:lstStyle/>
        <a:p>
          <a:endParaRPr lang="uk-UA"/>
        </a:p>
      </dgm:t>
    </dgm:pt>
    <dgm:pt modelId="{87E67EE1-35AC-46BC-AA8B-DBE6D9B7FA88}">
      <dgm:prSet/>
      <dgm:spPr/>
      <dgm:t>
        <a:bodyPr/>
        <a:lstStyle/>
        <a:p>
          <a:r>
            <a:rPr lang="ru-RU" b="0" i="0" baseline="0"/>
            <a:t>Лазар Баранович</a:t>
          </a:r>
          <a:endParaRPr lang="uk-UA"/>
        </a:p>
      </dgm:t>
    </dgm:pt>
    <dgm:pt modelId="{BD20E70E-6D18-4BA9-B99C-67A2B0928096}" type="parTrans" cxnId="{723808EA-29F8-4A11-9302-299D6E74DD68}">
      <dgm:prSet/>
      <dgm:spPr/>
      <dgm:t>
        <a:bodyPr/>
        <a:lstStyle/>
        <a:p>
          <a:endParaRPr lang="uk-UA"/>
        </a:p>
      </dgm:t>
    </dgm:pt>
    <dgm:pt modelId="{F5AF57CB-6402-4D2B-9838-A22B2AE7E94C}" type="sibTrans" cxnId="{723808EA-29F8-4A11-9302-299D6E74DD68}">
      <dgm:prSet/>
      <dgm:spPr/>
      <dgm:t>
        <a:bodyPr/>
        <a:lstStyle/>
        <a:p>
          <a:endParaRPr lang="uk-UA"/>
        </a:p>
      </dgm:t>
    </dgm:pt>
    <dgm:pt modelId="{02F1F623-7754-4568-AEB1-65F9E70CEABF}">
      <dgm:prSet/>
      <dgm:spPr/>
      <dgm:t>
        <a:bodyPr/>
        <a:lstStyle/>
        <a:p>
          <a:r>
            <a:rPr lang="ru-RU" b="0" i="0" baseline="0"/>
            <a:t>Іван Щирський</a:t>
          </a:r>
          <a:endParaRPr lang="uk-UA"/>
        </a:p>
      </dgm:t>
    </dgm:pt>
    <dgm:pt modelId="{A207CB38-336E-4A9E-BB7F-184C74707BB0}" type="parTrans" cxnId="{B52C6D30-3830-491F-B557-00546A567C6B}">
      <dgm:prSet/>
      <dgm:spPr/>
      <dgm:t>
        <a:bodyPr/>
        <a:lstStyle/>
        <a:p>
          <a:endParaRPr lang="uk-UA"/>
        </a:p>
      </dgm:t>
    </dgm:pt>
    <dgm:pt modelId="{AEC306ED-D57B-4123-A957-BC54771A2032}" type="sibTrans" cxnId="{B52C6D30-3830-491F-B557-00546A567C6B}">
      <dgm:prSet/>
      <dgm:spPr/>
      <dgm:t>
        <a:bodyPr/>
        <a:lstStyle/>
        <a:p>
          <a:endParaRPr lang="uk-UA"/>
        </a:p>
      </dgm:t>
    </dgm:pt>
    <dgm:pt modelId="{1B17180C-E295-4324-85F3-675FBA85AAD4}" type="pres">
      <dgm:prSet presAssocID="{0AC2612B-4496-4773-B669-4D7923408B2F}" presName="matrix" presStyleCnt="0">
        <dgm:presLayoutVars>
          <dgm:chMax val="1"/>
          <dgm:dir/>
          <dgm:resizeHandles val="exact"/>
        </dgm:presLayoutVars>
      </dgm:prSet>
      <dgm:spPr/>
    </dgm:pt>
    <dgm:pt modelId="{D9A07D00-1EBC-46EE-87E7-23DEF80D87F8}" type="pres">
      <dgm:prSet presAssocID="{0AC2612B-4496-4773-B669-4D7923408B2F}" presName="diamond" presStyleLbl="bgShp" presStyleIdx="0" presStyleCnt="1"/>
      <dgm:spPr/>
    </dgm:pt>
    <dgm:pt modelId="{D67CC7AA-6049-4B58-8C99-CF1B4F8796B9}" type="pres">
      <dgm:prSet presAssocID="{0AC2612B-4496-4773-B669-4D7923408B2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5272ED0-3B10-4D8C-ACC5-A1DF8ADA57D6}" type="pres">
      <dgm:prSet presAssocID="{0AC2612B-4496-4773-B669-4D7923408B2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49B88C2-49C5-4E40-9139-8CF7478982BD}" type="pres">
      <dgm:prSet presAssocID="{0AC2612B-4496-4773-B669-4D7923408B2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AE654DF-CC89-436A-B5C2-2A1DF1537691}" type="pres">
      <dgm:prSet presAssocID="{0AC2612B-4496-4773-B669-4D7923408B2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5290B2C-E2F7-4526-9EB7-4CCEA058E1CB}" srcId="{0AC2612B-4496-4773-B669-4D7923408B2F}" destId="{CE9293DD-6A8E-44A1-B9F2-0FCBDFDCF8C8}" srcOrd="1" destOrd="0" parTransId="{6BBE88E4-3A14-44DA-92BE-1391813D2B4A}" sibTransId="{C71C04F1-B038-413A-8E49-7DE832584184}"/>
    <dgm:cxn modelId="{B52C6D30-3830-491F-B557-00546A567C6B}" srcId="{0AC2612B-4496-4773-B669-4D7923408B2F}" destId="{02F1F623-7754-4568-AEB1-65F9E70CEABF}" srcOrd="3" destOrd="0" parTransId="{A207CB38-336E-4A9E-BB7F-184C74707BB0}" sibTransId="{AEC306ED-D57B-4123-A957-BC54771A2032}"/>
    <dgm:cxn modelId="{70A3A67C-4FA7-43AE-82D9-0C794D5268E2}" type="presOf" srcId="{0AC2612B-4496-4773-B669-4D7923408B2F}" destId="{1B17180C-E295-4324-85F3-675FBA85AAD4}" srcOrd="0" destOrd="0" presId="urn:microsoft.com/office/officeart/2005/8/layout/matrix3"/>
    <dgm:cxn modelId="{D942C9AB-1918-4616-924C-B03395DABACB}" srcId="{0AC2612B-4496-4773-B669-4D7923408B2F}" destId="{0F2FE52C-373D-43A9-841F-C0BDD2F5FFAB}" srcOrd="0" destOrd="0" parTransId="{C030F845-4095-4B1C-BF22-D802C68BE42F}" sibTransId="{D6BDEA62-BC14-4D03-BC0B-11A0CC2183D4}"/>
    <dgm:cxn modelId="{12BBA3D0-E342-4296-9A63-CA34E2CB89A5}" type="presOf" srcId="{CE9293DD-6A8E-44A1-B9F2-0FCBDFDCF8C8}" destId="{95272ED0-3B10-4D8C-ACC5-A1DF8ADA57D6}" srcOrd="0" destOrd="0" presId="urn:microsoft.com/office/officeart/2005/8/layout/matrix3"/>
    <dgm:cxn modelId="{3EA4E5D4-2440-4947-8A74-DB8C408531D5}" type="presOf" srcId="{87E67EE1-35AC-46BC-AA8B-DBE6D9B7FA88}" destId="{249B88C2-49C5-4E40-9139-8CF7478982BD}" srcOrd="0" destOrd="0" presId="urn:microsoft.com/office/officeart/2005/8/layout/matrix3"/>
    <dgm:cxn modelId="{723808EA-29F8-4A11-9302-299D6E74DD68}" srcId="{0AC2612B-4496-4773-B669-4D7923408B2F}" destId="{87E67EE1-35AC-46BC-AA8B-DBE6D9B7FA88}" srcOrd="2" destOrd="0" parTransId="{BD20E70E-6D18-4BA9-B99C-67A2B0928096}" sibTransId="{F5AF57CB-6402-4D2B-9838-A22B2AE7E94C}"/>
    <dgm:cxn modelId="{867212F0-ACE0-44DE-A300-A14A23BA1A74}" type="presOf" srcId="{02F1F623-7754-4568-AEB1-65F9E70CEABF}" destId="{BAE654DF-CC89-436A-B5C2-2A1DF1537691}" srcOrd="0" destOrd="0" presId="urn:microsoft.com/office/officeart/2005/8/layout/matrix3"/>
    <dgm:cxn modelId="{881C40FF-7F41-4949-BFC5-15A59E77E1FB}" type="presOf" srcId="{0F2FE52C-373D-43A9-841F-C0BDD2F5FFAB}" destId="{D67CC7AA-6049-4B58-8C99-CF1B4F8796B9}" srcOrd="0" destOrd="0" presId="urn:microsoft.com/office/officeart/2005/8/layout/matrix3"/>
    <dgm:cxn modelId="{A7F1A4A7-1845-498A-A67A-24C1C138A62A}" type="presParOf" srcId="{1B17180C-E295-4324-85F3-675FBA85AAD4}" destId="{D9A07D00-1EBC-46EE-87E7-23DEF80D87F8}" srcOrd="0" destOrd="0" presId="urn:microsoft.com/office/officeart/2005/8/layout/matrix3"/>
    <dgm:cxn modelId="{575AA254-53C6-46A9-BBDC-741D9AD6FA58}" type="presParOf" srcId="{1B17180C-E295-4324-85F3-675FBA85AAD4}" destId="{D67CC7AA-6049-4B58-8C99-CF1B4F8796B9}" srcOrd="1" destOrd="0" presId="urn:microsoft.com/office/officeart/2005/8/layout/matrix3"/>
    <dgm:cxn modelId="{DF24B400-106B-434D-9E62-3F926EA137D9}" type="presParOf" srcId="{1B17180C-E295-4324-85F3-675FBA85AAD4}" destId="{95272ED0-3B10-4D8C-ACC5-A1DF8ADA57D6}" srcOrd="2" destOrd="0" presId="urn:microsoft.com/office/officeart/2005/8/layout/matrix3"/>
    <dgm:cxn modelId="{E922D7E4-16D4-4100-8FB9-A0B1090ABACC}" type="presParOf" srcId="{1B17180C-E295-4324-85F3-675FBA85AAD4}" destId="{249B88C2-49C5-4E40-9139-8CF7478982BD}" srcOrd="3" destOrd="0" presId="urn:microsoft.com/office/officeart/2005/8/layout/matrix3"/>
    <dgm:cxn modelId="{C1C133F6-0AC4-45A9-B254-D65EEB73BA7D}" type="presParOf" srcId="{1B17180C-E295-4324-85F3-675FBA85AAD4}" destId="{BAE654DF-CC89-436A-B5C2-2A1DF153769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8684DEF1-5C61-43A0-A88C-ED09C450B9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1F0788C-C6A7-4FB7-A7B9-8649CC238345}">
      <dgm:prSet/>
      <dgm:spPr/>
      <dgm:t>
        <a:bodyPr/>
        <a:lstStyle/>
        <a:p>
          <a:r>
            <a:rPr lang="uk-UA" b="0" i="0" baseline="0"/>
            <a:t>Брав участь у побудові собору Різдва Богородиці в Козельці, Кирилівського монастиря та Покровської церкви в Києві.</a:t>
          </a:r>
          <a:endParaRPr lang="uk-UA"/>
        </a:p>
      </dgm:t>
    </dgm:pt>
    <dgm:pt modelId="{CA833552-C4C1-4C3F-8095-7EAFC375F65B}" type="parTrans" cxnId="{1127E1FE-BB60-418F-8919-4265B9CE407B}">
      <dgm:prSet/>
      <dgm:spPr/>
      <dgm:t>
        <a:bodyPr/>
        <a:lstStyle/>
        <a:p>
          <a:endParaRPr lang="uk-UA"/>
        </a:p>
      </dgm:t>
    </dgm:pt>
    <dgm:pt modelId="{0D8D9D24-E35A-4A71-871E-C1BD2795454F}" type="sibTrans" cxnId="{1127E1FE-BB60-418F-8919-4265B9CE407B}">
      <dgm:prSet/>
      <dgm:spPr/>
      <dgm:t>
        <a:bodyPr/>
        <a:lstStyle/>
        <a:p>
          <a:endParaRPr lang="uk-UA"/>
        </a:p>
      </dgm:t>
    </dgm:pt>
    <dgm:pt modelId="{1084F0C9-0100-42B3-8A74-5B44DA737B4C}">
      <dgm:prSet/>
      <dgm:spPr/>
      <dgm:t>
        <a:bodyPr/>
        <a:lstStyle/>
        <a:p>
          <a:r>
            <a:rPr lang="uk-UA" b="0" i="0" baseline="0"/>
            <a:t>Ректор Києво-Могилянської академії, згодом — віце-президент Синоду. Автор філософських праць «Духовний регламент», «Правда волі монаршої».</a:t>
          </a:r>
          <a:endParaRPr lang="uk-UA"/>
        </a:p>
      </dgm:t>
    </dgm:pt>
    <dgm:pt modelId="{9E5E5D8E-241A-4898-A6D0-DFC611A32842}" type="parTrans" cxnId="{61FCCD65-04AB-4D0B-9E5B-8D528A0D8676}">
      <dgm:prSet/>
      <dgm:spPr/>
      <dgm:t>
        <a:bodyPr/>
        <a:lstStyle/>
        <a:p>
          <a:endParaRPr lang="uk-UA"/>
        </a:p>
      </dgm:t>
    </dgm:pt>
    <dgm:pt modelId="{C6CA1D6E-A4B7-4D43-A4BC-DA023EC3D0D7}" type="sibTrans" cxnId="{61FCCD65-04AB-4D0B-9E5B-8D528A0D8676}">
      <dgm:prSet/>
      <dgm:spPr/>
      <dgm:t>
        <a:bodyPr/>
        <a:lstStyle/>
        <a:p>
          <a:endParaRPr lang="uk-UA"/>
        </a:p>
      </dgm:t>
    </dgm:pt>
    <dgm:pt modelId="{9907FEC5-B7A1-4804-8664-FC20169C61F2}">
      <dgm:prSet/>
      <dgm:spPr/>
      <dgm:t>
        <a:bodyPr/>
        <a:lstStyle/>
        <a:p>
          <a:r>
            <a:rPr lang="uk-UA" b="0" i="0" baseline="0"/>
            <a:t>Один із перших ректорів Київської братської школи. Автор «Граматики словенської», полемічного твору «Тренос, або Плач східної церкви...».</a:t>
          </a:r>
          <a:endParaRPr lang="uk-UA"/>
        </a:p>
      </dgm:t>
    </dgm:pt>
    <dgm:pt modelId="{A5C933B3-9D95-4619-BA1F-DCE01E5DEEBE}" type="parTrans" cxnId="{7482B151-9BDC-4A41-A93B-EDA731220264}">
      <dgm:prSet/>
      <dgm:spPr/>
      <dgm:t>
        <a:bodyPr/>
        <a:lstStyle/>
        <a:p>
          <a:endParaRPr lang="uk-UA"/>
        </a:p>
      </dgm:t>
    </dgm:pt>
    <dgm:pt modelId="{0227F6E0-44F7-4656-B9FC-B21CAA833344}" type="sibTrans" cxnId="{7482B151-9BDC-4A41-A93B-EDA731220264}">
      <dgm:prSet/>
      <dgm:spPr/>
      <dgm:t>
        <a:bodyPr/>
        <a:lstStyle/>
        <a:p>
          <a:endParaRPr lang="uk-UA"/>
        </a:p>
      </dgm:t>
    </dgm:pt>
    <dgm:pt modelId="{003AEDA9-34F8-458A-9A6C-B9CEBB2D9E6A}">
      <dgm:prSet/>
      <dgm:spPr/>
      <dgm:t>
        <a:bodyPr/>
        <a:lstStyle/>
        <a:p>
          <a:r>
            <a:rPr lang="uk-UA" b="0" i="0" baseline="0"/>
            <a:t>Був висвячений на єпископа Чернігівського і Новгород-Сіверського. Заснував друкарню в Чернігові. Автор богословських трактатів «Нова міра старої віри», «Меч духовний».</a:t>
          </a:r>
          <a:endParaRPr lang="uk-UA"/>
        </a:p>
      </dgm:t>
    </dgm:pt>
    <dgm:pt modelId="{A747BA06-743E-41EB-BDED-C2C28484C7C8}" type="parTrans" cxnId="{63F19707-4571-4755-ABAA-269592B4CF8F}">
      <dgm:prSet/>
      <dgm:spPr/>
      <dgm:t>
        <a:bodyPr/>
        <a:lstStyle/>
        <a:p>
          <a:endParaRPr lang="uk-UA"/>
        </a:p>
      </dgm:t>
    </dgm:pt>
    <dgm:pt modelId="{7227856B-BAD3-4F66-B984-0F062F32984D}" type="sibTrans" cxnId="{63F19707-4571-4755-ABAA-269592B4CF8F}">
      <dgm:prSet/>
      <dgm:spPr/>
      <dgm:t>
        <a:bodyPr/>
        <a:lstStyle/>
        <a:p>
          <a:endParaRPr lang="uk-UA"/>
        </a:p>
      </dgm:t>
    </dgm:pt>
    <dgm:pt modelId="{1D517ED6-BD3F-4C31-8ABA-4D5FEA74B7CF}">
      <dgm:prSet/>
      <dgm:spPr/>
      <dgm:t>
        <a:bodyPr/>
        <a:lstStyle/>
        <a:p>
          <a:r>
            <a:rPr lang="uk-UA" b="0" i="0" baseline="0" dirty="0"/>
            <a:t>Освіту здобув у Чернігівському колегіумі, у якому працював викладачем. Автор ілюстрацій і гравюр до книг Д. Туптала, С. Яворського, П. Орлика та ін.</a:t>
          </a:r>
          <a:endParaRPr lang="uk-UA" dirty="0"/>
        </a:p>
      </dgm:t>
    </dgm:pt>
    <dgm:pt modelId="{7FF4DE99-0A3C-4430-8E0C-4CB819F8AE52}" type="parTrans" cxnId="{3E80D52F-F0C9-4561-9483-4C8D7CB240BE}">
      <dgm:prSet/>
      <dgm:spPr/>
      <dgm:t>
        <a:bodyPr/>
        <a:lstStyle/>
        <a:p>
          <a:endParaRPr lang="uk-UA"/>
        </a:p>
      </dgm:t>
    </dgm:pt>
    <dgm:pt modelId="{1E3628DA-D35C-40CD-AA5F-E9D4C73EF679}" type="sibTrans" cxnId="{3E80D52F-F0C9-4561-9483-4C8D7CB240BE}">
      <dgm:prSet/>
      <dgm:spPr/>
      <dgm:t>
        <a:bodyPr/>
        <a:lstStyle/>
        <a:p>
          <a:endParaRPr lang="uk-UA"/>
        </a:p>
      </dgm:t>
    </dgm:pt>
    <dgm:pt modelId="{A557A29F-9E81-4798-ACC0-C026EE7333A1}" type="pres">
      <dgm:prSet presAssocID="{8684DEF1-5C61-43A0-A88C-ED09C450B9BC}" presName="linear" presStyleCnt="0">
        <dgm:presLayoutVars>
          <dgm:animLvl val="lvl"/>
          <dgm:resizeHandles val="exact"/>
        </dgm:presLayoutVars>
      </dgm:prSet>
      <dgm:spPr/>
    </dgm:pt>
    <dgm:pt modelId="{1AADB280-B6A6-4173-B572-4EAC4E389BEA}" type="pres">
      <dgm:prSet presAssocID="{51F0788C-C6A7-4FB7-A7B9-8649CC2383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F034F1C-D493-408E-A12D-232A36F9CC24}" type="pres">
      <dgm:prSet presAssocID="{0D8D9D24-E35A-4A71-871E-C1BD2795454F}" presName="spacer" presStyleCnt="0"/>
      <dgm:spPr/>
    </dgm:pt>
    <dgm:pt modelId="{43942345-1CD5-4D0D-A383-C8BD5C63B7B9}" type="pres">
      <dgm:prSet presAssocID="{1084F0C9-0100-42B3-8A74-5B44DA737B4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607D87F-2926-470F-977B-BA6BC29A0DD3}" type="pres">
      <dgm:prSet presAssocID="{C6CA1D6E-A4B7-4D43-A4BC-DA023EC3D0D7}" presName="spacer" presStyleCnt="0"/>
      <dgm:spPr/>
    </dgm:pt>
    <dgm:pt modelId="{F842AA1E-3537-4D0F-9D52-A6027484527B}" type="pres">
      <dgm:prSet presAssocID="{9907FEC5-B7A1-4804-8664-FC20169C61F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7984C3B-6693-419B-9206-CED38CB91B02}" type="pres">
      <dgm:prSet presAssocID="{0227F6E0-44F7-4656-B9FC-B21CAA833344}" presName="spacer" presStyleCnt="0"/>
      <dgm:spPr/>
    </dgm:pt>
    <dgm:pt modelId="{D907647B-C04D-4A90-AF94-1819D75B9D1C}" type="pres">
      <dgm:prSet presAssocID="{003AEDA9-34F8-458A-9A6C-B9CEBB2D9E6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7ECA51D-F59A-4209-8809-8568701C43E8}" type="pres">
      <dgm:prSet presAssocID="{7227856B-BAD3-4F66-B984-0F062F32984D}" presName="spacer" presStyleCnt="0"/>
      <dgm:spPr/>
    </dgm:pt>
    <dgm:pt modelId="{CEAA0760-1149-4F94-8031-81E4D20CBEA2}" type="pres">
      <dgm:prSet presAssocID="{1D517ED6-BD3F-4C31-8ABA-4D5FEA74B7C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3F19707-4571-4755-ABAA-269592B4CF8F}" srcId="{8684DEF1-5C61-43A0-A88C-ED09C450B9BC}" destId="{003AEDA9-34F8-458A-9A6C-B9CEBB2D9E6A}" srcOrd="3" destOrd="0" parTransId="{A747BA06-743E-41EB-BDED-C2C28484C7C8}" sibTransId="{7227856B-BAD3-4F66-B984-0F062F32984D}"/>
    <dgm:cxn modelId="{3E80D52F-F0C9-4561-9483-4C8D7CB240BE}" srcId="{8684DEF1-5C61-43A0-A88C-ED09C450B9BC}" destId="{1D517ED6-BD3F-4C31-8ABA-4D5FEA74B7CF}" srcOrd="4" destOrd="0" parTransId="{7FF4DE99-0A3C-4430-8E0C-4CB819F8AE52}" sibTransId="{1E3628DA-D35C-40CD-AA5F-E9D4C73EF679}"/>
    <dgm:cxn modelId="{B750B13B-C3F8-4F7F-8B0A-3741000A678E}" type="presOf" srcId="{9907FEC5-B7A1-4804-8664-FC20169C61F2}" destId="{F842AA1E-3537-4D0F-9D52-A6027484527B}" srcOrd="0" destOrd="0" presId="urn:microsoft.com/office/officeart/2005/8/layout/vList2"/>
    <dgm:cxn modelId="{61FCCD65-04AB-4D0B-9E5B-8D528A0D8676}" srcId="{8684DEF1-5C61-43A0-A88C-ED09C450B9BC}" destId="{1084F0C9-0100-42B3-8A74-5B44DA737B4C}" srcOrd="1" destOrd="0" parTransId="{9E5E5D8E-241A-4898-A6D0-DFC611A32842}" sibTransId="{C6CA1D6E-A4B7-4D43-A4BC-DA023EC3D0D7}"/>
    <dgm:cxn modelId="{7482B151-9BDC-4A41-A93B-EDA731220264}" srcId="{8684DEF1-5C61-43A0-A88C-ED09C450B9BC}" destId="{9907FEC5-B7A1-4804-8664-FC20169C61F2}" srcOrd="2" destOrd="0" parTransId="{A5C933B3-9D95-4619-BA1F-DCE01E5DEEBE}" sibTransId="{0227F6E0-44F7-4656-B9FC-B21CAA833344}"/>
    <dgm:cxn modelId="{18C25187-BEAD-4F82-B524-4236EFC7CD62}" type="presOf" srcId="{1D517ED6-BD3F-4C31-8ABA-4D5FEA74B7CF}" destId="{CEAA0760-1149-4F94-8031-81E4D20CBEA2}" srcOrd="0" destOrd="0" presId="urn:microsoft.com/office/officeart/2005/8/layout/vList2"/>
    <dgm:cxn modelId="{091D9F97-4CBC-4185-9D08-F5C7C5105659}" type="presOf" srcId="{8684DEF1-5C61-43A0-A88C-ED09C450B9BC}" destId="{A557A29F-9E81-4798-ACC0-C026EE7333A1}" srcOrd="0" destOrd="0" presId="urn:microsoft.com/office/officeart/2005/8/layout/vList2"/>
    <dgm:cxn modelId="{F15002D6-DD71-4524-81BD-C717C2A1C4B4}" type="presOf" srcId="{1084F0C9-0100-42B3-8A74-5B44DA737B4C}" destId="{43942345-1CD5-4D0D-A383-C8BD5C63B7B9}" srcOrd="0" destOrd="0" presId="urn:microsoft.com/office/officeart/2005/8/layout/vList2"/>
    <dgm:cxn modelId="{AFC2E8E6-5A24-4F01-BB9A-885D43B5A17A}" type="presOf" srcId="{51F0788C-C6A7-4FB7-A7B9-8649CC238345}" destId="{1AADB280-B6A6-4173-B572-4EAC4E389BEA}" srcOrd="0" destOrd="0" presId="urn:microsoft.com/office/officeart/2005/8/layout/vList2"/>
    <dgm:cxn modelId="{ECEE45F7-14F9-4732-9F31-CC4B86883D9E}" type="presOf" srcId="{003AEDA9-34F8-458A-9A6C-B9CEBB2D9E6A}" destId="{D907647B-C04D-4A90-AF94-1819D75B9D1C}" srcOrd="0" destOrd="0" presId="urn:microsoft.com/office/officeart/2005/8/layout/vList2"/>
    <dgm:cxn modelId="{1127E1FE-BB60-418F-8919-4265B9CE407B}" srcId="{8684DEF1-5C61-43A0-A88C-ED09C450B9BC}" destId="{51F0788C-C6A7-4FB7-A7B9-8649CC238345}" srcOrd="0" destOrd="0" parTransId="{CA833552-C4C1-4C3F-8095-7EAFC375F65B}" sibTransId="{0D8D9D24-E35A-4A71-871E-C1BD2795454F}"/>
    <dgm:cxn modelId="{B385E27A-D3D1-48DF-9F12-133128F539FE}" type="presParOf" srcId="{A557A29F-9E81-4798-ACC0-C026EE7333A1}" destId="{1AADB280-B6A6-4173-B572-4EAC4E389BEA}" srcOrd="0" destOrd="0" presId="urn:microsoft.com/office/officeart/2005/8/layout/vList2"/>
    <dgm:cxn modelId="{C4D3BF51-F284-4AF3-9A8D-CB3D59FE2636}" type="presParOf" srcId="{A557A29F-9E81-4798-ACC0-C026EE7333A1}" destId="{6F034F1C-D493-408E-A12D-232A36F9CC24}" srcOrd="1" destOrd="0" presId="urn:microsoft.com/office/officeart/2005/8/layout/vList2"/>
    <dgm:cxn modelId="{F64C8442-1635-498B-8731-94CCC7948846}" type="presParOf" srcId="{A557A29F-9E81-4798-ACC0-C026EE7333A1}" destId="{43942345-1CD5-4D0D-A383-C8BD5C63B7B9}" srcOrd="2" destOrd="0" presId="urn:microsoft.com/office/officeart/2005/8/layout/vList2"/>
    <dgm:cxn modelId="{2B3A0928-69E3-41F7-9F81-6D1D6A83C952}" type="presParOf" srcId="{A557A29F-9E81-4798-ACC0-C026EE7333A1}" destId="{A607D87F-2926-470F-977B-BA6BC29A0DD3}" srcOrd="3" destOrd="0" presId="urn:microsoft.com/office/officeart/2005/8/layout/vList2"/>
    <dgm:cxn modelId="{5B23F656-9A1A-40AA-8E69-E4C5B6FFDEC3}" type="presParOf" srcId="{A557A29F-9E81-4798-ACC0-C026EE7333A1}" destId="{F842AA1E-3537-4D0F-9D52-A6027484527B}" srcOrd="4" destOrd="0" presId="urn:microsoft.com/office/officeart/2005/8/layout/vList2"/>
    <dgm:cxn modelId="{D7803764-5AF4-44B5-89CC-EDB97AE1A6BE}" type="presParOf" srcId="{A557A29F-9E81-4798-ACC0-C026EE7333A1}" destId="{27984C3B-6693-419B-9206-CED38CB91B02}" srcOrd="5" destOrd="0" presId="urn:microsoft.com/office/officeart/2005/8/layout/vList2"/>
    <dgm:cxn modelId="{AE916FB8-3F00-492A-B1A1-A4653CC97861}" type="presParOf" srcId="{A557A29F-9E81-4798-ACC0-C026EE7333A1}" destId="{D907647B-C04D-4A90-AF94-1819D75B9D1C}" srcOrd="6" destOrd="0" presId="urn:microsoft.com/office/officeart/2005/8/layout/vList2"/>
    <dgm:cxn modelId="{00702E6A-1BF3-4F4D-A5FE-7FE4B41FFE9E}" type="presParOf" srcId="{A557A29F-9E81-4798-ACC0-C026EE7333A1}" destId="{37ECA51D-F59A-4209-8809-8568701C43E8}" srcOrd="7" destOrd="0" presId="urn:microsoft.com/office/officeart/2005/8/layout/vList2"/>
    <dgm:cxn modelId="{D769C262-656F-4C53-84A5-FF1D08ECBAFE}" type="presParOf" srcId="{A557A29F-9E81-4798-ACC0-C026EE7333A1}" destId="{CEAA0760-1149-4F94-8031-81E4D20CBEA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D57572FC-7A2C-4587-8759-9810AAB86A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77632B-2A27-4005-B9FE-AA3AD3B5A3F5}">
      <dgm:prSet/>
      <dgm:spPr/>
      <dgm:t>
        <a:bodyPr/>
        <a:lstStyle/>
        <a:p>
          <a:r>
            <a:rPr lang="ru-RU" b="0" i="0" baseline="0"/>
            <a:t>похід польських військ на чолі з королем Яном II Казимиром на Лівобережну Україну</a:t>
          </a:r>
          <a:endParaRPr lang="uk-UA"/>
        </a:p>
      </dgm:t>
    </dgm:pt>
    <dgm:pt modelId="{5C30A426-FF6B-408B-9ABC-1A53B84FBAF8}" type="parTrans" cxnId="{14F945F9-A19D-427E-8FCE-A16CC7AED4ED}">
      <dgm:prSet/>
      <dgm:spPr/>
      <dgm:t>
        <a:bodyPr/>
        <a:lstStyle/>
        <a:p>
          <a:endParaRPr lang="uk-UA"/>
        </a:p>
      </dgm:t>
    </dgm:pt>
    <dgm:pt modelId="{9F5953C4-6C9E-4133-ADA4-0AAED0F5D40E}" type="sibTrans" cxnId="{14F945F9-A19D-427E-8FCE-A16CC7AED4ED}">
      <dgm:prSet/>
      <dgm:spPr/>
      <dgm:t>
        <a:bodyPr/>
        <a:lstStyle/>
        <a:p>
          <a:endParaRPr lang="uk-UA"/>
        </a:p>
      </dgm:t>
    </dgm:pt>
    <dgm:pt modelId="{2484D4C7-564D-43D8-B201-DCE834CC8C98}">
      <dgm:prSet/>
      <dgm:spPr/>
      <dgm:t>
        <a:bodyPr/>
        <a:lstStyle/>
        <a:p>
          <a:r>
            <a:rPr lang="ru-RU" b="0" i="0" baseline="0"/>
            <a:t>розгром московських військ під Конотопом</a:t>
          </a:r>
          <a:endParaRPr lang="uk-UA"/>
        </a:p>
      </dgm:t>
    </dgm:pt>
    <dgm:pt modelId="{E50BE14F-0DC7-4252-858C-90C22CA13756}" type="parTrans" cxnId="{5F4996EE-DC61-40A5-AE49-DDD33AADC4AB}">
      <dgm:prSet/>
      <dgm:spPr/>
      <dgm:t>
        <a:bodyPr/>
        <a:lstStyle/>
        <a:p>
          <a:endParaRPr lang="uk-UA"/>
        </a:p>
      </dgm:t>
    </dgm:pt>
    <dgm:pt modelId="{1054282D-A872-42A0-BB68-1270CD65510C}" type="sibTrans" cxnId="{5F4996EE-DC61-40A5-AE49-DDD33AADC4AB}">
      <dgm:prSet/>
      <dgm:spPr/>
      <dgm:t>
        <a:bodyPr/>
        <a:lstStyle/>
        <a:p>
          <a:endParaRPr lang="uk-UA"/>
        </a:p>
      </dgm:t>
    </dgm:pt>
    <dgm:pt modelId="{02996A25-0BC7-4957-8AA3-24BBEB0AF3D4}">
      <dgm:prSet/>
      <dgm:spPr/>
      <dgm:t>
        <a:bodyPr/>
        <a:lstStyle/>
        <a:p>
          <a:r>
            <a:rPr lang="ru-RU" b="0" i="0" baseline="0"/>
            <a:t>Чигиринські походи турецько-татарських військ</a:t>
          </a:r>
          <a:endParaRPr lang="uk-UA"/>
        </a:p>
      </dgm:t>
    </dgm:pt>
    <dgm:pt modelId="{F847DED6-E866-47B6-B9FE-9F2D44EAD69A}" type="parTrans" cxnId="{8C9F43FF-13BD-4180-80F2-843EC600167B}">
      <dgm:prSet/>
      <dgm:spPr/>
      <dgm:t>
        <a:bodyPr/>
        <a:lstStyle/>
        <a:p>
          <a:endParaRPr lang="uk-UA"/>
        </a:p>
      </dgm:t>
    </dgm:pt>
    <dgm:pt modelId="{156FC832-2482-405E-828B-E097CCAFFE00}" type="sibTrans" cxnId="{8C9F43FF-13BD-4180-80F2-843EC600167B}">
      <dgm:prSet/>
      <dgm:spPr/>
      <dgm:t>
        <a:bodyPr/>
        <a:lstStyle/>
        <a:p>
          <a:endParaRPr lang="uk-UA"/>
        </a:p>
      </dgm:t>
    </dgm:pt>
    <dgm:pt modelId="{08301F03-E256-45E2-A274-9309AEFECC58}">
      <dgm:prSet/>
      <dgm:spPr/>
      <dgm:t>
        <a:bodyPr/>
        <a:lstStyle/>
        <a:p>
          <a:r>
            <a:rPr lang="ru-RU" b="0" i="0" baseline="0"/>
            <a:t>придушення повстання під проводом С. Палія</a:t>
          </a:r>
          <a:endParaRPr lang="uk-UA"/>
        </a:p>
      </dgm:t>
    </dgm:pt>
    <dgm:pt modelId="{97887D3B-BCCF-4A08-8321-683F6E9A72E6}" type="parTrans" cxnId="{43BBD229-10B6-4546-B916-B065A66C01B5}">
      <dgm:prSet/>
      <dgm:spPr/>
      <dgm:t>
        <a:bodyPr/>
        <a:lstStyle/>
        <a:p>
          <a:endParaRPr lang="uk-UA"/>
        </a:p>
      </dgm:t>
    </dgm:pt>
    <dgm:pt modelId="{E59561E3-BD71-4A2E-B99C-962DD3B79EB6}" type="sibTrans" cxnId="{43BBD229-10B6-4546-B916-B065A66C01B5}">
      <dgm:prSet/>
      <dgm:spPr/>
      <dgm:t>
        <a:bodyPr/>
        <a:lstStyle/>
        <a:p>
          <a:endParaRPr lang="uk-UA"/>
        </a:p>
      </dgm:t>
    </dgm:pt>
    <dgm:pt modelId="{C8F3327B-FBF6-482A-8F80-AAFA69BA6377}" type="pres">
      <dgm:prSet presAssocID="{D57572FC-7A2C-4587-8759-9810AAB86A66}" presName="linear" presStyleCnt="0">
        <dgm:presLayoutVars>
          <dgm:animLvl val="lvl"/>
          <dgm:resizeHandles val="exact"/>
        </dgm:presLayoutVars>
      </dgm:prSet>
      <dgm:spPr/>
    </dgm:pt>
    <dgm:pt modelId="{76136363-F1E2-46F3-A653-87D60C997C17}" type="pres">
      <dgm:prSet presAssocID="{9C77632B-2A27-4005-B9FE-AA3AD3B5A3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DCFAF4-AD5A-475B-BD97-7D6E11956F3B}" type="pres">
      <dgm:prSet presAssocID="{9F5953C4-6C9E-4133-ADA4-0AAED0F5D40E}" presName="spacer" presStyleCnt="0"/>
      <dgm:spPr/>
    </dgm:pt>
    <dgm:pt modelId="{5D055D54-CBC0-4E0B-B67E-D98B179D0126}" type="pres">
      <dgm:prSet presAssocID="{2484D4C7-564D-43D8-B201-DCE834CC8C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013512E-8D32-48C2-860B-339B0E7B127C}" type="pres">
      <dgm:prSet presAssocID="{1054282D-A872-42A0-BB68-1270CD65510C}" presName="spacer" presStyleCnt="0"/>
      <dgm:spPr/>
    </dgm:pt>
    <dgm:pt modelId="{759E1AB6-492E-4AC1-ADF4-7C90DA1F81DA}" type="pres">
      <dgm:prSet presAssocID="{02996A25-0BC7-4957-8AA3-24BBEB0AF3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2FDE91-E3C2-4CB1-B5A4-45009A9C9113}" type="pres">
      <dgm:prSet presAssocID="{156FC832-2482-405E-828B-E097CCAFFE00}" presName="spacer" presStyleCnt="0"/>
      <dgm:spPr/>
    </dgm:pt>
    <dgm:pt modelId="{E9248AA9-CAFD-4232-8C8C-E2F8CA6BA574}" type="pres">
      <dgm:prSet presAssocID="{08301F03-E256-45E2-A274-9309AEFECC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3BBD229-10B6-4546-B916-B065A66C01B5}" srcId="{D57572FC-7A2C-4587-8759-9810AAB86A66}" destId="{08301F03-E256-45E2-A274-9309AEFECC58}" srcOrd="3" destOrd="0" parTransId="{97887D3B-BCCF-4A08-8321-683F6E9A72E6}" sibTransId="{E59561E3-BD71-4A2E-B99C-962DD3B79EB6}"/>
    <dgm:cxn modelId="{9B807D30-98E8-4C87-959E-58ADDEB1186B}" type="presOf" srcId="{9C77632B-2A27-4005-B9FE-AA3AD3B5A3F5}" destId="{76136363-F1E2-46F3-A653-87D60C997C17}" srcOrd="0" destOrd="0" presId="urn:microsoft.com/office/officeart/2005/8/layout/vList2"/>
    <dgm:cxn modelId="{38A00E42-C112-457C-A9D0-60597BBADB2A}" type="presOf" srcId="{2484D4C7-564D-43D8-B201-DCE834CC8C98}" destId="{5D055D54-CBC0-4E0B-B67E-D98B179D0126}" srcOrd="0" destOrd="0" presId="urn:microsoft.com/office/officeart/2005/8/layout/vList2"/>
    <dgm:cxn modelId="{7D1D106E-B130-4B2C-A58A-AEF1B4B8EBFD}" type="presOf" srcId="{02996A25-0BC7-4957-8AA3-24BBEB0AF3D4}" destId="{759E1AB6-492E-4AC1-ADF4-7C90DA1F81DA}" srcOrd="0" destOrd="0" presId="urn:microsoft.com/office/officeart/2005/8/layout/vList2"/>
    <dgm:cxn modelId="{B89966CC-3908-45D6-866D-1D5EF31D6A5C}" type="presOf" srcId="{08301F03-E256-45E2-A274-9309AEFECC58}" destId="{E9248AA9-CAFD-4232-8C8C-E2F8CA6BA574}" srcOrd="0" destOrd="0" presId="urn:microsoft.com/office/officeart/2005/8/layout/vList2"/>
    <dgm:cxn modelId="{BE07BCD4-583F-439A-8E31-F816BE38A8EF}" type="presOf" srcId="{D57572FC-7A2C-4587-8759-9810AAB86A66}" destId="{C8F3327B-FBF6-482A-8F80-AAFA69BA6377}" srcOrd="0" destOrd="0" presId="urn:microsoft.com/office/officeart/2005/8/layout/vList2"/>
    <dgm:cxn modelId="{5F4996EE-DC61-40A5-AE49-DDD33AADC4AB}" srcId="{D57572FC-7A2C-4587-8759-9810AAB86A66}" destId="{2484D4C7-564D-43D8-B201-DCE834CC8C98}" srcOrd="1" destOrd="0" parTransId="{E50BE14F-0DC7-4252-858C-90C22CA13756}" sibTransId="{1054282D-A872-42A0-BB68-1270CD65510C}"/>
    <dgm:cxn modelId="{14F945F9-A19D-427E-8FCE-A16CC7AED4ED}" srcId="{D57572FC-7A2C-4587-8759-9810AAB86A66}" destId="{9C77632B-2A27-4005-B9FE-AA3AD3B5A3F5}" srcOrd="0" destOrd="0" parTransId="{5C30A426-FF6B-408B-9ABC-1A53B84FBAF8}" sibTransId="{9F5953C4-6C9E-4133-ADA4-0AAED0F5D40E}"/>
    <dgm:cxn modelId="{8C9F43FF-13BD-4180-80F2-843EC600167B}" srcId="{D57572FC-7A2C-4587-8759-9810AAB86A66}" destId="{02996A25-0BC7-4957-8AA3-24BBEB0AF3D4}" srcOrd="2" destOrd="0" parTransId="{F847DED6-E866-47B6-B9FE-9F2D44EAD69A}" sibTransId="{156FC832-2482-405E-828B-E097CCAFFE00}"/>
    <dgm:cxn modelId="{F2E8F541-4C8C-4E03-8616-465C97BB6948}" type="presParOf" srcId="{C8F3327B-FBF6-482A-8F80-AAFA69BA6377}" destId="{76136363-F1E2-46F3-A653-87D60C997C17}" srcOrd="0" destOrd="0" presId="urn:microsoft.com/office/officeart/2005/8/layout/vList2"/>
    <dgm:cxn modelId="{FF92E685-FEBF-40D8-BC40-40B4EE9B7930}" type="presParOf" srcId="{C8F3327B-FBF6-482A-8F80-AAFA69BA6377}" destId="{6BDCFAF4-AD5A-475B-BD97-7D6E11956F3B}" srcOrd="1" destOrd="0" presId="urn:microsoft.com/office/officeart/2005/8/layout/vList2"/>
    <dgm:cxn modelId="{E263409E-30B6-4039-802D-B09C90824F27}" type="presParOf" srcId="{C8F3327B-FBF6-482A-8F80-AAFA69BA6377}" destId="{5D055D54-CBC0-4E0B-B67E-D98B179D0126}" srcOrd="2" destOrd="0" presId="urn:microsoft.com/office/officeart/2005/8/layout/vList2"/>
    <dgm:cxn modelId="{2EA54892-2ADB-4175-BB4A-B5F5A58656FC}" type="presParOf" srcId="{C8F3327B-FBF6-482A-8F80-AAFA69BA6377}" destId="{D013512E-8D32-48C2-860B-339B0E7B127C}" srcOrd="3" destOrd="0" presId="urn:microsoft.com/office/officeart/2005/8/layout/vList2"/>
    <dgm:cxn modelId="{EFD750A1-D2B2-4349-8EBD-D2FEE34F6F79}" type="presParOf" srcId="{C8F3327B-FBF6-482A-8F80-AAFA69BA6377}" destId="{759E1AB6-492E-4AC1-ADF4-7C90DA1F81DA}" srcOrd="4" destOrd="0" presId="urn:microsoft.com/office/officeart/2005/8/layout/vList2"/>
    <dgm:cxn modelId="{EE18C7A1-3965-4792-B9A9-1D01B1037A2B}" type="presParOf" srcId="{C8F3327B-FBF6-482A-8F80-AAFA69BA6377}" destId="{282FDE91-E3C2-4CB1-B5A4-45009A9C9113}" srcOrd="5" destOrd="0" presId="urn:microsoft.com/office/officeart/2005/8/layout/vList2"/>
    <dgm:cxn modelId="{2582BF60-1ABD-4066-84D4-B38C285C79CF}" type="presParOf" srcId="{C8F3327B-FBF6-482A-8F80-AAFA69BA6377}" destId="{E9248AA9-CAFD-4232-8C8C-E2F8CA6BA57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A89DD19-953A-497B-9BA5-68CCB688B4C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7DA0D1-1623-4792-8582-089099357853}">
      <dgm:prSet/>
      <dgm:spPr/>
      <dgm:t>
        <a:bodyPr/>
        <a:lstStyle/>
        <a:p>
          <a:r>
            <a:rPr lang="ru-RU" b="0" i="0" baseline="0"/>
            <a:t>М. Петрахнович</a:t>
          </a:r>
          <a:endParaRPr lang="uk-UA"/>
        </a:p>
      </dgm:t>
    </dgm:pt>
    <dgm:pt modelId="{82C2DE2E-1C90-45C8-934C-B733CB6EA494}" type="parTrans" cxnId="{A8F28C39-6E1C-4008-B136-13CCA543C7B2}">
      <dgm:prSet/>
      <dgm:spPr/>
      <dgm:t>
        <a:bodyPr/>
        <a:lstStyle/>
        <a:p>
          <a:endParaRPr lang="uk-UA"/>
        </a:p>
      </dgm:t>
    </dgm:pt>
    <dgm:pt modelId="{C2785C9A-538A-439A-BA6F-2D927BDADB96}" type="sibTrans" cxnId="{A8F28C39-6E1C-4008-B136-13CCA543C7B2}">
      <dgm:prSet/>
      <dgm:spPr/>
      <dgm:t>
        <a:bodyPr/>
        <a:lstStyle/>
        <a:p>
          <a:endParaRPr lang="uk-UA"/>
        </a:p>
      </dgm:t>
    </dgm:pt>
    <dgm:pt modelId="{1ED85214-6192-47BB-880D-99775CE884C8}">
      <dgm:prSet/>
      <dgm:spPr/>
      <dgm:t>
        <a:bodyPr/>
        <a:lstStyle/>
        <a:p>
          <a:r>
            <a:rPr lang="ru-RU" b="0" i="0" baseline="0"/>
            <a:t>І. Руткович</a:t>
          </a:r>
          <a:endParaRPr lang="uk-UA"/>
        </a:p>
      </dgm:t>
    </dgm:pt>
    <dgm:pt modelId="{B2AFC630-0239-44AA-BF3F-65A84FC34E95}" type="parTrans" cxnId="{1FEFD679-BFCC-4145-A5AB-AB1772C00F5C}">
      <dgm:prSet/>
      <dgm:spPr/>
      <dgm:t>
        <a:bodyPr/>
        <a:lstStyle/>
        <a:p>
          <a:endParaRPr lang="uk-UA"/>
        </a:p>
      </dgm:t>
    </dgm:pt>
    <dgm:pt modelId="{5280200C-3F13-4B2B-B9DA-29BB1E81E702}" type="sibTrans" cxnId="{1FEFD679-BFCC-4145-A5AB-AB1772C00F5C}">
      <dgm:prSet/>
      <dgm:spPr/>
      <dgm:t>
        <a:bodyPr/>
        <a:lstStyle/>
        <a:p>
          <a:endParaRPr lang="uk-UA"/>
        </a:p>
      </dgm:t>
    </dgm:pt>
    <dgm:pt modelId="{40A81019-E154-4D35-821C-93E373061C9F}">
      <dgm:prSet/>
      <dgm:spPr/>
      <dgm:t>
        <a:bodyPr/>
        <a:lstStyle/>
        <a:p>
          <a:r>
            <a:rPr lang="ru-RU" b="0" i="0" baseline="0"/>
            <a:t>Й. Кондзелевич</a:t>
          </a:r>
          <a:endParaRPr lang="uk-UA"/>
        </a:p>
      </dgm:t>
    </dgm:pt>
    <dgm:pt modelId="{BB3D7161-B2F5-4672-A2A7-5F1C1EE63387}" type="parTrans" cxnId="{514A3B91-1071-469B-B02F-B1EC10D7885E}">
      <dgm:prSet/>
      <dgm:spPr/>
      <dgm:t>
        <a:bodyPr/>
        <a:lstStyle/>
        <a:p>
          <a:endParaRPr lang="uk-UA"/>
        </a:p>
      </dgm:t>
    </dgm:pt>
    <dgm:pt modelId="{CED9E92B-1233-42E7-80B8-77A1DE0BA558}" type="sibTrans" cxnId="{514A3B91-1071-469B-B02F-B1EC10D7885E}">
      <dgm:prSet/>
      <dgm:spPr/>
      <dgm:t>
        <a:bodyPr/>
        <a:lstStyle/>
        <a:p>
          <a:endParaRPr lang="uk-UA"/>
        </a:p>
      </dgm:t>
    </dgm:pt>
    <dgm:pt modelId="{21A09714-CE69-4EED-933A-2A1C01C0D61F}">
      <dgm:prSet/>
      <dgm:spPr/>
      <dgm:t>
        <a:bodyPr/>
        <a:lstStyle/>
        <a:p>
          <a:r>
            <a:rPr lang="ru-RU" b="0" i="0" baseline="0"/>
            <a:t>О. Горошкович</a:t>
          </a:r>
          <a:endParaRPr lang="uk-UA"/>
        </a:p>
      </dgm:t>
    </dgm:pt>
    <dgm:pt modelId="{2DD59FE2-ECB1-4A42-B82B-E5698A70358C}" type="parTrans" cxnId="{A2D10731-590D-41BC-BE50-237D1F50D7DD}">
      <dgm:prSet/>
      <dgm:spPr/>
      <dgm:t>
        <a:bodyPr/>
        <a:lstStyle/>
        <a:p>
          <a:endParaRPr lang="uk-UA"/>
        </a:p>
      </dgm:t>
    </dgm:pt>
    <dgm:pt modelId="{832D0D83-6F3E-40EF-B21D-663E3ADA36B9}" type="sibTrans" cxnId="{A2D10731-590D-41BC-BE50-237D1F50D7DD}">
      <dgm:prSet/>
      <dgm:spPr/>
      <dgm:t>
        <a:bodyPr/>
        <a:lstStyle/>
        <a:p>
          <a:endParaRPr lang="uk-UA"/>
        </a:p>
      </dgm:t>
    </dgm:pt>
    <dgm:pt modelId="{6DF7F45C-556D-4C08-8351-36231A5A570F}" type="pres">
      <dgm:prSet presAssocID="{1A89DD19-953A-497B-9BA5-68CCB688B4CB}" presName="matrix" presStyleCnt="0">
        <dgm:presLayoutVars>
          <dgm:chMax val="1"/>
          <dgm:dir/>
          <dgm:resizeHandles val="exact"/>
        </dgm:presLayoutVars>
      </dgm:prSet>
      <dgm:spPr/>
    </dgm:pt>
    <dgm:pt modelId="{D8CB08F7-CA21-4D37-B1E1-D65700E95F47}" type="pres">
      <dgm:prSet presAssocID="{1A89DD19-953A-497B-9BA5-68CCB688B4CB}" presName="diamond" presStyleLbl="bgShp" presStyleIdx="0" presStyleCnt="1"/>
      <dgm:spPr/>
    </dgm:pt>
    <dgm:pt modelId="{363A58D8-1F47-41C8-908A-0FC08B2EB18E}" type="pres">
      <dgm:prSet presAssocID="{1A89DD19-953A-497B-9BA5-68CCB688B4C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92164F-AE8E-4591-B454-37D78ED710DB}" type="pres">
      <dgm:prSet presAssocID="{1A89DD19-953A-497B-9BA5-68CCB688B4C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151F89C-AC67-47F4-A53B-61DE7F84E6C9}" type="pres">
      <dgm:prSet presAssocID="{1A89DD19-953A-497B-9BA5-68CCB688B4C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18A6BFB-3025-4C9C-B801-A5A15966F1C0}" type="pres">
      <dgm:prSet presAssocID="{1A89DD19-953A-497B-9BA5-68CCB688B4C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3250416-36FF-402B-83B0-20541F080871}" type="presOf" srcId="{40A81019-E154-4D35-821C-93E373061C9F}" destId="{5151F89C-AC67-47F4-A53B-61DE7F84E6C9}" srcOrd="0" destOrd="0" presId="urn:microsoft.com/office/officeart/2005/8/layout/matrix3"/>
    <dgm:cxn modelId="{A2D10731-590D-41BC-BE50-237D1F50D7DD}" srcId="{1A89DD19-953A-497B-9BA5-68CCB688B4CB}" destId="{21A09714-CE69-4EED-933A-2A1C01C0D61F}" srcOrd="3" destOrd="0" parTransId="{2DD59FE2-ECB1-4A42-B82B-E5698A70358C}" sibTransId="{832D0D83-6F3E-40EF-B21D-663E3ADA36B9}"/>
    <dgm:cxn modelId="{C7C5A533-BB86-45F6-8EE7-CC120D18628C}" type="presOf" srcId="{1A89DD19-953A-497B-9BA5-68CCB688B4CB}" destId="{6DF7F45C-556D-4C08-8351-36231A5A570F}" srcOrd="0" destOrd="0" presId="urn:microsoft.com/office/officeart/2005/8/layout/matrix3"/>
    <dgm:cxn modelId="{A8F28C39-6E1C-4008-B136-13CCA543C7B2}" srcId="{1A89DD19-953A-497B-9BA5-68CCB688B4CB}" destId="{6D7DA0D1-1623-4792-8582-089099357853}" srcOrd="0" destOrd="0" parTransId="{82C2DE2E-1C90-45C8-934C-B733CB6EA494}" sibTransId="{C2785C9A-538A-439A-BA6F-2D927BDADB96}"/>
    <dgm:cxn modelId="{1FEFD679-BFCC-4145-A5AB-AB1772C00F5C}" srcId="{1A89DD19-953A-497B-9BA5-68CCB688B4CB}" destId="{1ED85214-6192-47BB-880D-99775CE884C8}" srcOrd="1" destOrd="0" parTransId="{B2AFC630-0239-44AA-BF3F-65A84FC34E95}" sibTransId="{5280200C-3F13-4B2B-B9DA-29BB1E81E702}"/>
    <dgm:cxn modelId="{CD193488-8CF8-4BFC-BF66-8C6349F53E8C}" type="presOf" srcId="{21A09714-CE69-4EED-933A-2A1C01C0D61F}" destId="{718A6BFB-3025-4C9C-B801-A5A15966F1C0}" srcOrd="0" destOrd="0" presId="urn:microsoft.com/office/officeart/2005/8/layout/matrix3"/>
    <dgm:cxn modelId="{885D1990-4887-4575-8B1D-DA2EE0E795E8}" type="presOf" srcId="{6D7DA0D1-1623-4792-8582-089099357853}" destId="{363A58D8-1F47-41C8-908A-0FC08B2EB18E}" srcOrd="0" destOrd="0" presId="urn:microsoft.com/office/officeart/2005/8/layout/matrix3"/>
    <dgm:cxn modelId="{514A3B91-1071-469B-B02F-B1EC10D7885E}" srcId="{1A89DD19-953A-497B-9BA5-68CCB688B4CB}" destId="{40A81019-E154-4D35-821C-93E373061C9F}" srcOrd="2" destOrd="0" parTransId="{BB3D7161-B2F5-4672-A2A7-5F1C1EE63387}" sibTransId="{CED9E92B-1233-42E7-80B8-77A1DE0BA558}"/>
    <dgm:cxn modelId="{74706E93-693F-4D82-B8EF-4C625DDA7AD3}" type="presOf" srcId="{1ED85214-6192-47BB-880D-99775CE884C8}" destId="{CE92164F-AE8E-4591-B454-37D78ED710DB}" srcOrd="0" destOrd="0" presId="urn:microsoft.com/office/officeart/2005/8/layout/matrix3"/>
    <dgm:cxn modelId="{B5465730-2FEE-4DD8-8F8B-D940660EA8AD}" type="presParOf" srcId="{6DF7F45C-556D-4C08-8351-36231A5A570F}" destId="{D8CB08F7-CA21-4D37-B1E1-D65700E95F47}" srcOrd="0" destOrd="0" presId="urn:microsoft.com/office/officeart/2005/8/layout/matrix3"/>
    <dgm:cxn modelId="{C849B7C2-3779-4DEE-93FD-1681B1EF9D77}" type="presParOf" srcId="{6DF7F45C-556D-4C08-8351-36231A5A570F}" destId="{363A58D8-1F47-41C8-908A-0FC08B2EB18E}" srcOrd="1" destOrd="0" presId="urn:microsoft.com/office/officeart/2005/8/layout/matrix3"/>
    <dgm:cxn modelId="{19A294C4-4E43-4E98-91FB-B951187AAD38}" type="presParOf" srcId="{6DF7F45C-556D-4C08-8351-36231A5A570F}" destId="{CE92164F-AE8E-4591-B454-37D78ED710DB}" srcOrd="2" destOrd="0" presId="urn:microsoft.com/office/officeart/2005/8/layout/matrix3"/>
    <dgm:cxn modelId="{ECB3D93E-122A-46ED-88D3-0474298318FB}" type="presParOf" srcId="{6DF7F45C-556D-4C08-8351-36231A5A570F}" destId="{5151F89C-AC67-47F4-A53B-61DE7F84E6C9}" srcOrd="3" destOrd="0" presId="urn:microsoft.com/office/officeart/2005/8/layout/matrix3"/>
    <dgm:cxn modelId="{835D2F92-BB74-4AE9-9431-1F850EDED332}" type="presParOf" srcId="{6DF7F45C-556D-4C08-8351-36231A5A570F}" destId="{718A6BFB-3025-4C9C-B801-A5A15966F1C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C59817A0-5395-49E9-86D5-538E2EC08A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CC8E58-5D5A-4229-B18D-610BE7C56DBF}">
      <dgm:prSet/>
      <dgm:spPr/>
      <dgm:t>
        <a:bodyPr/>
        <a:lstStyle/>
        <a:p>
          <a:r>
            <a:rPr lang="uk-UA" b="0" i="0" baseline="0"/>
            <a:t>бароко</a:t>
          </a:r>
          <a:endParaRPr lang="uk-UA"/>
        </a:p>
      </dgm:t>
    </dgm:pt>
    <dgm:pt modelId="{A98C1FA4-595E-470A-B6D2-4176E7FBC00C}" type="parTrans" cxnId="{145802B7-5C81-41C8-B905-AA3BFB9AB414}">
      <dgm:prSet/>
      <dgm:spPr/>
      <dgm:t>
        <a:bodyPr/>
        <a:lstStyle/>
        <a:p>
          <a:endParaRPr lang="uk-UA"/>
        </a:p>
      </dgm:t>
    </dgm:pt>
    <dgm:pt modelId="{ED4F66C0-01F1-4691-B2CC-55FBA41BAC5D}" type="sibTrans" cxnId="{145802B7-5C81-41C8-B905-AA3BFB9AB414}">
      <dgm:prSet/>
      <dgm:spPr/>
      <dgm:t>
        <a:bodyPr/>
        <a:lstStyle/>
        <a:p>
          <a:endParaRPr lang="uk-UA"/>
        </a:p>
      </dgm:t>
    </dgm:pt>
    <dgm:pt modelId="{DEC904CE-376C-4A8B-82CB-1FD6A976E37B}">
      <dgm:prSet/>
      <dgm:spPr/>
      <dgm:t>
        <a:bodyPr/>
        <a:lstStyle/>
        <a:p>
          <a:r>
            <a:rPr lang="uk-UA" b="0" i="0" baseline="0"/>
            <a:t>реалізму</a:t>
          </a:r>
          <a:endParaRPr lang="uk-UA"/>
        </a:p>
      </dgm:t>
    </dgm:pt>
    <dgm:pt modelId="{B6357F86-C3DF-4128-AC97-CAEAFAD38AC8}" type="parTrans" cxnId="{7788B485-9214-485C-A44F-E178D9BD57FA}">
      <dgm:prSet/>
      <dgm:spPr/>
      <dgm:t>
        <a:bodyPr/>
        <a:lstStyle/>
        <a:p>
          <a:endParaRPr lang="uk-UA"/>
        </a:p>
      </dgm:t>
    </dgm:pt>
    <dgm:pt modelId="{8467B014-B213-463B-93DD-D9AA4D87A4F7}" type="sibTrans" cxnId="{7788B485-9214-485C-A44F-E178D9BD57FA}">
      <dgm:prSet/>
      <dgm:spPr/>
      <dgm:t>
        <a:bodyPr/>
        <a:lstStyle/>
        <a:p>
          <a:endParaRPr lang="uk-UA"/>
        </a:p>
      </dgm:t>
    </dgm:pt>
    <dgm:pt modelId="{72275E00-98DA-4990-8193-9448985242D8}">
      <dgm:prSet/>
      <dgm:spPr/>
      <dgm:t>
        <a:bodyPr/>
        <a:lstStyle/>
        <a:p>
          <a:r>
            <a:rPr lang="uk-UA" b="0" i="0" baseline="0"/>
            <a:t>класицизму</a:t>
          </a:r>
          <a:endParaRPr lang="uk-UA"/>
        </a:p>
      </dgm:t>
    </dgm:pt>
    <dgm:pt modelId="{A2DA65AC-5751-4F80-9FFD-ED78A0DE3EE2}" type="parTrans" cxnId="{6D188000-C014-4540-9D23-7675F794E336}">
      <dgm:prSet/>
      <dgm:spPr/>
      <dgm:t>
        <a:bodyPr/>
        <a:lstStyle/>
        <a:p>
          <a:endParaRPr lang="uk-UA"/>
        </a:p>
      </dgm:t>
    </dgm:pt>
    <dgm:pt modelId="{39A507BC-2C12-4EB9-A748-C361248ADD4A}" type="sibTrans" cxnId="{6D188000-C014-4540-9D23-7675F794E336}">
      <dgm:prSet/>
      <dgm:spPr/>
      <dgm:t>
        <a:bodyPr/>
        <a:lstStyle/>
        <a:p>
          <a:endParaRPr lang="uk-UA"/>
        </a:p>
      </dgm:t>
    </dgm:pt>
    <dgm:pt modelId="{8955A4CB-38DB-4DA7-9D19-AD35F64AB0BC}">
      <dgm:prSet/>
      <dgm:spPr/>
      <dgm:t>
        <a:bodyPr/>
        <a:lstStyle/>
        <a:p>
          <a:r>
            <a:rPr lang="uk-UA" b="0" i="0" baseline="0"/>
            <a:t>романтизму</a:t>
          </a:r>
          <a:endParaRPr lang="uk-UA"/>
        </a:p>
      </dgm:t>
    </dgm:pt>
    <dgm:pt modelId="{FDB57311-0FD4-42AE-946A-C739ED026B68}" type="parTrans" cxnId="{537C6B46-3766-43BC-9C46-B9E84D3475FA}">
      <dgm:prSet/>
      <dgm:spPr/>
      <dgm:t>
        <a:bodyPr/>
        <a:lstStyle/>
        <a:p>
          <a:endParaRPr lang="uk-UA"/>
        </a:p>
      </dgm:t>
    </dgm:pt>
    <dgm:pt modelId="{8D57EE1E-D335-488D-BCEE-DB14A94FCC29}" type="sibTrans" cxnId="{537C6B46-3766-43BC-9C46-B9E84D3475FA}">
      <dgm:prSet/>
      <dgm:spPr/>
      <dgm:t>
        <a:bodyPr/>
        <a:lstStyle/>
        <a:p>
          <a:endParaRPr lang="uk-UA"/>
        </a:p>
      </dgm:t>
    </dgm:pt>
    <dgm:pt modelId="{8F137C0A-1295-436D-8761-C31670A49BDB}" type="pres">
      <dgm:prSet presAssocID="{C59817A0-5395-49E9-86D5-538E2EC08A5F}" presName="linear" presStyleCnt="0">
        <dgm:presLayoutVars>
          <dgm:animLvl val="lvl"/>
          <dgm:resizeHandles val="exact"/>
        </dgm:presLayoutVars>
      </dgm:prSet>
      <dgm:spPr/>
    </dgm:pt>
    <dgm:pt modelId="{033B9BCD-D909-4512-B495-EFE98F93BE8C}" type="pres">
      <dgm:prSet presAssocID="{3FCC8E58-5D5A-4229-B18D-610BE7C56D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0AC49C-0037-43A3-BC81-C51F35883135}" type="pres">
      <dgm:prSet presAssocID="{ED4F66C0-01F1-4691-B2CC-55FBA41BAC5D}" presName="spacer" presStyleCnt="0"/>
      <dgm:spPr/>
    </dgm:pt>
    <dgm:pt modelId="{D20490DD-C677-4DEA-830B-53EFE6D20BB6}" type="pres">
      <dgm:prSet presAssocID="{DEC904CE-376C-4A8B-82CB-1FD6A976E3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545860-B4F5-4C41-A5B5-499F52CDD19F}" type="pres">
      <dgm:prSet presAssocID="{8467B014-B213-463B-93DD-D9AA4D87A4F7}" presName="spacer" presStyleCnt="0"/>
      <dgm:spPr/>
    </dgm:pt>
    <dgm:pt modelId="{9FAC8EBD-40BB-4F6F-9546-48C9C26DEF20}" type="pres">
      <dgm:prSet presAssocID="{72275E00-98DA-4990-8193-9448985242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E286B5E-9200-4ECA-8B0C-1617777EAD71}" type="pres">
      <dgm:prSet presAssocID="{39A507BC-2C12-4EB9-A748-C361248ADD4A}" presName="spacer" presStyleCnt="0"/>
      <dgm:spPr/>
    </dgm:pt>
    <dgm:pt modelId="{F1CA577C-3744-4A3B-BF57-F6400BA5CF6E}" type="pres">
      <dgm:prSet presAssocID="{8955A4CB-38DB-4DA7-9D19-AD35F64AB0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188000-C014-4540-9D23-7675F794E336}" srcId="{C59817A0-5395-49E9-86D5-538E2EC08A5F}" destId="{72275E00-98DA-4990-8193-9448985242D8}" srcOrd="2" destOrd="0" parTransId="{A2DA65AC-5751-4F80-9FFD-ED78A0DE3EE2}" sibTransId="{39A507BC-2C12-4EB9-A748-C361248ADD4A}"/>
    <dgm:cxn modelId="{F2DD2A1B-025F-4FA6-B4B3-2E2B10737D90}" type="presOf" srcId="{C59817A0-5395-49E9-86D5-538E2EC08A5F}" destId="{8F137C0A-1295-436D-8761-C31670A49BDB}" srcOrd="0" destOrd="0" presId="urn:microsoft.com/office/officeart/2005/8/layout/vList2"/>
    <dgm:cxn modelId="{F5A4E025-3ABA-4A95-9802-009BF302B61A}" type="presOf" srcId="{8955A4CB-38DB-4DA7-9D19-AD35F64AB0BC}" destId="{F1CA577C-3744-4A3B-BF57-F6400BA5CF6E}" srcOrd="0" destOrd="0" presId="urn:microsoft.com/office/officeart/2005/8/layout/vList2"/>
    <dgm:cxn modelId="{537C6B46-3766-43BC-9C46-B9E84D3475FA}" srcId="{C59817A0-5395-49E9-86D5-538E2EC08A5F}" destId="{8955A4CB-38DB-4DA7-9D19-AD35F64AB0BC}" srcOrd="3" destOrd="0" parTransId="{FDB57311-0FD4-42AE-946A-C739ED026B68}" sibTransId="{8D57EE1E-D335-488D-BCEE-DB14A94FCC29}"/>
    <dgm:cxn modelId="{42362B59-D0E4-4780-B3C7-5D1B68D1C0C4}" type="presOf" srcId="{3FCC8E58-5D5A-4229-B18D-610BE7C56DBF}" destId="{033B9BCD-D909-4512-B495-EFE98F93BE8C}" srcOrd="0" destOrd="0" presId="urn:microsoft.com/office/officeart/2005/8/layout/vList2"/>
    <dgm:cxn modelId="{7788B485-9214-485C-A44F-E178D9BD57FA}" srcId="{C59817A0-5395-49E9-86D5-538E2EC08A5F}" destId="{DEC904CE-376C-4A8B-82CB-1FD6A976E37B}" srcOrd="1" destOrd="0" parTransId="{B6357F86-C3DF-4128-AC97-CAEAFAD38AC8}" sibTransId="{8467B014-B213-463B-93DD-D9AA4D87A4F7}"/>
    <dgm:cxn modelId="{E0357E9C-E4F4-4AFC-B8D1-D7F9D674C69B}" type="presOf" srcId="{DEC904CE-376C-4A8B-82CB-1FD6A976E37B}" destId="{D20490DD-C677-4DEA-830B-53EFE6D20BB6}" srcOrd="0" destOrd="0" presId="urn:microsoft.com/office/officeart/2005/8/layout/vList2"/>
    <dgm:cxn modelId="{145802B7-5C81-41C8-B905-AA3BFB9AB414}" srcId="{C59817A0-5395-49E9-86D5-538E2EC08A5F}" destId="{3FCC8E58-5D5A-4229-B18D-610BE7C56DBF}" srcOrd="0" destOrd="0" parTransId="{A98C1FA4-595E-470A-B6D2-4176E7FBC00C}" sibTransId="{ED4F66C0-01F1-4691-B2CC-55FBA41BAC5D}"/>
    <dgm:cxn modelId="{81725EEE-0502-47FB-BE0D-D031742334C1}" type="presOf" srcId="{72275E00-98DA-4990-8193-9448985242D8}" destId="{9FAC8EBD-40BB-4F6F-9546-48C9C26DEF20}" srcOrd="0" destOrd="0" presId="urn:microsoft.com/office/officeart/2005/8/layout/vList2"/>
    <dgm:cxn modelId="{0FA36CD5-09F3-48DC-92D4-89AC5B7AD445}" type="presParOf" srcId="{8F137C0A-1295-436D-8761-C31670A49BDB}" destId="{033B9BCD-D909-4512-B495-EFE98F93BE8C}" srcOrd="0" destOrd="0" presId="urn:microsoft.com/office/officeart/2005/8/layout/vList2"/>
    <dgm:cxn modelId="{A8C01C4E-2ECE-4523-9113-BC68911347F0}" type="presParOf" srcId="{8F137C0A-1295-436D-8761-C31670A49BDB}" destId="{150AC49C-0037-43A3-BC81-C51F35883135}" srcOrd="1" destOrd="0" presId="urn:microsoft.com/office/officeart/2005/8/layout/vList2"/>
    <dgm:cxn modelId="{C5D7CAC7-AADE-4E1E-9556-DD395EC2E724}" type="presParOf" srcId="{8F137C0A-1295-436D-8761-C31670A49BDB}" destId="{D20490DD-C677-4DEA-830B-53EFE6D20BB6}" srcOrd="2" destOrd="0" presId="urn:microsoft.com/office/officeart/2005/8/layout/vList2"/>
    <dgm:cxn modelId="{FD9679C1-77CB-4211-96B6-C2257B0A2EE7}" type="presParOf" srcId="{8F137C0A-1295-436D-8761-C31670A49BDB}" destId="{50545860-B4F5-4C41-A5B5-499F52CDD19F}" srcOrd="3" destOrd="0" presId="urn:microsoft.com/office/officeart/2005/8/layout/vList2"/>
    <dgm:cxn modelId="{D83ECC52-0B97-451E-8906-866DADC170D0}" type="presParOf" srcId="{8F137C0A-1295-436D-8761-C31670A49BDB}" destId="{9FAC8EBD-40BB-4F6F-9546-48C9C26DEF20}" srcOrd="4" destOrd="0" presId="urn:microsoft.com/office/officeart/2005/8/layout/vList2"/>
    <dgm:cxn modelId="{E01B31E3-D7DB-4B46-B66C-FAE3B97BA248}" type="presParOf" srcId="{8F137C0A-1295-436D-8761-C31670A49BDB}" destId="{1E286B5E-9200-4ECA-8B0C-1617777EAD71}" srcOrd="5" destOrd="0" presId="urn:microsoft.com/office/officeart/2005/8/layout/vList2"/>
    <dgm:cxn modelId="{992CA371-0E7D-428A-912D-173F91E230F0}" type="presParOf" srcId="{8F137C0A-1295-436D-8761-C31670A49BDB}" destId="{F1CA577C-3744-4A3B-BF57-F6400BA5CF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20824771-28A0-441C-99B9-7B91A82FCC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D4384E-90F1-49C3-A79F-AF31A2A42C5A}">
      <dgm:prSet/>
      <dgm:spPr/>
      <dgm:t>
        <a:bodyPr/>
        <a:lstStyle/>
        <a:p>
          <a:r>
            <a:rPr lang="ru-RU" b="0" i="0" baseline="0"/>
            <a:t>В. Городецький</a:t>
          </a:r>
          <a:endParaRPr lang="uk-UA"/>
        </a:p>
      </dgm:t>
    </dgm:pt>
    <dgm:pt modelId="{21D998CD-68EF-425F-A9D4-32D206CBD2F7}" type="parTrans" cxnId="{7A2F9C86-0593-4F41-BCD9-C9FAB63FF48C}">
      <dgm:prSet/>
      <dgm:spPr/>
      <dgm:t>
        <a:bodyPr/>
        <a:lstStyle/>
        <a:p>
          <a:endParaRPr lang="uk-UA"/>
        </a:p>
      </dgm:t>
    </dgm:pt>
    <dgm:pt modelId="{08D97F92-E96C-4CB6-A2B5-8C41DC2EF37A}" type="sibTrans" cxnId="{7A2F9C86-0593-4F41-BCD9-C9FAB63FF48C}">
      <dgm:prSet/>
      <dgm:spPr/>
      <dgm:t>
        <a:bodyPr/>
        <a:lstStyle/>
        <a:p>
          <a:endParaRPr lang="uk-UA"/>
        </a:p>
      </dgm:t>
    </dgm:pt>
    <dgm:pt modelId="{3331285A-34C7-49EC-A387-22E59B0E42E5}">
      <dgm:prSet/>
      <dgm:spPr/>
      <dgm:t>
        <a:bodyPr/>
        <a:lstStyle/>
        <a:p>
          <a:r>
            <a:rPr lang="ru-RU" b="0" i="0" baseline="0"/>
            <a:t>М. Микешин</a:t>
          </a:r>
          <a:endParaRPr lang="uk-UA"/>
        </a:p>
      </dgm:t>
    </dgm:pt>
    <dgm:pt modelId="{61F0316B-5E99-42EE-A41D-896A316804B6}" type="parTrans" cxnId="{783A63A0-068F-4B19-876F-945AB4428CFA}">
      <dgm:prSet/>
      <dgm:spPr/>
      <dgm:t>
        <a:bodyPr/>
        <a:lstStyle/>
        <a:p>
          <a:endParaRPr lang="uk-UA"/>
        </a:p>
      </dgm:t>
    </dgm:pt>
    <dgm:pt modelId="{23A46E52-DEAF-41F8-8EF2-E2B10EF48051}" type="sibTrans" cxnId="{783A63A0-068F-4B19-876F-945AB4428CFA}">
      <dgm:prSet/>
      <dgm:spPr/>
      <dgm:t>
        <a:bodyPr/>
        <a:lstStyle/>
        <a:p>
          <a:endParaRPr lang="uk-UA"/>
        </a:p>
      </dgm:t>
    </dgm:pt>
    <dgm:pt modelId="{125357A1-6885-481B-BE29-3616CEDA77BB}">
      <dgm:prSet/>
      <dgm:spPr/>
      <dgm:t>
        <a:bodyPr/>
        <a:lstStyle/>
        <a:p>
          <a:r>
            <a:rPr lang="ru-RU" b="0" i="0" baseline="0"/>
            <a:t>Я. Погребняк</a:t>
          </a:r>
          <a:endParaRPr lang="uk-UA"/>
        </a:p>
      </dgm:t>
    </dgm:pt>
    <dgm:pt modelId="{E2E2CDA1-43AF-4E80-9E6F-071D1D848C72}" type="parTrans" cxnId="{46F1AA7B-356D-46D3-BDC8-0794CDA0C426}">
      <dgm:prSet/>
      <dgm:spPr/>
      <dgm:t>
        <a:bodyPr/>
        <a:lstStyle/>
        <a:p>
          <a:endParaRPr lang="uk-UA"/>
        </a:p>
      </dgm:t>
    </dgm:pt>
    <dgm:pt modelId="{A6EB6321-4E1C-4520-9AC1-406085714091}" type="sibTrans" cxnId="{46F1AA7B-356D-46D3-BDC8-0794CDA0C426}">
      <dgm:prSet/>
      <dgm:spPr/>
      <dgm:t>
        <a:bodyPr/>
        <a:lstStyle/>
        <a:p>
          <a:endParaRPr lang="uk-UA"/>
        </a:p>
      </dgm:t>
    </dgm:pt>
    <dgm:pt modelId="{5AABB8B7-6851-48F4-8494-D4340F5F17BC}">
      <dgm:prSet/>
      <dgm:spPr/>
      <dgm:t>
        <a:bodyPr/>
        <a:lstStyle/>
        <a:p>
          <a:r>
            <a:rPr lang="ru-RU" b="0" i="0" baseline="0"/>
            <a:t>Й. Пінзель</a:t>
          </a:r>
          <a:endParaRPr lang="uk-UA"/>
        </a:p>
      </dgm:t>
    </dgm:pt>
    <dgm:pt modelId="{2D5E3714-9C73-4FA8-A0F1-F37DA9A1E32A}" type="parTrans" cxnId="{BAAAD94F-805C-4F4A-A609-C63D79B8C740}">
      <dgm:prSet/>
      <dgm:spPr/>
      <dgm:t>
        <a:bodyPr/>
        <a:lstStyle/>
        <a:p>
          <a:endParaRPr lang="uk-UA"/>
        </a:p>
      </dgm:t>
    </dgm:pt>
    <dgm:pt modelId="{B1D4F252-9B85-4CEF-B8B9-9ADD1E9D35E9}" type="sibTrans" cxnId="{BAAAD94F-805C-4F4A-A609-C63D79B8C740}">
      <dgm:prSet/>
      <dgm:spPr/>
      <dgm:t>
        <a:bodyPr/>
        <a:lstStyle/>
        <a:p>
          <a:endParaRPr lang="uk-UA"/>
        </a:p>
      </dgm:t>
    </dgm:pt>
    <dgm:pt modelId="{1565A407-4ECC-42C6-A40E-DBEC1A4613D0}" type="pres">
      <dgm:prSet presAssocID="{20824771-28A0-441C-99B9-7B91A82FCCAC}" presName="linear" presStyleCnt="0">
        <dgm:presLayoutVars>
          <dgm:animLvl val="lvl"/>
          <dgm:resizeHandles val="exact"/>
        </dgm:presLayoutVars>
      </dgm:prSet>
      <dgm:spPr/>
    </dgm:pt>
    <dgm:pt modelId="{BD02D69F-6E99-42EA-93AC-814F9A0943B0}" type="pres">
      <dgm:prSet presAssocID="{89D4384E-90F1-49C3-A79F-AF31A2A42C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FF35A3-1106-4F99-9B28-D83E41CE9CFC}" type="pres">
      <dgm:prSet presAssocID="{08D97F92-E96C-4CB6-A2B5-8C41DC2EF37A}" presName="spacer" presStyleCnt="0"/>
      <dgm:spPr/>
    </dgm:pt>
    <dgm:pt modelId="{1B5AF28B-3F84-42F3-811A-614C1E12922F}" type="pres">
      <dgm:prSet presAssocID="{3331285A-34C7-49EC-A387-22E59B0E42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531CFC-DDE9-4745-8A7E-3013AB85588A}" type="pres">
      <dgm:prSet presAssocID="{23A46E52-DEAF-41F8-8EF2-E2B10EF48051}" presName="spacer" presStyleCnt="0"/>
      <dgm:spPr/>
    </dgm:pt>
    <dgm:pt modelId="{452B4C08-DD9A-4E91-977D-B0C56215FC53}" type="pres">
      <dgm:prSet presAssocID="{125357A1-6885-481B-BE29-3616CEDA77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5B0E1D-64E9-4886-831B-68F543E2AE81}" type="pres">
      <dgm:prSet presAssocID="{A6EB6321-4E1C-4520-9AC1-406085714091}" presName="spacer" presStyleCnt="0"/>
      <dgm:spPr/>
    </dgm:pt>
    <dgm:pt modelId="{ECFAA731-3FB9-43D3-9754-80EB90B305DE}" type="pres">
      <dgm:prSet presAssocID="{5AABB8B7-6851-48F4-8494-D4340F5F17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111752E-2F64-40DA-B3FD-EA84D5958EDD}" type="presOf" srcId="{20824771-28A0-441C-99B9-7B91A82FCCAC}" destId="{1565A407-4ECC-42C6-A40E-DBEC1A4613D0}" srcOrd="0" destOrd="0" presId="urn:microsoft.com/office/officeart/2005/8/layout/vList2"/>
    <dgm:cxn modelId="{61BD4E4C-0B61-488F-BEE9-1101C28D0CF2}" type="presOf" srcId="{125357A1-6885-481B-BE29-3616CEDA77BB}" destId="{452B4C08-DD9A-4E91-977D-B0C56215FC53}" srcOrd="0" destOrd="0" presId="urn:microsoft.com/office/officeart/2005/8/layout/vList2"/>
    <dgm:cxn modelId="{BAAAD94F-805C-4F4A-A609-C63D79B8C740}" srcId="{20824771-28A0-441C-99B9-7B91A82FCCAC}" destId="{5AABB8B7-6851-48F4-8494-D4340F5F17BC}" srcOrd="3" destOrd="0" parTransId="{2D5E3714-9C73-4FA8-A0F1-F37DA9A1E32A}" sibTransId="{B1D4F252-9B85-4CEF-B8B9-9ADD1E9D35E9}"/>
    <dgm:cxn modelId="{2A69A850-D38F-4149-B914-C6743819E4AE}" type="presOf" srcId="{89D4384E-90F1-49C3-A79F-AF31A2A42C5A}" destId="{BD02D69F-6E99-42EA-93AC-814F9A0943B0}" srcOrd="0" destOrd="0" presId="urn:microsoft.com/office/officeart/2005/8/layout/vList2"/>
    <dgm:cxn modelId="{46F1AA7B-356D-46D3-BDC8-0794CDA0C426}" srcId="{20824771-28A0-441C-99B9-7B91A82FCCAC}" destId="{125357A1-6885-481B-BE29-3616CEDA77BB}" srcOrd="2" destOrd="0" parTransId="{E2E2CDA1-43AF-4E80-9E6F-071D1D848C72}" sibTransId="{A6EB6321-4E1C-4520-9AC1-406085714091}"/>
    <dgm:cxn modelId="{7A2F9C86-0593-4F41-BCD9-C9FAB63FF48C}" srcId="{20824771-28A0-441C-99B9-7B91A82FCCAC}" destId="{89D4384E-90F1-49C3-A79F-AF31A2A42C5A}" srcOrd="0" destOrd="0" parTransId="{21D998CD-68EF-425F-A9D4-32D206CBD2F7}" sibTransId="{08D97F92-E96C-4CB6-A2B5-8C41DC2EF37A}"/>
    <dgm:cxn modelId="{4F7B4399-D624-4185-9B02-9DBEC5C660E6}" type="presOf" srcId="{3331285A-34C7-49EC-A387-22E59B0E42E5}" destId="{1B5AF28B-3F84-42F3-811A-614C1E12922F}" srcOrd="0" destOrd="0" presId="urn:microsoft.com/office/officeart/2005/8/layout/vList2"/>
    <dgm:cxn modelId="{783A63A0-068F-4B19-876F-945AB4428CFA}" srcId="{20824771-28A0-441C-99B9-7B91A82FCCAC}" destId="{3331285A-34C7-49EC-A387-22E59B0E42E5}" srcOrd="1" destOrd="0" parTransId="{61F0316B-5E99-42EE-A41D-896A316804B6}" sibTransId="{23A46E52-DEAF-41F8-8EF2-E2B10EF48051}"/>
    <dgm:cxn modelId="{202CF6DF-1CCF-47BB-9F43-BD4A8B3D42E2}" type="presOf" srcId="{5AABB8B7-6851-48F4-8494-D4340F5F17BC}" destId="{ECFAA731-3FB9-43D3-9754-80EB90B305DE}" srcOrd="0" destOrd="0" presId="urn:microsoft.com/office/officeart/2005/8/layout/vList2"/>
    <dgm:cxn modelId="{D6C17D0D-8EB1-4092-B3E6-B76E3CF30765}" type="presParOf" srcId="{1565A407-4ECC-42C6-A40E-DBEC1A4613D0}" destId="{BD02D69F-6E99-42EA-93AC-814F9A0943B0}" srcOrd="0" destOrd="0" presId="urn:microsoft.com/office/officeart/2005/8/layout/vList2"/>
    <dgm:cxn modelId="{59B5B63D-B4EE-47A1-992E-9D5BAE12B286}" type="presParOf" srcId="{1565A407-4ECC-42C6-A40E-DBEC1A4613D0}" destId="{0BFF35A3-1106-4F99-9B28-D83E41CE9CFC}" srcOrd="1" destOrd="0" presId="urn:microsoft.com/office/officeart/2005/8/layout/vList2"/>
    <dgm:cxn modelId="{A38D8E2C-56B2-4E1A-8A80-0542ACA0EFC6}" type="presParOf" srcId="{1565A407-4ECC-42C6-A40E-DBEC1A4613D0}" destId="{1B5AF28B-3F84-42F3-811A-614C1E12922F}" srcOrd="2" destOrd="0" presId="urn:microsoft.com/office/officeart/2005/8/layout/vList2"/>
    <dgm:cxn modelId="{FE83821A-1600-40EB-BCCE-9FE9908B9220}" type="presParOf" srcId="{1565A407-4ECC-42C6-A40E-DBEC1A4613D0}" destId="{EB531CFC-DDE9-4745-8A7E-3013AB85588A}" srcOrd="3" destOrd="0" presId="urn:microsoft.com/office/officeart/2005/8/layout/vList2"/>
    <dgm:cxn modelId="{79222347-7D30-44BF-AE7B-407F663010B1}" type="presParOf" srcId="{1565A407-4ECC-42C6-A40E-DBEC1A4613D0}" destId="{452B4C08-DD9A-4E91-977D-B0C56215FC53}" srcOrd="4" destOrd="0" presId="urn:microsoft.com/office/officeart/2005/8/layout/vList2"/>
    <dgm:cxn modelId="{FCFA9F44-CE7F-46B3-9602-821C861037CD}" type="presParOf" srcId="{1565A407-4ECC-42C6-A40E-DBEC1A4613D0}" destId="{475B0E1D-64E9-4886-831B-68F543E2AE81}" srcOrd="5" destOrd="0" presId="urn:microsoft.com/office/officeart/2005/8/layout/vList2"/>
    <dgm:cxn modelId="{1DD6984B-9DCB-4511-9EA3-D9D3247CD2F5}" type="presParOf" srcId="{1565A407-4ECC-42C6-A40E-DBEC1A4613D0}" destId="{ECFAA731-3FB9-43D3-9754-80EB90B305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7A30E3A3-323C-4E53-8511-DCA9991F6A6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AF8C5F-C893-443C-B337-DBDF31F7333C}">
      <dgm:prSet/>
      <dgm:spPr/>
      <dgm:t>
        <a:bodyPr/>
        <a:lstStyle/>
        <a:p>
          <a:r>
            <a:rPr lang="uk-UA" b="0" i="0" baseline="0"/>
            <a:t>Пересопницьке Євангеліє</a:t>
          </a:r>
          <a:endParaRPr lang="uk-UA"/>
        </a:p>
      </dgm:t>
    </dgm:pt>
    <dgm:pt modelId="{146E019B-A8D5-4864-A5A5-23E392A8B855}" type="parTrans" cxnId="{6BE71DBA-6CB8-42A6-A727-E16A310F99BA}">
      <dgm:prSet/>
      <dgm:spPr/>
      <dgm:t>
        <a:bodyPr/>
        <a:lstStyle/>
        <a:p>
          <a:endParaRPr lang="uk-UA"/>
        </a:p>
      </dgm:t>
    </dgm:pt>
    <dgm:pt modelId="{36AA00A6-4CAC-4095-86D4-D530C6761FD1}" type="sibTrans" cxnId="{6BE71DBA-6CB8-42A6-A727-E16A310F99BA}">
      <dgm:prSet/>
      <dgm:spPr/>
      <dgm:t>
        <a:bodyPr/>
        <a:lstStyle/>
        <a:p>
          <a:endParaRPr lang="uk-UA"/>
        </a:p>
      </dgm:t>
    </dgm:pt>
    <dgm:pt modelId="{9BFB09BE-7988-4CEF-A6EB-0AB5EE76311C}">
      <dgm:prSet/>
      <dgm:spPr/>
      <dgm:t>
        <a:bodyPr/>
        <a:lstStyle/>
        <a:p>
          <a:r>
            <a:rPr lang="uk-UA" b="0" i="0" baseline="0"/>
            <a:t>«Повість минулих літ»</a:t>
          </a:r>
          <a:endParaRPr lang="uk-UA"/>
        </a:p>
      </dgm:t>
    </dgm:pt>
    <dgm:pt modelId="{740778A8-0E54-4442-B5D0-393A95498C96}" type="parTrans" cxnId="{0AC444CA-EFA9-4A02-9E03-7ACA8E683170}">
      <dgm:prSet/>
      <dgm:spPr/>
      <dgm:t>
        <a:bodyPr/>
        <a:lstStyle/>
        <a:p>
          <a:endParaRPr lang="uk-UA"/>
        </a:p>
      </dgm:t>
    </dgm:pt>
    <dgm:pt modelId="{FC815578-EBFE-4756-9928-D546D52D81F0}" type="sibTrans" cxnId="{0AC444CA-EFA9-4A02-9E03-7ACA8E683170}">
      <dgm:prSet/>
      <dgm:spPr/>
      <dgm:t>
        <a:bodyPr/>
        <a:lstStyle/>
        <a:p>
          <a:endParaRPr lang="uk-UA"/>
        </a:p>
      </dgm:t>
    </dgm:pt>
    <dgm:pt modelId="{9DF63880-B337-4A60-A61A-6AFDAFD9E5CC}">
      <dgm:prSet/>
      <dgm:spPr/>
      <dgm:t>
        <a:bodyPr/>
        <a:lstStyle/>
        <a:p>
          <a:r>
            <a:rPr lang="uk-UA" b="0" i="0" baseline="0"/>
            <a:t>Остромирове Євангеліє</a:t>
          </a:r>
          <a:endParaRPr lang="uk-UA"/>
        </a:p>
      </dgm:t>
    </dgm:pt>
    <dgm:pt modelId="{B42198BB-4BA9-46ED-B821-5E97DE9D591C}" type="parTrans" cxnId="{EBC51A21-5979-4085-85A3-EFABC623614C}">
      <dgm:prSet/>
      <dgm:spPr/>
      <dgm:t>
        <a:bodyPr/>
        <a:lstStyle/>
        <a:p>
          <a:endParaRPr lang="uk-UA"/>
        </a:p>
      </dgm:t>
    </dgm:pt>
    <dgm:pt modelId="{9A06308F-ABD4-46CA-A580-C19BAAE6BDAB}" type="sibTrans" cxnId="{EBC51A21-5979-4085-85A3-EFABC623614C}">
      <dgm:prSet/>
      <dgm:spPr/>
      <dgm:t>
        <a:bodyPr/>
        <a:lstStyle/>
        <a:p>
          <a:endParaRPr lang="uk-UA"/>
        </a:p>
      </dgm:t>
    </dgm:pt>
    <dgm:pt modelId="{179749C2-AEF3-41B3-AD9C-383198C8C0B7}">
      <dgm:prSet/>
      <dgm:spPr/>
      <dgm:t>
        <a:bodyPr/>
        <a:lstStyle/>
        <a:p>
          <a:r>
            <a:rPr lang="uk-UA" b="0" i="0" baseline="0" dirty="0"/>
            <a:t>«Літопис Самовидця»</a:t>
          </a:r>
          <a:endParaRPr lang="uk-UA" dirty="0"/>
        </a:p>
      </dgm:t>
    </dgm:pt>
    <dgm:pt modelId="{AF82A0E8-9A97-4567-BAEF-14A7C8DD5F3F}" type="parTrans" cxnId="{0A71ED33-204D-4C37-8601-3E61EB1EFBC4}">
      <dgm:prSet/>
      <dgm:spPr/>
      <dgm:t>
        <a:bodyPr/>
        <a:lstStyle/>
        <a:p>
          <a:endParaRPr lang="uk-UA"/>
        </a:p>
      </dgm:t>
    </dgm:pt>
    <dgm:pt modelId="{FB5DDF64-E752-4535-9196-7723D049829D}" type="sibTrans" cxnId="{0A71ED33-204D-4C37-8601-3E61EB1EFBC4}">
      <dgm:prSet/>
      <dgm:spPr/>
      <dgm:t>
        <a:bodyPr/>
        <a:lstStyle/>
        <a:p>
          <a:endParaRPr lang="uk-UA"/>
        </a:p>
      </dgm:t>
    </dgm:pt>
    <dgm:pt modelId="{89E88DC5-2B15-40E0-83D6-FAA58A16B05F}" type="pres">
      <dgm:prSet presAssocID="{7A30E3A3-323C-4E53-8511-DCA9991F6A67}" presName="Name0" presStyleCnt="0">
        <dgm:presLayoutVars>
          <dgm:chMax val="7"/>
          <dgm:chPref val="7"/>
          <dgm:dir/>
        </dgm:presLayoutVars>
      </dgm:prSet>
      <dgm:spPr/>
    </dgm:pt>
    <dgm:pt modelId="{8873E357-C9F7-4AC7-94B5-03F207F746C2}" type="pres">
      <dgm:prSet presAssocID="{7A30E3A3-323C-4E53-8511-DCA9991F6A67}" presName="Name1" presStyleCnt="0"/>
      <dgm:spPr/>
    </dgm:pt>
    <dgm:pt modelId="{4E899003-4B11-481C-9B75-391EA5F45A2C}" type="pres">
      <dgm:prSet presAssocID="{7A30E3A3-323C-4E53-8511-DCA9991F6A67}" presName="cycle" presStyleCnt="0"/>
      <dgm:spPr/>
    </dgm:pt>
    <dgm:pt modelId="{6D75231C-73E6-4DA2-87C4-2EBCAAA2F7B6}" type="pres">
      <dgm:prSet presAssocID="{7A30E3A3-323C-4E53-8511-DCA9991F6A67}" presName="srcNode" presStyleLbl="node1" presStyleIdx="0" presStyleCnt="4"/>
      <dgm:spPr/>
    </dgm:pt>
    <dgm:pt modelId="{88A8284B-6FB6-4215-BB37-2AF91004F2AF}" type="pres">
      <dgm:prSet presAssocID="{7A30E3A3-323C-4E53-8511-DCA9991F6A67}" presName="conn" presStyleLbl="parChTrans1D2" presStyleIdx="0" presStyleCnt="1"/>
      <dgm:spPr/>
    </dgm:pt>
    <dgm:pt modelId="{99F68FDD-3BAC-4ED2-A748-014BDF9BD910}" type="pres">
      <dgm:prSet presAssocID="{7A30E3A3-323C-4E53-8511-DCA9991F6A67}" presName="extraNode" presStyleLbl="node1" presStyleIdx="0" presStyleCnt="4"/>
      <dgm:spPr/>
    </dgm:pt>
    <dgm:pt modelId="{21767EC9-6018-48B3-8E07-53CDBFEEC937}" type="pres">
      <dgm:prSet presAssocID="{7A30E3A3-323C-4E53-8511-DCA9991F6A67}" presName="dstNode" presStyleLbl="node1" presStyleIdx="0" presStyleCnt="4"/>
      <dgm:spPr/>
    </dgm:pt>
    <dgm:pt modelId="{C2223C6B-7EDC-4D56-9C83-6160944BFACC}" type="pres">
      <dgm:prSet presAssocID="{13AF8C5F-C893-443C-B337-DBDF31F7333C}" presName="text_1" presStyleLbl="node1" presStyleIdx="0" presStyleCnt="4">
        <dgm:presLayoutVars>
          <dgm:bulletEnabled val="1"/>
        </dgm:presLayoutVars>
      </dgm:prSet>
      <dgm:spPr/>
    </dgm:pt>
    <dgm:pt modelId="{7CB87668-2A95-4596-9846-5CBA1F784ABF}" type="pres">
      <dgm:prSet presAssocID="{13AF8C5F-C893-443C-B337-DBDF31F7333C}" presName="accent_1" presStyleCnt="0"/>
      <dgm:spPr/>
    </dgm:pt>
    <dgm:pt modelId="{51F5E921-8B06-47A7-8037-EB06E84AEAD4}" type="pres">
      <dgm:prSet presAssocID="{13AF8C5F-C893-443C-B337-DBDF31F7333C}" presName="accentRepeatNode" presStyleLbl="solidFgAcc1" presStyleIdx="0" presStyleCnt="4"/>
      <dgm:spPr/>
    </dgm:pt>
    <dgm:pt modelId="{098B9838-3BE5-4618-A5FD-4931253D1853}" type="pres">
      <dgm:prSet presAssocID="{9BFB09BE-7988-4CEF-A6EB-0AB5EE76311C}" presName="text_2" presStyleLbl="node1" presStyleIdx="1" presStyleCnt="4">
        <dgm:presLayoutVars>
          <dgm:bulletEnabled val="1"/>
        </dgm:presLayoutVars>
      </dgm:prSet>
      <dgm:spPr/>
    </dgm:pt>
    <dgm:pt modelId="{F6409241-D8D2-4B1A-A392-D9A748E30344}" type="pres">
      <dgm:prSet presAssocID="{9BFB09BE-7988-4CEF-A6EB-0AB5EE76311C}" presName="accent_2" presStyleCnt="0"/>
      <dgm:spPr/>
    </dgm:pt>
    <dgm:pt modelId="{5C4FCDDA-4070-4C69-9F37-352316DE2D46}" type="pres">
      <dgm:prSet presAssocID="{9BFB09BE-7988-4CEF-A6EB-0AB5EE76311C}" presName="accentRepeatNode" presStyleLbl="solidFgAcc1" presStyleIdx="1" presStyleCnt="4"/>
      <dgm:spPr/>
    </dgm:pt>
    <dgm:pt modelId="{39747B9A-6025-4163-8787-0862313A328D}" type="pres">
      <dgm:prSet presAssocID="{9DF63880-B337-4A60-A61A-6AFDAFD9E5CC}" presName="text_3" presStyleLbl="node1" presStyleIdx="2" presStyleCnt="4">
        <dgm:presLayoutVars>
          <dgm:bulletEnabled val="1"/>
        </dgm:presLayoutVars>
      </dgm:prSet>
      <dgm:spPr/>
    </dgm:pt>
    <dgm:pt modelId="{48A42581-FC22-487F-91B4-C3E819A813CE}" type="pres">
      <dgm:prSet presAssocID="{9DF63880-B337-4A60-A61A-6AFDAFD9E5CC}" presName="accent_3" presStyleCnt="0"/>
      <dgm:spPr/>
    </dgm:pt>
    <dgm:pt modelId="{58A13FE0-5660-4E12-845C-EC141392B5EB}" type="pres">
      <dgm:prSet presAssocID="{9DF63880-B337-4A60-A61A-6AFDAFD9E5CC}" presName="accentRepeatNode" presStyleLbl="solidFgAcc1" presStyleIdx="2" presStyleCnt="4"/>
      <dgm:spPr/>
    </dgm:pt>
    <dgm:pt modelId="{E8872406-438C-4557-932E-94D30E44F17E}" type="pres">
      <dgm:prSet presAssocID="{179749C2-AEF3-41B3-AD9C-383198C8C0B7}" presName="text_4" presStyleLbl="node1" presStyleIdx="3" presStyleCnt="4">
        <dgm:presLayoutVars>
          <dgm:bulletEnabled val="1"/>
        </dgm:presLayoutVars>
      </dgm:prSet>
      <dgm:spPr/>
    </dgm:pt>
    <dgm:pt modelId="{341E78CC-CBB9-4D45-9BFB-2F3ACD711AEA}" type="pres">
      <dgm:prSet presAssocID="{179749C2-AEF3-41B3-AD9C-383198C8C0B7}" presName="accent_4" presStyleCnt="0"/>
      <dgm:spPr/>
    </dgm:pt>
    <dgm:pt modelId="{4C70A6D9-288D-4C66-ABED-AC336F317F01}" type="pres">
      <dgm:prSet presAssocID="{179749C2-AEF3-41B3-AD9C-383198C8C0B7}" presName="accentRepeatNode" presStyleLbl="solidFgAcc1" presStyleIdx="3" presStyleCnt="4"/>
      <dgm:spPr/>
    </dgm:pt>
  </dgm:ptLst>
  <dgm:cxnLst>
    <dgm:cxn modelId="{6088741C-50A3-45B4-B4BC-043C68E3DABD}" type="presOf" srcId="{36AA00A6-4CAC-4095-86D4-D530C6761FD1}" destId="{88A8284B-6FB6-4215-BB37-2AF91004F2AF}" srcOrd="0" destOrd="0" presId="urn:microsoft.com/office/officeart/2008/layout/VerticalCurvedList"/>
    <dgm:cxn modelId="{EBC51A21-5979-4085-85A3-EFABC623614C}" srcId="{7A30E3A3-323C-4E53-8511-DCA9991F6A67}" destId="{9DF63880-B337-4A60-A61A-6AFDAFD9E5CC}" srcOrd="2" destOrd="0" parTransId="{B42198BB-4BA9-46ED-B821-5E97DE9D591C}" sibTransId="{9A06308F-ABD4-46CA-A580-C19BAAE6BDAB}"/>
    <dgm:cxn modelId="{0A71ED33-204D-4C37-8601-3E61EB1EFBC4}" srcId="{7A30E3A3-323C-4E53-8511-DCA9991F6A67}" destId="{179749C2-AEF3-41B3-AD9C-383198C8C0B7}" srcOrd="3" destOrd="0" parTransId="{AF82A0E8-9A97-4567-BAEF-14A7C8DD5F3F}" sibTransId="{FB5DDF64-E752-4535-9196-7723D049829D}"/>
    <dgm:cxn modelId="{9BF88B70-9FAD-4940-B398-665FD8AFF5E9}" type="presOf" srcId="{13AF8C5F-C893-443C-B337-DBDF31F7333C}" destId="{C2223C6B-7EDC-4D56-9C83-6160944BFACC}" srcOrd="0" destOrd="0" presId="urn:microsoft.com/office/officeart/2008/layout/VerticalCurvedList"/>
    <dgm:cxn modelId="{5EB15AAC-5985-45E0-8CF2-84E05D4FF98C}" type="presOf" srcId="{7A30E3A3-323C-4E53-8511-DCA9991F6A67}" destId="{89E88DC5-2B15-40E0-83D6-FAA58A16B05F}" srcOrd="0" destOrd="0" presId="urn:microsoft.com/office/officeart/2008/layout/VerticalCurvedList"/>
    <dgm:cxn modelId="{6BE71DBA-6CB8-42A6-A727-E16A310F99BA}" srcId="{7A30E3A3-323C-4E53-8511-DCA9991F6A67}" destId="{13AF8C5F-C893-443C-B337-DBDF31F7333C}" srcOrd="0" destOrd="0" parTransId="{146E019B-A8D5-4864-A5A5-23E392A8B855}" sibTransId="{36AA00A6-4CAC-4095-86D4-D530C6761FD1}"/>
    <dgm:cxn modelId="{308BE9C1-1B79-4A15-97CE-123A4EB1CDA4}" type="presOf" srcId="{9DF63880-B337-4A60-A61A-6AFDAFD9E5CC}" destId="{39747B9A-6025-4163-8787-0862313A328D}" srcOrd="0" destOrd="0" presId="urn:microsoft.com/office/officeart/2008/layout/VerticalCurvedList"/>
    <dgm:cxn modelId="{A62B06C6-E3AA-48F4-B019-AD21AA03B4CD}" type="presOf" srcId="{179749C2-AEF3-41B3-AD9C-383198C8C0B7}" destId="{E8872406-438C-4557-932E-94D30E44F17E}" srcOrd="0" destOrd="0" presId="urn:microsoft.com/office/officeart/2008/layout/VerticalCurvedList"/>
    <dgm:cxn modelId="{0AC444CA-EFA9-4A02-9E03-7ACA8E683170}" srcId="{7A30E3A3-323C-4E53-8511-DCA9991F6A67}" destId="{9BFB09BE-7988-4CEF-A6EB-0AB5EE76311C}" srcOrd="1" destOrd="0" parTransId="{740778A8-0E54-4442-B5D0-393A95498C96}" sibTransId="{FC815578-EBFE-4756-9928-D546D52D81F0}"/>
    <dgm:cxn modelId="{83AC14CE-9F2D-4D47-8CD9-F7AFF244A606}" type="presOf" srcId="{9BFB09BE-7988-4CEF-A6EB-0AB5EE76311C}" destId="{098B9838-3BE5-4618-A5FD-4931253D1853}" srcOrd="0" destOrd="0" presId="urn:microsoft.com/office/officeart/2008/layout/VerticalCurvedList"/>
    <dgm:cxn modelId="{CC1FC568-E650-4C53-8CE2-386A2B9691A4}" type="presParOf" srcId="{89E88DC5-2B15-40E0-83D6-FAA58A16B05F}" destId="{8873E357-C9F7-4AC7-94B5-03F207F746C2}" srcOrd="0" destOrd="0" presId="urn:microsoft.com/office/officeart/2008/layout/VerticalCurvedList"/>
    <dgm:cxn modelId="{D292D204-247C-4FDC-8191-F2D41FE01B9E}" type="presParOf" srcId="{8873E357-C9F7-4AC7-94B5-03F207F746C2}" destId="{4E899003-4B11-481C-9B75-391EA5F45A2C}" srcOrd="0" destOrd="0" presId="urn:microsoft.com/office/officeart/2008/layout/VerticalCurvedList"/>
    <dgm:cxn modelId="{886EC343-EFFA-42FB-B371-E019C8EB909A}" type="presParOf" srcId="{4E899003-4B11-481C-9B75-391EA5F45A2C}" destId="{6D75231C-73E6-4DA2-87C4-2EBCAAA2F7B6}" srcOrd="0" destOrd="0" presId="urn:microsoft.com/office/officeart/2008/layout/VerticalCurvedList"/>
    <dgm:cxn modelId="{80333A20-E34A-4087-8EED-F49D42638E95}" type="presParOf" srcId="{4E899003-4B11-481C-9B75-391EA5F45A2C}" destId="{88A8284B-6FB6-4215-BB37-2AF91004F2AF}" srcOrd="1" destOrd="0" presId="urn:microsoft.com/office/officeart/2008/layout/VerticalCurvedList"/>
    <dgm:cxn modelId="{BE1FC593-6F0F-4DEE-B246-4112023FDFAC}" type="presParOf" srcId="{4E899003-4B11-481C-9B75-391EA5F45A2C}" destId="{99F68FDD-3BAC-4ED2-A748-014BDF9BD910}" srcOrd="2" destOrd="0" presId="urn:microsoft.com/office/officeart/2008/layout/VerticalCurvedList"/>
    <dgm:cxn modelId="{FFF9018B-2E86-4931-A642-1A1C088B9D86}" type="presParOf" srcId="{4E899003-4B11-481C-9B75-391EA5F45A2C}" destId="{21767EC9-6018-48B3-8E07-53CDBFEEC937}" srcOrd="3" destOrd="0" presId="urn:microsoft.com/office/officeart/2008/layout/VerticalCurvedList"/>
    <dgm:cxn modelId="{7B218AAD-9C21-45C5-9BA5-B714637DE636}" type="presParOf" srcId="{8873E357-C9F7-4AC7-94B5-03F207F746C2}" destId="{C2223C6B-7EDC-4D56-9C83-6160944BFACC}" srcOrd="1" destOrd="0" presId="urn:microsoft.com/office/officeart/2008/layout/VerticalCurvedList"/>
    <dgm:cxn modelId="{CEAE403C-4976-483F-9F16-74706313E97E}" type="presParOf" srcId="{8873E357-C9F7-4AC7-94B5-03F207F746C2}" destId="{7CB87668-2A95-4596-9846-5CBA1F784ABF}" srcOrd="2" destOrd="0" presId="urn:microsoft.com/office/officeart/2008/layout/VerticalCurvedList"/>
    <dgm:cxn modelId="{80665938-9499-48B5-81D0-6E1C088D853D}" type="presParOf" srcId="{7CB87668-2A95-4596-9846-5CBA1F784ABF}" destId="{51F5E921-8B06-47A7-8037-EB06E84AEAD4}" srcOrd="0" destOrd="0" presId="urn:microsoft.com/office/officeart/2008/layout/VerticalCurvedList"/>
    <dgm:cxn modelId="{FD7D8449-B6CD-42BF-82A7-769C8D15A228}" type="presParOf" srcId="{8873E357-C9F7-4AC7-94B5-03F207F746C2}" destId="{098B9838-3BE5-4618-A5FD-4931253D1853}" srcOrd="3" destOrd="0" presId="urn:microsoft.com/office/officeart/2008/layout/VerticalCurvedList"/>
    <dgm:cxn modelId="{5A16B27F-44E8-418F-992A-5BEC4B4762A4}" type="presParOf" srcId="{8873E357-C9F7-4AC7-94B5-03F207F746C2}" destId="{F6409241-D8D2-4B1A-A392-D9A748E30344}" srcOrd="4" destOrd="0" presId="urn:microsoft.com/office/officeart/2008/layout/VerticalCurvedList"/>
    <dgm:cxn modelId="{C752D972-5206-4DD0-937C-BB105059ABD6}" type="presParOf" srcId="{F6409241-D8D2-4B1A-A392-D9A748E30344}" destId="{5C4FCDDA-4070-4C69-9F37-352316DE2D46}" srcOrd="0" destOrd="0" presId="urn:microsoft.com/office/officeart/2008/layout/VerticalCurvedList"/>
    <dgm:cxn modelId="{8F20868D-D62A-4334-ADD7-609C827CA373}" type="presParOf" srcId="{8873E357-C9F7-4AC7-94B5-03F207F746C2}" destId="{39747B9A-6025-4163-8787-0862313A328D}" srcOrd="5" destOrd="0" presId="urn:microsoft.com/office/officeart/2008/layout/VerticalCurvedList"/>
    <dgm:cxn modelId="{2CCE3158-D646-446F-85CA-74FDC99E6CC6}" type="presParOf" srcId="{8873E357-C9F7-4AC7-94B5-03F207F746C2}" destId="{48A42581-FC22-487F-91B4-C3E819A813CE}" srcOrd="6" destOrd="0" presId="urn:microsoft.com/office/officeart/2008/layout/VerticalCurvedList"/>
    <dgm:cxn modelId="{6599B6DA-2471-47CB-B042-383A608B593A}" type="presParOf" srcId="{48A42581-FC22-487F-91B4-C3E819A813CE}" destId="{58A13FE0-5660-4E12-845C-EC141392B5EB}" srcOrd="0" destOrd="0" presId="urn:microsoft.com/office/officeart/2008/layout/VerticalCurvedList"/>
    <dgm:cxn modelId="{E7F48510-F7D1-4FC3-A3A0-7F7124007197}" type="presParOf" srcId="{8873E357-C9F7-4AC7-94B5-03F207F746C2}" destId="{E8872406-438C-4557-932E-94D30E44F17E}" srcOrd="7" destOrd="0" presId="urn:microsoft.com/office/officeart/2008/layout/VerticalCurvedList"/>
    <dgm:cxn modelId="{DA061F1F-C731-4023-B8D2-A87A8F95D5A3}" type="presParOf" srcId="{8873E357-C9F7-4AC7-94B5-03F207F746C2}" destId="{341E78CC-CBB9-4D45-9BFB-2F3ACD711AEA}" srcOrd="8" destOrd="0" presId="urn:microsoft.com/office/officeart/2008/layout/VerticalCurvedList"/>
    <dgm:cxn modelId="{CDD99751-B221-485A-9FE2-52EA5E88A26C}" type="presParOf" srcId="{341E78CC-CBB9-4D45-9BFB-2F3ACD711AEA}" destId="{4C70A6D9-288D-4C66-ABED-AC336F317F0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7937BA44-3824-478D-BAC8-0E12EF2DB8C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C83E44-ED58-4B33-971E-15D9448A6D1E}">
      <dgm:prSet/>
      <dgm:spPr/>
      <dgm:t>
        <a:bodyPr/>
        <a:lstStyle/>
        <a:p>
          <a:r>
            <a:rPr lang="uk-UA" b="0" i="0" baseline="0"/>
            <a:t>церковні морально-повчальні твори.</a:t>
          </a:r>
          <a:endParaRPr lang="uk-UA"/>
        </a:p>
      </dgm:t>
    </dgm:pt>
    <dgm:pt modelId="{7494644B-F95C-4938-AF08-7A5301D22D56}" type="parTrans" cxnId="{FF56E807-8BC8-4983-A3EB-5335813ECACC}">
      <dgm:prSet/>
      <dgm:spPr/>
      <dgm:t>
        <a:bodyPr/>
        <a:lstStyle/>
        <a:p>
          <a:endParaRPr lang="uk-UA"/>
        </a:p>
      </dgm:t>
    </dgm:pt>
    <dgm:pt modelId="{C88A2304-410B-4245-949C-0D4114790E7A}" type="sibTrans" cxnId="{FF56E807-8BC8-4983-A3EB-5335813ECACC}">
      <dgm:prSet/>
      <dgm:spPr/>
      <dgm:t>
        <a:bodyPr/>
        <a:lstStyle/>
        <a:p>
          <a:endParaRPr lang="uk-UA"/>
        </a:p>
      </dgm:t>
    </dgm:pt>
    <dgm:pt modelId="{DA2F798B-8B87-403B-89E8-142B9E3F6CB0}">
      <dgm:prSet/>
      <dgm:spPr/>
      <dgm:t>
        <a:bodyPr/>
        <a:lstStyle/>
        <a:p>
          <a:r>
            <a:rPr lang="uk-UA" b="0" i="0" baseline="0"/>
            <a:t>публіцистичні твори на захист православ'я.</a:t>
          </a:r>
          <a:endParaRPr lang="uk-UA"/>
        </a:p>
      </dgm:t>
    </dgm:pt>
    <dgm:pt modelId="{FD21E3DC-B1AD-4BEF-9401-6ABECACD709F}" type="parTrans" cxnId="{8B39B46F-B19A-454B-98CF-E376F9838BC1}">
      <dgm:prSet/>
      <dgm:spPr/>
      <dgm:t>
        <a:bodyPr/>
        <a:lstStyle/>
        <a:p>
          <a:endParaRPr lang="uk-UA"/>
        </a:p>
      </dgm:t>
    </dgm:pt>
    <dgm:pt modelId="{349D6B13-F478-4824-9B1F-57B2605036A6}" type="sibTrans" cxnId="{8B39B46F-B19A-454B-98CF-E376F9838BC1}">
      <dgm:prSet/>
      <dgm:spPr/>
      <dgm:t>
        <a:bodyPr/>
        <a:lstStyle/>
        <a:p>
          <a:endParaRPr lang="uk-UA"/>
        </a:p>
      </dgm:t>
    </dgm:pt>
    <dgm:pt modelId="{318DCC2B-3434-4208-A9A2-96523A714753}">
      <dgm:prSet/>
      <dgm:spPr/>
      <dgm:t>
        <a:bodyPr/>
        <a:lstStyle/>
        <a:p>
          <a:r>
            <a:rPr lang="uk-UA" b="0" i="0" baseline="0"/>
            <a:t>упорядкування житій святих козацької доби.</a:t>
          </a:r>
          <a:endParaRPr lang="uk-UA"/>
        </a:p>
      </dgm:t>
    </dgm:pt>
    <dgm:pt modelId="{FD7AD164-3F25-455D-91AE-118A93D3B20D}" type="parTrans" cxnId="{A20DD40C-6390-4B4D-984A-8E62F3209B12}">
      <dgm:prSet/>
      <dgm:spPr/>
      <dgm:t>
        <a:bodyPr/>
        <a:lstStyle/>
        <a:p>
          <a:endParaRPr lang="uk-UA"/>
        </a:p>
      </dgm:t>
    </dgm:pt>
    <dgm:pt modelId="{2B0ABFA2-222D-43B7-B0C9-74D56BFECF49}" type="sibTrans" cxnId="{A20DD40C-6390-4B4D-984A-8E62F3209B12}">
      <dgm:prSet/>
      <dgm:spPr/>
      <dgm:t>
        <a:bodyPr/>
        <a:lstStyle/>
        <a:p>
          <a:endParaRPr lang="uk-UA"/>
        </a:p>
      </dgm:t>
    </dgm:pt>
    <dgm:pt modelId="{3F8A3C5C-3BED-40F0-8251-1E5B75C234FC}">
      <dgm:prSet/>
      <dgm:spPr/>
      <dgm:t>
        <a:bodyPr/>
        <a:lstStyle/>
        <a:p>
          <a:r>
            <a:rPr lang="uk-UA" b="0" i="0" baseline="0"/>
            <a:t>твори про козацьку добу в українській історії.</a:t>
          </a:r>
          <a:endParaRPr lang="uk-UA"/>
        </a:p>
      </dgm:t>
    </dgm:pt>
    <dgm:pt modelId="{6765C634-1636-49E8-8C75-93DD03257DB5}" type="parTrans" cxnId="{D75FB2D1-E6E5-43C6-839A-BC60EFD11626}">
      <dgm:prSet/>
      <dgm:spPr/>
      <dgm:t>
        <a:bodyPr/>
        <a:lstStyle/>
        <a:p>
          <a:endParaRPr lang="uk-UA"/>
        </a:p>
      </dgm:t>
    </dgm:pt>
    <dgm:pt modelId="{6F6BC6CE-A64F-4312-98B2-2BE386E2A587}" type="sibTrans" cxnId="{D75FB2D1-E6E5-43C6-839A-BC60EFD11626}">
      <dgm:prSet/>
      <dgm:spPr/>
      <dgm:t>
        <a:bodyPr/>
        <a:lstStyle/>
        <a:p>
          <a:endParaRPr lang="uk-UA"/>
        </a:p>
      </dgm:t>
    </dgm:pt>
    <dgm:pt modelId="{9CBA9728-BE00-4D8D-9B61-61F9C0F70153}" type="pres">
      <dgm:prSet presAssocID="{7937BA44-3824-478D-BAC8-0E12EF2DB8CE}" presName="Name0" presStyleCnt="0">
        <dgm:presLayoutVars>
          <dgm:chMax val="7"/>
          <dgm:chPref val="7"/>
          <dgm:dir/>
        </dgm:presLayoutVars>
      </dgm:prSet>
      <dgm:spPr/>
    </dgm:pt>
    <dgm:pt modelId="{2589E3F7-9AEC-48E7-9244-BBA035A4908A}" type="pres">
      <dgm:prSet presAssocID="{7937BA44-3824-478D-BAC8-0E12EF2DB8CE}" presName="Name1" presStyleCnt="0"/>
      <dgm:spPr/>
    </dgm:pt>
    <dgm:pt modelId="{97B4E727-32DE-48E5-9728-445FFD524F13}" type="pres">
      <dgm:prSet presAssocID="{7937BA44-3824-478D-BAC8-0E12EF2DB8CE}" presName="cycle" presStyleCnt="0"/>
      <dgm:spPr/>
    </dgm:pt>
    <dgm:pt modelId="{496B6547-38B2-445E-A12A-710890B1E5F3}" type="pres">
      <dgm:prSet presAssocID="{7937BA44-3824-478D-BAC8-0E12EF2DB8CE}" presName="srcNode" presStyleLbl="node1" presStyleIdx="0" presStyleCnt="4"/>
      <dgm:spPr/>
    </dgm:pt>
    <dgm:pt modelId="{64A171D9-66A1-4C8A-A420-AAE80FAD9E53}" type="pres">
      <dgm:prSet presAssocID="{7937BA44-3824-478D-BAC8-0E12EF2DB8CE}" presName="conn" presStyleLbl="parChTrans1D2" presStyleIdx="0" presStyleCnt="1"/>
      <dgm:spPr/>
    </dgm:pt>
    <dgm:pt modelId="{5A87567D-5194-47FE-9C7A-D377D9D56ECB}" type="pres">
      <dgm:prSet presAssocID="{7937BA44-3824-478D-BAC8-0E12EF2DB8CE}" presName="extraNode" presStyleLbl="node1" presStyleIdx="0" presStyleCnt="4"/>
      <dgm:spPr/>
    </dgm:pt>
    <dgm:pt modelId="{465884F6-ED57-4DCF-935A-E06A98B9678B}" type="pres">
      <dgm:prSet presAssocID="{7937BA44-3824-478D-BAC8-0E12EF2DB8CE}" presName="dstNode" presStyleLbl="node1" presStyleIdx="0" presStyleCnt="4"/>
      <dgm:spPr/>
    </dgm:pt>
    <dgm:pt modelId="{A79F9F57-5203-4F95-B09F-9967AA29BDE8}" type="pres">
      <dgm:prSet presAssocID="{1CC83E44-ED58-4B33-971E-15D9448A6D1E}" presName="text_1" presStyleLbl="node1" presStyleIdx="0" presStyleCnt="4">
        <dgm:presLayoutVars>
          <dgm:bulletEnabled val="1"/>
        </dgm:presLayoutVars>
      </dgm:prSet>
      <dgm:spPr/>
    </dgm:pt>
    <dgm:pt modelId="{DC7B3180-333D-4610-98DF-D2BD4BD97796}" type="pres">
      <dgm:prSet presAssocID="{1CC83E44-ED58-4B33-971E-15D9448A6D1E}" presName="accent_1" presStyleCnt="0"/>
      <dgm:spPr/>
    </dgm:pt>
    <dgm:pt modelId="{82B231F4-5E8F-4686-9DD7-D6E418C8AACE}" type="pres">
      <dgm:prSet presAssocID="{1CC83E44-ED58-4B33-971E-15D9448A6D1E}" presName="accentRepeatNode" presStyleLbl="solidFgAcc1" presStyleIdx="0" presStyleCnt="4"/>
      <dgm:spPr/>
    </dgm:pt>
    <dgm:pt modelId="{0DF2021F-6423-4953-8059-8DFD6D825C0A}" type="pres">
      <dgm:prSet presAssocID="{DA2F798B-8B87-403B-89E8-142B9E3F6CB0}" presName="text_2" presStyleLbl="node1" presStyleIdx="1" presStyleCnt="4">
        <dgm:presLayoutVars>
          <dgm:bulletEnabled val="1"/>
        </dgm:presLayoutVars>
      </dgm:prSet>
      <dgm:spPr/>
    </dgm:pt>
    <dgm:pt modelId="{1AE28074-5236-45B3-A96C-7843FD12A274}" type="pres">
      <dgm:prSet presAssocID="{DA2F798B-8B87-403B-89E8-142B9E3F6CB0}" presName="accent_2" presStyleCnt="0"/>
      <dgm:spPr/>
    </dgm:pt>
    <dgm:pt modelId="{CA6568E6-D1EE-4B2F-9902-7971DE838066}" type="pres">
      <dgm:prSet presAssocID="{DA2F798B-8B87-403B-89E8-142B9E3F6CB0}" presName="accentRepeatNode" presStyleLbl="solidFgAcc1" presStyleIdx="1" presStyleCnt="4"/>
      <dgm:spPr/>
    </dgm:pt>
    <dgm:pt modelId="{F0FD30F2-A204-4F02-8550-E0A93BE8B32C}" type="pres">
      <dgm:prSet presAssocID="{318DCC2B-3434-4208-A9A2-96523A714753}" presName="text_3" presStyleLbl="node1" presStyleIdx="2" presStyleCnt="4">
        <dgm:presLayoutVars>
          <dgm:bulletEnabled val="1"/>
        </dgm:presLayoutVars>
      </dgm:prSet>
      <dgm:spPr/>
    </dgm:pt>
    <dgm:pt modelId="{75D55002-E2BE-4B5B-83B6-CA7D9224541C}" type="pres">
      <dgm:prSet presAssocID="{318DCC2B-3434-4208-A9A2-96523A714753}" presName="accent_3" presStyleCnt="0"/>
      <dgm:spPr/>
    </dgm:pt>
    <dgm:pt modelId="{05B063D4-72E3-4783-9CE9-BD14458E0D26}" type="pres">
      <dgm:prSet presAssocID="{318DCC2B-3434-4208-A9A2-96523A714753}" presName="accentRepeatNode" presStyleLbl="solidFgAcc1" presStyleIdx="2" presStyleCnt="4"/>
      <dgm:spPr/>
    </dgm:pt>
    <dgm:pt modelId="{12C5D822-CE1D-47A4-9234-92AB9BDD82CC}" type="pres">
      <dgm:prSet presAssocID="{3F8A3C5C-3BED-40F0-8251-1E5B75C234FC}" presName="text_4" presStyleLbl="node1" presStyleIdx="3" presStyleCnt="4">
        <dgm:presLayoutVars>
          <dgm:bulletEnabled val="1"/>
        </dgm:presLayoutVars>
      </dgm:prSet>
      <dgm:spPr/>
    </dgm:pt>
    <dgm:pt modelId="{C8272FDF-BD7B-4821-880D-5F3B985C2C8F}" type="pres">
      <dgm:prSet presAssocID="{3F8A3C5C-3BED-40F0-8251-1E5B75C234FC}" presName="accent_4" presStyleCnt="0"/>
      <dgm:spPr/>
    </dgm:pt>
    <dgm:pt modelId="{CB2E3C37-C7F2-467C-95C9-5B181E29411A}" type="pres">
      <dgm:prSet presAssocID="{3F8A3C5C-3BED-40F0-8251-1E5B75C234FC}" presName="accentRepeatNode" presStyleLbl="solidFgAcc1" presStyleIdx="3" presStyleCnt="4"/>
      <dgm:spPr/>
    </dgm:pt>
  </dgm:ptLst>
  <dgm:cxnLst>
    <dgm:cxn modelId="{FF56E807-8BC8-4983-A3EB-5335813ECACC}" srcId="{7937BA44-3824-478D-BAC8-0E12EF2DB8CE}" destId="{1CC83E44-ED58-4B33-971E-15D9448A6D1E}" srcOrd="0" destOrd="0" parTransId="{7494644B-F95C-4938-AF08-7A5301D22D56}" sibTransId="{C88A2304-410B-4245-949C-0D4114790E7A}"/>
    <dgm:cxn modelId="{A20DD40C-6390-4B4D-984A-8E62F3209B12}" srcId="{7937BA44-3824-478D-BAC8-0E12EF2DB8CE}" destId="{318DCC2B-3434-4208-A9A2-96523A714753}" srcOrd="2" destOrd="0" parTransId="{FD7AD164-3F25-455D-91AE-118A93D3B20D}" sibTransId="{2B0ABFA2-222D-43B7-B0C9-74D56BFECF49}"/>
    <dgm:cxn modelId="{432F3E66-628B-4EE6-A301-BD7245FAC51F}" type="presOf" srcId="{3F8A3C5C-3BED-40F0-8251-1E5B75C234FC}" destId="{12C5D822-CE1D-47A4-9234-92AB9BDD82CC}" srcOrd="0" destOrd="0" presId="urn:microsoft.com/office/officeart/2008/layout/VerticalCurvedList"/>
    <dgm:cxn modelId="{8B39B46F-B19A-454B-98CF-E376F9838BC1}" srcId="{7937BA44-3824-478D-BAC8-0E12EF2DB8CE}" destId="{DA2F798B-8B87-403B-89E8-142B9E3F6CB0}" srcOrd="1" destOrd="0" parTransId="{FD21E3DC-B1AD-4BEF-9401-6ABECACD709F}" sibTransId="{349D6B13-F478-4824-9B1F-57B2605036A6}"/>
    <dgm:cxn modelId="{7679E585-3627-41F0-8354-BDF813C3CFBB}" type="presOf" srcId="{7937BA44-3824-478D-BAC8-0E12EF2DB8CE}" destId="{9CBA9728-BE00-4D8D-9B61-61F9C0F70153}" srcOrd="0" destOrd="0" presId="urn:microsoft.com/office/officeart/2008/layout/VerticalCurvedList"/>
    <dgm:cxn modelId="{C70FAA88-B948-4014-ACF0-2461A579AC1F}" type="presOf" srcId="{DA2F798B-8B87-403B-89E8-142B9E3F6CB0}" destId="{0DF2021F-6423-4953-8059-8DFD6D825C0A}" srcOrd="0" destOrd="0" presId="urn:microsoft.com/office/officeart/2008/layout/VerticalCurvedList"/>
    <dgm:cxn modelId="{684FFC98-ED89-4D87-B6BE-0A65921E3D26}" type="presOf" srcId="{318DCC2B-3434-4208-A9A2-96523A714753}" destId="{F0FD30F2-A204-4F02-8550-E0A93BE8B32C}" srcOrd="0" destOrd="0" presId="urn:microsoft.com/office/officeart/2008/layout/VerticalCurvedList"/>
    <dgm:cxn modelId="{D75FB2D1-E6E5-43C6-839A-BC60EFD11626}" srcId="{7937BA44-3824-478D-BAC8-0E12EF2DB8CE}" destId="{3F8A3C5C-3BED-40F0-8251-1E5B75C234FC}" srcOrd="3" destOrd="0" parTransId="{6765C634-1636-49E8-8C75-93DD03257DB5}" sibTransId="{6F6BC6CE-A64F-4312-98B2-2BE386E2A587}"/>
    <dgm:cxn modelId="{13D18DE0-919A-4EAC-964E-105B31B2FE07}" type="presOf" srcId="{1CC83E44-ED58-4B33-971E-15D9448A6D1E}" destId="{A79F9F57-5203-4F95-B09F-9967AA29BDE8}" srcOrd="0" destOrd="0" presId="urn:microsoft.com/office/officeart/2008/layout/VerticalCurvedList"/>
    <dgm:cxn modelId="{18E8C7E8-E8D5-471A-95C6-A7013D2D1634}" type="presOf" srcId="{C88A2304-410B-4245-949C-0D4114790E7A}" destId="{64A171D9-66A1-4C8A-A420-AAE80FAD9E53}" srcOrd="0" destOrd="0" presId="urn:microsoft.com/office/officeart/2008/layout/VerticalCurvedList"/>
    <dgm:cxn modelId="{D620028A-921B-4BE3-9A07-F072E3F2ED5F}" type="presParOf" srcId="{9CBA9728-BE00-4D8D-9B61-61F9C0F70153}" destId="{2589E3F7-9AEC-48E7-9244-BBA035A4908A}" srcOrd="0" destOrd="0" presId="urn:microsoft.com/office/officeart/2008/layout/VerticalCurvedList"/>
    <dgm:cxn modelId="{40AFA91F-5AD2-46EA-8F67-FF702929CD44}" type="presParOf" srcId="{2589E3F7-9AEC-48E7-9244-BBA035A4908A}" destId="{97B4E727-32DE-48E5-9728-445FFD524F13}" srcOrd="0" destOrd="0" presId="urn:microsoft.com/office/officeart/2008/layout/VerticalCurvedList"/>
    <dgm:cxn modelId="{A1FDB6C0-8B0C-4BCE-8473-3CAF3B810286}" type="presParOf" srcId="{97B4E727-32DE-48E5-9728-445FFD524F13}" destId="{496B6547-38B2-445E-A12A-710890B1E5F3}" srcOrd="0" destOrd="0" presId="urn:microsoft.com/office/officeart/2008/layout/VerticalCurvedList"/>
    <dgm:cxn modelId="{F4FB4CD2-BF27-4624-8E12-16673EA012E0}" type="presParOf" srcId="{97B4E727-32DE-48E5-9728-445FFD524F13}" destId="{64A171D9-66A1-4C8A-A420-AAE80FAD9E53}" srcOrd="1" destOrd="0" presId="urn:microsoft.com/office/officeart/2008/layout/VerticalCurvedList"/>
    <dgm:cxn modelId="{2DC25CC0-1D64-4064-8784-EF5728660B80}" type="presParOf" srcId="{97B4E727-32DE-48E5-9728-445FFD524F13}" destId="{5A87567D-5194-47FE-9C7A-D377D9D56ECB}" srcOrd="2" destOrd="0" presId="urn:microsoft.com/office/officeart/2008/layout/VerticalCurvedList"/>
    <dgm:cxn modelId="{D0FE752D-0BDC-44CD-B371-5DDDC953CD49}" type="presParOf" srcId="{97B4E727-32DE-48E5-9728-445FFD524F13}" destId="{465884F6-ED57-4DCF-935A-E06A98B9678B}" srcOrd="3" destOrd="0" presId="urn:microsoft.com/office/officeart/2008/layout/VerticalCurvedList"/>
    <dgm:cxn modelId="{F67A52D2-6E13-4FF4-AF38-8BCB34238298}" type="presParOf" srcId="{2589E3F7-9AEC-48E7-9244-BBA035A4908A}" destId="{A79F9F57-5203-4F95-B09F-9967AA29BDE8}" srcOrd="1" destOrd="0" presId="urn:microsoft.com/office/officeart/2008/layout/VerticalCurvedList"/>
    <dgm:cxn modelId="{C80DE42A-8A97-40FC-BF46-B48B6F0D3090}" type="presParOf" srcId="{2589E3F7-9AEC-48E7-9244-BBA035A4908A}" destId="{DC7B3180-333D-4610-98DF-D2BD4BD97796}" srcOrd="2" destOrd="0" presId="urn:microsoft.com/office/officeart/2008/layout/VerticalCurvedList"/>
    <dgm:cxn modelId="{FC381E05-FDDB-4D5F-BBFB-205AF2C8A1BB}" type="presParOf" srcId="{DC7B3180-333D-4610-98DF-D2BD4BD97796}" destId="{82B231F4-5E8F-4686-9DD7-D6E418C8AACE}" srcOrd="0" destOrd="0" presId="urn:microsoft.com/office/officeart/2008/layout/VerticalCurvedList"/>
    <dgm:cxn modelId="{DE624E91-6915-41A9-BCE3-4EFBF8233664}" type="presParOf" srcId="{2589E3F7-9AEC-48E7-9244-BBA035A4908A}" destId="{0DF2021F-6423-4953-8059-8DFD6D825C0A}" srcOrd="3" destOrd="0" presId="urn:microsoft.com/office/officeart/2008/layout/VerticalCurvedList"/>
    <dgm:cxn modelId="{73B1A863-0D23-47A9-90E9-B3BA8F590856}" type="presParOf" srcId="{2589E3F7-9AEC-48E7-9244-BBA035A4908A}" destId="{1AE28074-5236-45B3-A96C-7843FD12A274}" srcOrd="4" destOrd="0" presId="urn:microsoft.com/office/officeart/2008/layout/VerticalCurvedList"/>
    <dgm:cxn modelId="{19561AFA-F82E-48F7-AE9F-AB2C82D76608}" type="presParOf" srcId="{1AE28074-5236-45B3-A96C-7843FD12A274}" destId="{CA6568E6-D1EE-4B2F-9902-7971DE838066}" srcOrd="0" destOrd="0" presId="urn:microsoft.com/office/officeart/2008/layout/VerticalCurvedList"/>
    <dgm:cxn modelId="{22B5C748-1D1A-4371-8BF4-016A0FCF1151}" type="presParOf" srcId="{2589E3F7-9AEC-48E7-9244-BBA035A4908A}" destId="{F0FD30F2-A204-4F02-8550-E0A93BE8B32C}" srcOrd="5" destOrd="0" presId="urn:microsoft.com/office/officeart/2008/layout/VerticalCurvedList"/>
    <dgm:cxn modelId="{47B72891-6F46-4DD5-A6B1-6FDF442C2CB1}" type="presParOf" srcId="{2589E3F7-9AEC-48E7-9244-BBA035A4908A}" destId="{75D55002-E2BE-4B5B-83B6-CA7D9224541C}" srcOrd="6" destOrd="0" presId="urn:microsoft.com/office/officeart/2008/layout/VerticalCurvedList"/>
    <dgm:cxn modelId="{58A7563C-33DD-4E55-90B5-EDAA01C567BD}" type="presParOf" srcId="{75D55002-E2BE-4B5B-83B6-CA7D9224541C}" destId="{05B063D4-72E3-4783-9CE9-BD14458E0D26}" srcOrd="0" destOrd="0" presId="urn:microsoft.com/office/officeart/2008/layout/VerticalCurvedList"/>
    <dgm:cxn modelId="{52837B07-2C84-4341-B532-A12B05437564}" type="presParOf" srcId="{2589E3F7-9AEC-48E7-9244-BBA035A4908A}" destId="{12C5D822-CE1D-47A4-9234-92AB9BDD82CC}" srcOrd="7" destOrd="0" presId="urn:microsoft.com/office/officeart/2008/layout/VerticalCurvedList"/>
    <dgm:cxn modelId="{2F8B13D8-28D0-4057-A5A8-AAA3CE577BD6}" type="presParOf" srcId="{2589E3F7-9AEC-48E7-9244-BBA035A4908A}" destId="{C8272FDF-BD7B-4821-880D-5F3B985C2C8F}" srcOrd="8" destOrd="0" presId="urn:microsoft.com/office/officeart/2008/layout/VerticalCurvedList"/>
    <dgm:cxn modelId="{8C9EFD06-8B7E-446E-BEBE-06B040053F71}" type="presParOf" srcId="{C8272FDF-BD7B-4821-880D-5F3B985C2C8F}" destId="{CB2E3C37-C7F2-467C-95C9-5B181E2941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4D4AA92B-7AD6-4482-936C-8F10E4151A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E8E60AE-C573-467D-8259-FBF7FDD67C16}">
      <dgm:prSet/>
      <dgm:spPr/>
      <dgm:t>
        <a:bodyPr/>
        <a:lstStyle/>
        <a:p>
          <a:r>
            <a:rPr lang="uk-UA" b="0" i="0" baseline="0"/>
            <a:t>надання Києво-Могилянському колегіуму статусу академії</a:t>
          </a:r>
          <a:endParaRPr lang="uk-UA"/>
        </a:p>
      </dgm:t>
    </dgm:pt>
    <dgm:pt modelId="{DF8FF7BC-A666-4651-AAAE-9AD18A3F9049}" type="parTrans" cxnId="{470B87E7-BBF4-4535-9D99-CC904C525FAF}">
      <dgm:prSet/>
      <dgm:spPr/>
      <dgm:t>
        <a:bodyPr/>
        <a:lstStyle/>
        <a:p>
          <a:endParaRPr lang="uk-UA"/>
        </a:p>
      </dgm:t>
    </dgm:pt>
    <dgm:pt modelId="{6CB10546-2DA9-43BF-BDE3-8393AD1DCB2A}" type="sibTrans" cxnId="{470B87E7-BBF4-4535-9D99-CC904C525FAF}">
      <dgm:prSet/>
      <dgm:spPr/>
      <dgm:t>
        <a:bodyPr/>
        <a:lstStyle/>
        <a:p>
          <a:endParaRPr lang="uk-UA"/>
        </a:p>
      </dgm:t>
    </dgm:pt>
    <dgm:pt modelId="{33338499-D12F-444E-8BA7-4E27D196CC5B}">
      <dgm:prSet/>
      <dgm:spPr/>
      <dgm:t>
        <a:bodyPr/>
        <a:lstStyle/>
        <a:p>
          <a:r>
            <a:rPr lang="uk-UA" b="0" i="0" baseline="0"/>
            <a:t>друк І. Федоровим Острозької Біблії</a:t>
          </a:r>
          <a:endParaRPr lang="uk-UA"/>
        </a:p>
      </dgm:t>
    </dgm:pt>
    <dgm:pt modelId="{04155286-F8E5-4D63-88F4-A9C8E042C064}" type="parTrans" cxnId="{7BB06F63-C255-4772-B66D-B7F6483B12F3}">
      <dgm:prSet/>
      <dgm:spPr/>
      <dgm:t>
        <a:bodyPr/>
        <a:lstStyle/>
        <a:p>
          <a:endParaRPr lang="uk-UA"/>
        </a:p>
      </dgm:t>
    </dgm:pt>
    <dgm:pt modelId="{175CEF90-7D60-49D2-ADF8-063B40F7ACDD}" type="sibTrans" cxnId="{7BB06F63-C255-4772-B66D-B7F6483B12F3}">
      <dgm:prSet/>
      <dgm:spPr/>
      <dgm:t>
        <a:bodyPr/>
        <a:lstStyle/>
        <a:p>
          <a:endParaRPr lang="uk-UA"/>
        </a:p>
      </dgm:t>
    </dgm:pt>
    <dgm:pt modelId="{BD11FA2E-1416-4934-AC25-5CE3D6519387}">
      <dgm:prSet/>
      <dgm:spPr/>
      <dgm:t>
        <a:bodyPr/>
        <a:lstStyle/>
        <a:p>
          <a:r>
            <a:rPr lang="uk-UA" b="0" i="0" baseline="0"/>
            <a:t>легалізація православної церкви в Речі Посполитій</a:t>
          </a:r>
          <a:endParaRPr lang="uk-UA"/>
        </a:p>
      </dgm:t>
    </dgm:pt>
    <dgm:pt modelId="{BBAFBA23-61BD-490B-BC02-7BA7AA57FC0E}" type="parTrans" cxnId="{6851A8F1-1398-4AE1-9F38-643E9776ACC8}">
      <dgm:prSet/>
      <dgm:spPr/>
      <dgm:t>
        <a:bodyPr/>
        <a:lstStyle/>
        <a:p>
          <a:endParaRPr lang="uk-UA"/>
        </a:p>
      </dgm:t>
    </dgm:pt>
    <dgm:pt modelId="{08FDA812-5BA2-4C0F-9916-B518702BE95E}" type="sibTrans" cxnId="{6851A8F1-1398-4AE1-9F38-643E9776ACC8}">
      <dgm:prSet/>
      <dgm:spPr/>
      <dgm:t>
        <a:bodyPr/>
        <a:lstStyle/>
        <a:p>
          <a:endParaRPr lang="uk-UA"/>
        </a:p>
      </dgm:t>
    </dgm:pt>
    <dgm:pt modelId="{6B8C98BF-A47E-4A4F-91EF-2B249C365EE0}">
      <dgm:prSet/>
      <dgm:spPr/>
      <dgm:t>
        <a:bodyPr/>
        <a:lstStyle/>
        <a:p>
          <a:r>
            <a:rPr lang="uk-UA" b="0" i="0" baseline="0"/>
            <a:t>створення Пересопницького Євангелія</a:t>
          </a:r>
          <a:endParaRPr lang="uk-UA"/>
        </a:p>
      </dgm:t>
    </dgm:pt>
    <dgm:pt modelId="{5BD039D1-A8F6-43AE-B111-E98F9AAD19CF}" type="parTrans" cxnId="{EB484AAF-ACD6-47F2-8CC1-DC3D29A0EE5D}">
      <dgm:prSet/>
      <dgm:spPr/>
      <dgm:t>
        <a:bodyPr/>
        <a:lstStyle/>
        <a:p>
          <a:endParaRPr lang="uk-UA"/>
        </a:p>
      </dgm:t>
    </dgm:pt>
    <dgm:pt modelId="{95D230CE-E0F6-4792-9978-39F46B09DC8E}" type="sibTrans" cxnId="{EB484AAF-ACD6-47F2-8CC1-DC3D29A0EE5D}">
      <dgm:prSet/>
      <dgm:spPr/>
      <dgm:t>
        <a:bodyPr/>
        <a:lstStyle/>
        <a:p>
          <a:endParaRPr lang="uk-UA"/>
        </a:p>
      </dgm:t>
    </dgm:pt>
    <dgm:pt modelId="{B32E94DE-735D-43EB-8FBE-5CB2211B0AEF}" type="pres">
      <dgm:prSet presAssocID="{4D4AA92B-7AD6-4482-936C-8F10E4151A76}" presName="linear" presStyleCnt="0">
        <dgm:presLayoutVars>
          <dgm:animLvl val="lvl"/>
          <dgm:resizeHandles val="exact"/>
        </dgm:presLayoutVars>
      </dgm:prSet>
      <dgm:spPr/>
    </dgm:pt>
    <dgm:pt modelId="{ABFD114C-D5E6-4847-91AE-CC6304992ABD}" type="pres">
      <dgm:prSet presAssocID="{4E8E60AE-C573-467D-8259-FBF7FDD67C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94CDEF-2C53-4C64-A224-ABFDEAD30856}" type="pres">
      <dgm:prSet presAssocID="{6CB10546-2DA9-43BF-BDE3-8393AD1DCB2A}" presName="spacer" presStyleCnt="0"/>
      <dgm:spPr/>
    </dgm:pt>
    <dgm:pt modelId="{22F3C042-8C26-4D84-B0CA-6978FB7D0790}" type="pres">
      <dgm:prSet presAssocID="{33338499-D12F-444E-8BA7-4E27D196CC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D81424-B824-4092-B83B-4F6D27B43205}" type="pres">
      <dgm:prSet presAssocID="{175CEF90-7D60-49D2-ADF8-063B40F7ACDD}" presName="spacer" presStyleCnt="0"/>
      <dgm:spPr/>
    </dgm:pt>
    <dgm:pt modelId="{C12887AE-71BB-4188-B2F6-096106E82466}" type="pres">
      <dgm:prSet presAssocID="{BD11FA2E-1416-4934-AC25-5CE3D65193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E33484-29B5-4F93-B30A-9D1799132AB8}" type="pres">
      <dgm:prSet presAssocID="{08FDA812-5BA2-4C0F-9916-B518702BE95E}" presName="spacer" presStyleCnt="0"/>
      <dgm:spPr/>
    </dgm:pt>
    <dgm:pt modelId="{9F6398E8-5273-440C-ABCF-678673947D2A}" type="pres">
      <dgm:prSet presAssocID="{6B8C98BF-A47E-4A4F-91EF-2B249C365E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216E02-B65E-4856-B07D-65799C4B0E62}" type="presOf" srcId="{4E8E60AE-C573-467D-8259-FBF7FDD67C16}" destId="{ABFD114C-D5E6-4847-91AE-CC6304992ABD}" srcOrd="0" destOrd="0" presId="urn:microsoft.com/office/officeart/2005/8/layout/vList2"/>
    <dgm:cxn modelId="{F2E96F1A-E868-4402-AD79-E4221FB3898B}" type="presOf" srcId="{4D4AA92B-7AD6-4482-936C-8F10E4151A76}" destId="{B32E94DE-735D-43EB-8FBE-5CB2211B0AEF}" srcOrd="0" destOrd="0" presId="urn:microsoft.com/office/officeart/2005/8/layout/vList2"/>
    <dgm:cxn modelId="{5307ED3D-59F3-41C8-BF89-66555E688208}" type="presOf" srcId="{6B8C98BF-A47E-4A4F-91EF-2B249C365EE0}" destId="{9F6398E8-5273-440C-ABCF-678673947D2A}" srcOrd="0" destOrd="0" presId="urn:microsoft.com/office/officeart/2005/8/layout/vList2"/>
    <dgm:cxn modelId="{7BB06F63-C255-4772-B66D-B7F6483B12F3}" srcId="{4D4AA92B-7AD6-4482-936C-8F10E4151A76}" destId="{33338499-D12F-444E-8BA7-4E27D196CC5B}" srcOrd="1" destOrd="0" parTransId="{04155286-F8E5-4D63-88F4-A9C8E042C064}" sibTransId="{175CEF90-7D60-49D2-ADF8-063B40F7ACDD}"/>
    <dgm:cxn modelId="{EB484AAF-ACD6-47F2-8CC1-DC3D29A0EE5D}" srcId="{4D4AA92B-7AD6-4482-936C-8F10E4151A76}" destId="{6B8C98BF-A47E-4A4F-91EF-2B249C365EE0}" srcOrd="3" destOrd="0" parTransId="{5BD039D1-A8F6-43AE-B111-E98F9AAD19CF}" sibTransId="{95D230CE-E0F6-4792-9978-39F46B09DC8E}"/>
    <dgm:cxn modelId="{35F2F5B1-EA3F-424C-B280-EC4B58F40974}" type="presOf" srcId="{BD11FA2E-1416-4934-AC25-5CE3D6519387}" destId="{C12887AE-71BB-4188-B2F6-096106E82466}" srcOrd="0" destOrd="0" presId="urn:microsoft.com/office/officeart/2005/8/layout/vList2"/>
    <dgm:cxn modelId="{80EFDFCA-0637-4BA3-AB3F-1023E0FBF85C}" type="presOf" srcId="{33338499-D12F-444E-8BA7-4E27D196CC5B}" destId="{22F3C042-8C26-4D84-B0CA-6978FB7D0790}" srcOrd="0" destOrd="0" presId="urn:microsoft.com/office/officeart/2005/8/layout/vList2"/>
    <dgm:cxn modelId="{470B87E7-BBF4-4535-9D99-CC904C525FAF}" srcId="{4D4AA92B-7AD6-4482-936C-8F10E4151A76}" destId="{4E8E60AE-C573-467D-8259-FBF7FDD67C16}" srcOrd="0" destOrd="0" parTransId="{DF8FF7BC-A666-4651-AAAE-9AD18A3F9049}" sibTransId="{6CB10546-2DA9-43BF-BDE3-8393AD1DCB2A}"/>
    <dgm:cxn modelId="{6851A8F1-1398-4AE1-9F38-643E9776ACC8}" srcId="{4D4AA92B-7AD6-4482-936C-8F10E4151A76}" destId="{BD11FA2E-1416-4934-AC25-5CE3D6519387}" srcOrd="2" destOrd="0" parTransId="{BBAFBA23-61BD-490B-BC02-7BA7AA57FC0E}" sibTransId="{08FDA812-5BA2-4C0F-9916-B518702BE95E}"/>
    <dgm:cxn modelId="{6DFA8952-8EFA-4124-BAFE-D16CB6843E5E}" type="presParOf" srcId="{B32E94DE-735D-43EB-8FBE-5CB2211B0AEF}" destId="{ABFD114C-D5E6-4847-91AE-CC6304992ABD}" srcOrd="0" destOrd="0" presId="urn:microsoft.com/office/officeart/2005/8/layout/vList2"/>
    <dgm:cxn modelId="{9572CC26-0DC8-4D96-BA71-FD882D84DAE7}" type="presParOf" srcId="{B32E94DE-735D-43EB-8FBE-5CB2211B0AEF}" destId="{0C94CDEF-2C53-4C64-A224-ABFDEAD30856}" srcOrd="1" destOrd="0" presId="urn:microsoft.com/office/officeart/2005/8/layout/vList2"/>
    <dgm:cxn modelId="{8ACC7ED9-5294-4FF1-AC2A-0D0D0DF2503F}" type="presParOf" srcId="{B32E94DE-735D-43EB-8FBE-5CB2211B0AEF}" destId="{22F3C042-8C26-4D84-B0CA-6978FB7D0790}" srcOrd="2" destOrd="0" presId="urn:microsoft.com/office/officeart/2005/8/layout/vList2"/>
    <dgm:cxn modelId="{B2B468E3-DCCC-4551-BB03-E73CC7295CF0}" type="presParOf" srcId="{B32E94DE-735D-43EB-8FBE-5CB2211B0AEF}" destId="{89D81424-B824-4092-B83B-4F6D27B43205}" srcOrd="3" destOrd="0" presId="urn:microsoft.com/office/officeart/2005/8/layout/vList2"/>
    <dgm:cxn modelId="{92DA0781-A80A-469A-82AA-FF4DDC0301FA}" type="presParOf" srcId="{B32E94DE-735D-43EB-8FBE-5CB2211B0AEF}" destId="{C12887AE-71BB-4188-B2F6-096106E82466}" srcOrd="4" destOrd="0" presId="urn:microsoft.com/office/officeart/2005/8/layout/vList2"/>
    <dgm:cxn modelId="{34E56305-0428-4AEB-AC52-1EA085ED28A1}" type="presParOf" srcId="{B32E94DE-735D-43EB-8FBE-5CB2211B0AEF}" destId="{89E33484-29B5-4F93-B30A-9D1799132AB8}" srcOrd="5" destOrd="0" presId="urn:microsoft.com/office/officeart/2005/8/layout/vList2"/>
    <dgm:cxn modelId="{07DF6319-EFEF-4345-AE15-21CAE8963843}" type="presParOf" srcId="{B32E94DE-735D-43EB-8FBE-5CB2211B0AEF}" destId="{9F6398E8-5273-440C-ABCF-678673947D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E9372A76-6A7D-4D7F-BB22-17A76BC5F3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B0F655-EDBA-4990-B14E-41CDBFFF64F7}">
      <dgm:prSet/>
      <dgm:spPr/>
      <dgm:t>
        <a:bodyPr/>
        <a:lstStyle/>
        <a:p>
          <a:r>
            <a:rPr lang="ru-RU" b="0" i="0" baseline="0"/>
            <a:t>«Березневі статті» Б.Хмельницького</a:t>
          </a:r>
          <a:endParaRPr lang="uk-UA"/>
        </a:p>
      </dgm:t>
    </dgm:pt>
    <dgm:pt modelId="{6FA81155-9BA5-458B-A5FC-04F084703C19}" type="parTrans" cxnId="{6DF412F2-B5F6-4B8A-9D52-2DD9ED12F22F}">
      <dgm:prSet/>
      <dgm:spPr/>
      <dgm:t>
        <a:bodyPr/>
        <a:lstStyle/>
        <a:p>
          <a:endParaRPr lang="uk-UA"/>
        </a:p>
      </dgm:t>
    </dgm:pt>
    <dgm:pt modelId="{F6816BEB-A13A-4D8E-B8F8-B8BB1B904430}" type="sibTrans" cxnId="{6DF412F2-B5F6-4B8A-9D52-2DD9ED12F22F}">
      <dgm:prSet/>
      <dgm:spPr/>
      <dgm:t>
        <a:bodyPr/>
        <a:lstStyle/>
        <a:p>
          <a:endParaRPr lang="uk-UA"/>
        </a:p>
      </dgm:t>
    </dgm:pt>
    <dgm:pt modelId="{58C62A89-8FE2-4FC0-A1FC-AF0F6088F6D9}">
      <dgm:prSet/>
      <dgm:spPr/>
      <dgm:t>
        <a:bodyPr/>
        <a:lstStyle/>
        <a:p>
          <a:r>
            <a:rPr lang="ru-RU" b="0" i="0" baseline="0"/>
            <a:t>«Решетилівські статті» І. Скоропадського</a:t>
          </a:r>
          <a:endParaRPr lang="uk-UA"/>
        </a:p>
      </dgm:t>
    </dgm:pt>
    <dgm:pt modelId="{2B8F09CE-5173-4B0E-900A-1B1F679D8508}" type="parTrans" cxnId="{249F43CA-B5CB-4574-9118-CC6CEA4203E2}">
      <dgm:prSet/>
      <dgm:spPr/>
      <dgm:t>
        <a:bodyPr/>
        <a:lstStyle/>
        <a:p>
          <a:endParaRPr lang="uk-UA"/>
        </a:p>
      </dgm:t>
    </dgm:pt>
    <dgm:pt modelId="{BBB5D253-59A8-4F94-A05B-9FCFC3C4DE7E}" type="sibTrans" cxnId="{249F43CA-B5CB-4574-9118-CC6CEA4203E2}">
      <dgm:prSet/>
      <dgm:spPr/>
      <dgm:t>
        <a:bodyPr/>
        <a:lstStyle/>
        <a:p>
          <a:endParaRPr lang="uk-UA"/>
        </a:p>
      </dgm:t>
    </dgm:pt>
    <dgm:pt modelId="{25B33649-A2F4-44FA-B266-6950F7764B48}">
      <dgm:prSet/>
      <dgm:spPr/>
      <dgm:t>
        <a:bodyPr/>
        <a:lstStyle/>
        <a:p>
          <a:r>
            <a:rPr lang="ru-RU" b="0" i="0" baseline="0"/>
            <a:t>«Рішительні пункти» Д. Апостола</a:t>
          </a:r>
          <a:endParaRPr lang="uk-UA"/>
        </a:p>
      </dgm:t>
    </dgm:pt>
    <dgm:pt modelId="{087D3622-67B4-4E4F-9B88-84A2FDE2EF91}" type="parTrans" cxnId="{177E443B-5B5B-4BC9-9689-CFE06B8EEEC2}">
      <dgm:prSet/>
      <dgm:spPr/>
      <dgm:t>
        <a:bodyPr/>
        <a:lstStyle/>
        <a:p>
          <a:endParaRPr lang="uk-UA"/>
        </a:p>
      </dgm:t>
    </dgm:pt>
    <dgm:pt modelId="{E3614C35-B34C-493E-A90B-2C58426B7487}" type="sibTrans" cxnId="{177E443B-5B5B-4BC9-9689-CFE06B8EEEC2}">
      <dgm:prSet/>
      <dgm:spPr/>
      <dgm:t>
        <a:bodyPr/>
        <a:lstStyle/>
        <a:p>
          <a:endParaRPr lang="uk-UA"/>
        </a:p>
      </dgm:t>
    </dgm:pt>
    <dgm:pt modelId="{2AA4A44D-FD4B-4CD1-BF2A-9CF1946E5418}">
      <dgm:prSet/>
      <dgm:spPr/>
      <dgm:t>
        <a:bodyPr/>
        <a:lstStyle/>
        <a:p>
          <a:r>
            <a:rPr lang="ru-RU" b="0" i="0" baseline="0" dirty="0"/>
            <a:t>«</a:t>
          </a:r>
          <a:r>
            <a:rPr lang="ru-RU" b="0" i="0" baseline="0" dirty="0" err="1"/>
            <a:t>Конституція</a:t>
          </a:r>
          <a:r>
            <a:rPr lang="ru-RU" b="0" i="0" baseline="0" dirty="0"/>
            <a:t>» П. Орлика</a:t>
          </a:r>
          <a:endParaRPr lang="uk-UA" dirty="0"/>
        </a:p>
      </dgm:t>
    </dgm:pt>
    <dgm:pt modelId="{8C243D62-187B-4149-960B-2B865F76100F}" type="parTrans" cxnId="{76C1FEB6-8E72-493A-8930-3A9A32394487}">
      <dgm:prSet/>
      <dgm:spPr/>
      <dgm:t>
        <a:bodyPr/>
        <a:lstStyle/>
        <a:p>
          <a:endParaRPr lang="uk-UA"/>
        </a:p>
      </dgm:t>
    </dgm:pt>
    <dgm:pt modelId="{BD44EC2B-37E3-4341-84CE-A9D8ACC3332F}" type="sibTrans" cxnId="{76C1FEB6-8E72-493A-8930-3A9A32394487}">
      <dgm:prSet/>
      <dgm:spPr/>
      <dgm:t>
        <a:bodyPr/>
        <a:lstStyle/>
        <a:p>
          <a:endParaRPr lang="uk-UA"/>
        </a:p>
      </dgm:t>
    </dgm:pt>
    <dgm:pt modelId="{4349BED2-60BC-45EE-839E-AE1CFBECD2AF}" type="pres">
      <dgm:prSet presAssocID="{E9372A76-6A7D-4D7F-BB22-17A76BC5F3E9}" presName="linear" presStyleCnt="0">
        <dgm:presLayoutVars>
          <dgm:animLvl val="lvl"/>
          <dgm:resizeHandles val="exact"/>
        </dgm:presLayoutVars>
      </dgm:prSet>
      <dgm:spPr/>
    </dgm:pt>
    <dgm:pt modelId="{65C972A2-7F16-4AAB-A1D0-EAE002E6A772}" type="pres">
      <dgm:prSet presAssocID="{21B0F655-EDBA-4990-B14E-41CDBFFF64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4A9178E-2A36-4862-9BA3-A9D1EEBC590E}" type="pres">
      <dgm:prSet presAssocID="{F6816BEB-A13A-4D8E-B8F8-B8BB1B904430}" presName="spacer" presStyleCnt="0"/>
      <dgm:spPr/>
    </dgm:pt>
    <dgm:pt modelId="{BC86DEB3-E0ED-40AB-8718-B337D7516F5E}" type="pres">
      <dgm:prSet presAssocID="{58C62A89-8FE2-4FC0-A1FC-AF0F6088F6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395EA5-A4FD-49AE-9E85-B9F1F976AEE8}" type="pres">
      <dgm:prSet presAssocID="{BBB5D253-59A8-4F94-A05B-9FCFC3C4DE7E}" presName="spacer" presStyleCnt="0"/>
      <dgm:spPr/>
    </dgm:pt>
    <dgm:pt modelId="{4E1A4C58-0A39-40B8-B658-C3BB22DB733E}" type="pres">
      <dgm:prSet presAssocID="{25B33649-A2F4-44FA-B266-6950F7764B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DF3C48-E253-42B2-8B0F-65934DCBD39A}" type="pres">
      <dgm:prSet presAssocID="{E3614C35-B34C-493E-A90B-2C58426B7487}" presName="spacer" presStyleCnt="0"/>
      <dgm:spPr/>
    </dgm:pt>
    <dgm:pt modelId="{A793EECC-694A-4A18-90C4-F71B8732B554}" type="pres">
      <dgm:prSet presAssocID="{2AA4A44D-FD4B-4CD1-BF2A-9CF1946E541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055001-A97A-45F7-A395-AAB1EBB513CF}" type="presOf" srcId="{21B0F655-EDBA-4990-B14E-41CDBFFF64F7}" destId="{65C972A2-7F16-4AAB-A1D0-EAE002E6A772}" srcOrd="0" destOrd="0" presId="urn:microsoft.com/office/officeart/2005/8/layout/vList2"/>
    <dgm:cxn modelId="{04284729-3D70-4F1F-A914-83B0D6D79C1E}" type="presOf" srcId="{25B33649-A2F4-44FA-B266-6950F7764B48}" destId="{4E1A4C58-0A39-40B8-B658-C3BB22DB733E}" srcOrd="0" destOrd="0" presId="urn:microsoft.com/office/officeart/2005/8/layout/vList2"/>
    <dgm:cxn modelId="{177E443B-5B5B-4BC9-9689-CFE06B8EEEC2}" srcId="{E9372A76-6A7D-4D7F-BB22-17A76BC5F3E9}" destId="{25B33649-A2F4-44FA-B266-6950F7764B48}" srcOrd="2" destOrd="0" parTransId="{087D3622-67B4-4E4F-9B88-84A2FDE2EF91}" sibTransId="{E3614C35-B34C-493E-A90B-2C58426B7487}"/>
    <dgm:cxn modelId="{FB5FFC63-F63C-4AD3-B8CF-A1E6460F2473}" type="presOf" srcId="{E9372A76-6A7D-4D7F-BB22-17A76BC5F3E9}" destId="{4349BED2-60BC-45EE-839E-AE1CFBECD2AF}" srcOrd="0" destOrd="0" presId="urn:microsoft.com/office/officeart/2005/8/layout/vList2"/>
    <dgm:cxn modelId="{F57DFF56-D473-48F7-B195-717EEDEF6B58}" type="presOf" srcId="{58C62A89-8FE2-4FC0-A1FC-AF0F6088F6D9}" destId="{BC86DEB3-E0ED-40AB-8718-B337D7516F5E}" srcOrd="0" destOrd="0" presId="urn:microsoft.com/office/officeart/2005/8/layout/vList2"/>
    <dgm:cxn modelId="{76C1FEB6-8E72-493A-8930-3A9A32394487}" srcId="{E9372A76-6A7D-4D7F-BB22-17A76BC5F3E9}" destId="{2AA4A44D-FD4B-4CD1-BF2A-9CF1946E5418}" srcOrd="3" destOrd="0" parTransId="{8C243D62-187B-4149-960B-2B865F76100F}" sibTransId="{BD44EC2B-37E3-4341-84CE-A9D8ACC3332F}"/>
    <dgm:cxn modelId="{249F43CA-B5CB-4574-9118-CC6CEA4203E2}" srcId="{E9372A76-6A7D-4D7F-BB22-17A76BC5F3E9}" destId="{58C62A89-8FE2-4FC0-A1FC-AF0F6088F6D9}" srcOrd="1" destOrd="0" parTransId="{2B8F09CE-5173-4B0E-900A-1B1F679D8508}" sibTransId="{BBB5D253-59A8-4F94-A05B-9FCFC3C4DE7E}"/>
    <dgm:cxn modelId="{D19B95DD-6B49-498B-B2F4-05D3EECEFA2B}" type="presOf" srcId="{2AA4A44D-FD4B-4CD1-BF2A-9CF1946E5418}" destId="{A793EECC-694A-4A18-90C4-F71B8732B554}" srcOrd="0" destOrd="0" presId="urn:microsoft.com/office/officeart/2005/8/layout/vList2"/>
    <dgm:cxn modelId="{6DF412F2-B5F6-4B8A-9D52-2DD9ED12F22F}" srcId="{E9372A76-6A7D-4D7F-BB22-17A76BC5F3E9}" destId="{21B0F655-EDBA-4990-B14E-41CDBFFF64F7}" srcOrd="0" destOrd="0" parTransId="{6FA81155-9BA5-458B-A5FC-04F084703C19}" sibTransId="{F6816BEB-A13A-4D8E-B8F8-B8BB1B904430}"/>
    <dgm:cxn modelId="{D6DEA914-578A-4A97-B352-83BC9B583E92}" type="presParOf" srcId="{4349BED2-60BC-45EE-839E-AE1CFBECD2AF}" destId="{65C972A2-7F16-4AAB-A1D0-EAE002E6A772}" srcOrd="0" destOrd="0" presId="urn:microsoft.com/office/officeart/2005/8/layout/vList2"/>
    <dgm:cxn modelId="{0D81101D-0E03-44B1-8A3E-659682822943}" type="presParOf" srcId="{4349BED2-60BC-45EE-839E-AE1CFBECD2AF}" destId="{34A9178E-2A36-4862-9BA3-A9D1EEBC590E}" srcOrd="1" destOrd="0" presId="urn:microsoft.com/office/officeart/2005/8/layout/vList2"/>
    <dgm:cxn modelId="{177455DB-ED25-4156-99B5-0899BEC830BC}" type="presParOf" srcId="{4349BED2-60BC-45EE-839E-AE1CFBECD2AF}" destId="{BC86DEB3-E0ED-40AB-8718-B337D7516F5E}" srcOrd="2" destOrd="0" presId="urn:microsoft.com/office/officeart/2005/8/layout/vList2"/>
    <dgm:cxn modelId="{F3763FF8-8FB3-4A81-8B76-3C1C1B7F2C38}" type="presParOf" srcId="{4349BED2-60BC-45EE-839E-AE1CFBECD2AF}" destId="{00395EA5-A4FD-49AE-9E85-B9F1F976AEE8}" srcOrd="3" destOrd="0" presId="urn:microsoft.com/office/officeart/2005/8/layout/vList2"/>
    <dgm:cxn modelId="{56C0CAA6-7B10-440F-A088-4D026E1059F8}" type="presParOf" srcId="{4349BED2-60BC-45EE-839E-AE1CFBECD2AF}" destId="{4E1A4C58-0A39-40B8-B658-C3BB22DB733E}" srcOrd="4" destOrd="0" presId="urn:microsoft.com/office/officeart/2005/8/layout/vList2"/>
    <dgm:cxn modelId="{72DE84C4-359F-4678-B8C1-D7243E84F0D6}" type="presParOf" srcId="{4349BED2-60BC-45EE-839E-AE1CFBECD2AF}" destId="{63DF3C48-E253-42B2-8B0F-65934DCBD39A}" srcOrd="5" destOrd="0" presId="urn:microsoft.com/office/officeart/2005/8/layout/vList2"/>
    <dgm:cxn modelId="{2DCEACA6-8B7B-4ECE-8410-D176BCAD9EAB}" type="presParOf" srcId="{4349BED2-60BC-45EE-839E-AE1CFBECD2AF}" destId="{A793EECC-694A-4A18-90C4-F71B8732B5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EE592CF7-CCE7-4CFB-8706-3FA2963667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9AD170-D419-455E-8BA4-0F60EA2B9687}">
      <dgm:prSet/>
      <dgm:spPr/>
      <dgm:t>
        <a:bodyPr/>
        <a:lstStyle/>
        <a:p>
          <a:r>
            <a:rPr lang="ru-RU" b="0" i="1" baseline="0"/>
            <a:t>«...жалуючи підданих своїх, малоросійський народ.., при гетьмані в Глухові для управління і для іншого, що в прохальних пунктах гетьмана Хмельницького написано.., бути колегії»</a:t>
          </a:r>
          <a:endParaRPr lang="uk-UA"/>
        </a:p>
      </dgm:t>
    </dgm:pt>
    <dgm:pt modelId="{3DCBE98B-79FA-4262-8026-975D7C1B842A}" type="parTrans" cxnId="{9704A7FF-F4D7-4A65-AB64-CDD2496E4D24}">
      <dgm:prSet/>
      <dgm:spPr/>
      <dgm:t>
        <a:bodyPr/>
        <a:lstStyle/>
        <a:p>
          <a:endParaRPr lang="uk-UA"/>
        </a:p>
      </dgm:t>
    </dgm:pt>
    <dgm:pt modelId="{E8BB2CC3-05AB-48ED-9261-F236296B8389}" type="sibTrans" cxnId="{9704A7FF-F4D7-4A65-AB64-CDD2496E4D24}">
      <dgm:prSet/>
      <dgm:spPr/>
      <dgm:t>
        <a:bodyPr/>
        <a:lstStyle/>
        <a:p>
          <a:endParaRPr lang="uk-UA"/>
        </a:p>
      </dgm:t>
    </dgm:pt>
    <dgm:pt modelId="{0A4CCA17-78D9-4358-B276-E775EF44AC07}">
      <dgm:prSet/>
      <dgm:spPr/>
      <dgm:t>
        <a:bodyPr/>
        <a:lstStyle/>
        <a:p>
          <a:r>
            <a:rPr lang="ru-RU" b="0" i="1" baseline="0"/>
            <a:t>«У гетьманській резиденції тричі на рік має збиратися Генеральна Рада: на Різдво, Великдень, Покрову. Між Радами Україною правитиме гетьман з генеральною старшиною»</a:t>
          </a:r>
          <a:endParaRPr lang="uk-UA"/>
        </a:p>
      </dgm:t>
    </dgm:pt>
    <dgm:pt modelId="{BA3AA712-7C61-43BB-8220-D2808C6204C1}" type="parTrans" cxnId="{B4B74471-7DA3-4817-8D18-7BAB2B9A38B9}">
      <dgm:prSet/>
      <dgm:spPr/>
      <dgm:t>
        <a:bodyPr/>
        <a:lstStyle/>
        <a:p>
          <a:endParaRPr lang="uk-UA"/>
        </a:p>
      </dgm:t>
    </dgm:pt>
    <dgm:pt modelId="{7B0A1791-9CC2-42DE-A7E5-1929575AD12F}" type="sibTrans" cxnId="{B4B74471-7DA3-4817-8D18-7BAB2B9A38B9}">
      <dgm:prSet/>
      <dgm:spPr/>
      <dgm:t>
        <a:bodyPr/>
        <a:lstStyle/>
        <a:p>
          <a:endParaRPr lang="uk-UA"/>
        </a:p>
      </dgm:t>
    </dgm:pt>
    <dgm:pt modelId="{2AB721F6-5B9D-4216-AF79-C4EECDD9906F}" type="pres">
      <dgm:prSet presAssocID="{EE592CF7-CCE7-4CFB-8706-3FA29636670A}" presName="linear" presStyleCnt="0">
        <dgm:presLayoutVars>
          <dgm:animLvl val="lvl"/>
          <dgm:resizeHandles val="exact"/>
        </dgm:presLayoutVars>
      </dgm:prSet>
      <dgm:spPr/>
    </dgm:pt>
    <dgm:pt modelId="{214147E5-99FA-421B-AFD3-7FCF4214781A}" type="pres">
      <dgm:prSet presAssocID="{769AD170-D419-455E-8BA4-0F60EA2B96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8842241-9E5F-49D5-88B7-B72A71FBC2D7}" type="pres">
      <dgm:prSet presAssocID="{E8BB2CC3-05AB-48ED-9261-F236296B8389}" presName="spacer" presStyleCnt="0"/>
      <dgm:spPr/>
    </dgm:pt>
    <dgm:pt modelId="{AAD31E28-9629-4FDA-9B30-6BA33BE65CB9}" type="pres">
      <dgm:prSet presAssocID="{0A4CCA17-78D9-4358-B276-E775EF44AC0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4B74471-7DA3-4817-8D18-7BAB2B9A38B9}" srcId="{EE592CF7-CCE7-4CFB-8706-3FA29636670A}" destId="{0A4CCA17-78D9-4358-B276-E775EF44AC07}" srcOrd="1" destOrd="0" parTransId="{BA3AA712-7C61-43BB-8220-D2808C6204C1}" sibTransId="{7B0A1791-9CC2-42DE-A7E5-1929575AD12F}"/>
    <dgm:cxn modelId="{7E552D93-D423-44B6-9A09-33A5B6CB8D44}" type="presOf" srcId="{0A4CCA17-78D9-4358-B276-E775EF44AC07}" destId="{AAD31E28-9629-4FDA-9B30-6BA33BE65CB9}" srcOrd="0" destOrd="0" presId="urn:microsoft.com/office/officeart/2005/8/layout/vList2"/>
    <dgm:cxn modelId="{718083CC-DAB1-4A8E-981F-57785106F7F3}" type="presOf" srcId="{769AD170-D419-455E-8BA4-0F60EA2B9687}" destId="{214147E5-99FA-421B-AFD3-7FCF4214781A}" srcOrd="0" destOrd="0" presId="urn:microsoft.com/office/officeart/2005/8/layout/vList2"/>
    <dgm:cxn modelId="{418D0CE4-C44E-41F7-AB72-8EE852A09A0E}" type="presOf" srcId="{EE592CF7-CCE7-4CFB-8706-3FA29636670A}" destId="{2AB721F6-5B9D-4216-AF79-C4EECDD9906F}" srcOrd="0" destOrd="0" presId="urn:microsoft.com/office/officeart/2005/8/layout/vList2"/>
    <dgm:cxn modelId="{9704A7FF-F4D7-4A65-AB64-CDD2496E4D24}" srcId="{EE592CF7-CCE7-4CFB-8706-3FA29636670A}" destId="{769AD170-D419-455E-8BA4-0F60EA2B9687}" srcOrd="0" destOrd="0" parTransId="{3DCBE98B-79FA-4262-8026-975D7C1B842A}" sibTransId="{E8BB2CC3-05AB-48ED-9261-F236296B8389}"/>
    <dgm:cxn modelId="{5ABC0AF8-38D1-4C91-A835-F464AB1C4674}" type="presParOf" srcId="{2AB721F6-5B9D-4216-AF79-C4EECDD9906F}" destId="{214147E5-99FA-421B-AFD3-7FCF4214781A}" srcOrd="0" destOrd="0" presId="urn:microsoft.com/office/officeart/2005/8/layout/vList2"/>
    <dgm:cxn modelId="{435592D4-2E29-4EE6-BF00-663C3AC1059C}" type="presParOf" srcId="{2AB721F6-5B9D-4216-AF79-C4EECDD9906F}" destId="{F8842241-9E5F-49D5-88B7-B72A71FBC2D7}" srcOrd="1" destOrd="0" presId="urn:microsoft.com/office/officeart/2005/8/layout/vList2"/>
    <dgm:cxn modelId="{26DEE1A3-7245-475A-8F4B-4CFDA5693FEA}" type="presParOf" srcId="{2AB721F6-5B9D-4216-AF79-C4EECDD9906F}" destId="{AAD31E28-9629-4FDA-9B30-6BA33BE65CB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85734282-3CA7-46E4-90B4-169672D12C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031EB9-3840-4E54-B607-DFA91F43F966}">
      <dgm:prSet/>
      <dgm:spPr/>
      <dgm:t>
        <a:bodyPr/>
        <a:lstStyle/>
        <a:p>
          <a:r>
            <a:rPr lang="ru-RU" b="0" i="1" baseline="0"/>
            <a:t>«Посли, які здавна до Війська Запорозького приходять, гетьману приймати та про це царську величність повідомляти. З турецьким султаном і польським королем без указу царської величності зносин не мати»</a:t>
          </a:r>
          <a:endParaRPr lang="uk-UA"/>
        </a:p>
      </dgm:t>
    </dgm:pt>
    <dgm:pt modelId="{7D4E2099-5D45-4D17-B3A1-76A71EB007C9}" type="parTrans" cxnId="{D85F37D9-3E5C-456C-A791-906C8CF50D10}">
      <dgm:prSet/>
      <dgm:spPr/>
      <dgm:t>
        <a:bodyPr/>
        <a:lstStyle/>
        <a:p>
          <a:endParaRPr lang="uk-UA"/>
        </a:p>
      </dgm:t>
    </dgm:pt>
    <dgm:pt modelId="{360C735D-F33D-4806-AE54-A03FB7CCDC31}" type="sibTrans" cxnId="{D85F37D9-3E5C-456C-A791-906C8CF50D10}">
      <dgm:prSet/>
      <dgm:spPr/>
      <dgm:t>
        <a:bodyPr/>
        <a:lstStyle/>
        <a:p>
          <a:endParaRPr lang="uk-UA"/>
        </a:p>
      </dgm:t>
    </dgm:pt>
    <dgm:pt modelId="{B5FF0C5A-A9C8-41C5-938F-08221230E769}">
      <dgm:prSet/>
      <dgm:spPr/>
      <dgm:t>
        <a:bodyPr/>
        <a:lstStyle/>
        <a:p>
          <a:r>
            <a:rPr lang="ru-RU" b="0" i="1" baseline="0"/>
            <a:t>«...Іван Мазепа, законний князь України, ...не може бути позбавлений влади у цьому князівстві до його смерті... стани України зберігатимуть всі вольності згідно зі своїми правами»</a:t>
          </a:r>
          <a:endParaRPr lang="uk-UA"/>
        </a:p>
      </dgm:t>
    </dgm:pt>
    <dgm:pt modelId="{B03581AF-CE62-42CC-BD5C-8321D958B5F5}" type="parTrans" cxnId="{43087745-E63D-49E6-BAB0-A900BEDB1763}">
      <dgm:prSet/>
      <dgm:spPr/>
      <dgm:t>
        <a:bodyPr/>
        <a:lstStyle/>
        <a:p>
          <a:endParaRPr lang="uk-UA"/>
        </a:p>
      </dgm:t>
    </dgm:pt>
    <dgm:pt modelId="{5C7B9CCC-C976-44B2-B527-3FFE4131A1AC}" type="sibTrans" cxnId="{43087745-E63D-49E6-BAB0-A900BEDB1763}">
      <dgm:prSet/>
      <dgm:spPr/>
      <dgm:t>
        <a:bodyPr/>
        <a:lstStyle/>
        <a:p>
          <a:endParaRPr lang="uk-UA"/>
        </a:p>
      </dgm:t>
    </dgm:pt>
    <dgm:pt modelId="{638B6EA1-9AFE-4A32-B38E-CDB15C714F69}" type="pres">
      <dgm:prSet presAssocID="{85734282-3CA7-46E4-90B4-169672D12C11}" presName="linear" presStyleCnt="0">
        <dgm:presLayoutVars>
          <dgm:animLvl val="lvl"/>
          <dgm:resizeHandles val="exact"/>
        </dgm:presLayoutVars>
      </dgm:prSet>
      <dgm:spPr/>
    </dgm:pt>
    <dgm:pt modelId="{0A1EC84A-B827-40B2-913E-01EEC1621E93}" type="pres">
      <dgm:prSet presAssocID="{68031EB9-3840-4E54-B607-DFA91F43F9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D296EF-B710-429D-9481-36FDBF136FFD}" type="pres">
      <dgm:prSet presAssocID="{360C735D-F33D-4806-AE54-A03FB7CCDC31}" presName="spacer" presStyleCnt="0"/>
      <dgm:spPr/>
    </dgm:pt>
    <dgm:pt modelId="{6DDD8FDF-CA49-4B43-B084-F9A51CD5FA2A}" type="pres">
      <dgm:prSet presAssocID="{B5FF0C5A-A9C8-41C5-938F-08221230E7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3087745-E63D-49E6-BAB0-A900BEDB1763}" srcId="{85734282-3CA7-46E4-90B4-169672D12C11}" destId="{B5FF0C5A-A9C8-41C5-938F-08221230E769}" srcOrd="1" destOrd="0" parTransId="{B03581AF-CE62-42CC-BD5C-8321D958B5F5}" sibTransId="{5C7B9CCC-C976-44B2-B527-3FFE4131A1AC}"/>
    <dgm:cxn modelId="{69DFFD6C-D760-4DCD-8DC8-21F1B45BDD92}" type="presOf" srcId="{85734282-3CA7-46E4-90B4-169672D12C11}" destId="{638B6EA1-9AFE-4A32-B38E-CDB15C714F69}" srcOrd="0" destOrd="0" presId="urn:microsoft.com/office/officeart/2005/8/layout/vList2"/>
    <dgm:cxn modelId="{DCDA5BA6-F3A5-41E9-AFF9-AA9416D9CFE8}" type="presOf" srcId="{B5FF0C5A-A9C8-41C5-938F-08221230E769}" destId="{6DDD8FDF-CA49-4B43-B084-F9A51CD5FA2A}" srcOrd="0" destOrd="0" presId="urn:microsoft.com/office/officeart/2005/8/layout/vList2"/>
    <dgm:cxn modelId="{15AA0BB1-EAE0-4F2B-942B-8EF59C6D7C65}" type="presOf" srcId="{68031EB9-3840-4E54-B607-DFA91F43F966}" destId="{0A1EC84A-B827-40B2-913E-01EEC1621E93}" srcOrd="0" destOrd="0" presId="urn:microsoft.com/office/officeart/2005/8/layout/vList2"/>
    <dgm:cxn modelId="{D85F37D9-3E5C-456C-A791-906C8CF50D10}" srcId="{85734282-3CA7-46E4-90B4-169672D12C11}" destId="{68031EB9-3840-4E54-B607-DFA91F43F966}" srcOrd="0" destOrd="0" parTransId="{7D4E2099-5D45-4D17-B3A1-76A71EB007C9}" sibTransId="{360C735D-F33D-4806-AE54-A03FB7CCDC31}"/>
    <dgm:cxn modelId="{4B700252-F42F-4282-9A29-62D136F8038B}" type="presParOf" srcId="{638B6EA1-9AFE-4A32-B38E-CDB15C714F69}" destId="{0A1EC84A-B827-40B2-913E-01EEC1621E93}" srcOrd="0" destOrd="0" presId="urn:microsoft.com/office/officeart/2005/8/layout/vList2"/>
    <dgm:cxn modelId="{0BF6932D-1A4B-4B45-A562-587CD9574837}" type="presParOf" srcId="{638B6EA1-9AFE-4A32-B38E-CDB15C714F69}" destId="{6AD296EF-B710-429D-9481-36FDBF136FFD}" srcOrd="1" destOrd="0" presId="urn:microsoft.com/office/officeart/2005/8/layout/vList2"/>
    <dgm:cxn modelId="{835AF627-7509-4CB4-9F08-EDAC43F44318}" type="presParOf" srcId="{638B6EA1-9AFE-4A32-B38E-CDB15C714F69}" destId="{6DDD8FDF-CA49-4B43-B084-F9A51CD5FA2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0F5667F5-BFBE-45D1-B6C5-74072C4851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228DB3D-6C42-4E4A-BAFB-E422FD5F26CA}">
      <dgm:prSet/>
      <dgm:spPr/>
      <dgm:t>
        <a:bodyPr/>
        <a:lstStyle/>
        <a:p>
          <a:r>
            <a:rPr lang="uk-UA" b="0" i="0" baseline="0"/>
            <a:t>уся повнота влади зосереджувалася в руках довічно обраного гетьмана.</a:t>
          </a:r>
          <a:endParaRPr lang="uk-UA"/>
        </a:p>
      </dgm:t>
    </dgm:pt>
    <dgm:pt modelId="{86979EDF-8A59-406D-A31B-6C5B10037184}" type="parTrans" cxnId="{1FCFF762-5F08-4CA9-A758-EF93A50F4FA3}">
      <dgm:prSet/>
      <dgm:spPr/>
      <dgm:t>
        <a:bodyPr/>
        <a:lstStyle/>
        <a:p>
          <a:endParaRPr lang="uk-UA"/>
        </a:p>
      </dgm:t>
    </dgm:pt>
    <dgm:pt modelId="{6AB8B5AE-DEBA-4139-9586-3902EB346B55}" type="sibTrans" cxnId="{1FCFF762-5F08-4CA9-A758-EF93A50F4FA3}">
      <dgm:prSet/>
      <dgm:spPr/>
      <dgm:t>
        <a:bodyPr/>
        <a:lstStyle/>
        <a:p>
          <a:endParaRPr lang="uk-UA"/>
        </a:p>
      </dgm:t>
    </dgm:pt>
    <dgm:pt modelId="{A53F6CDE-7BBE-4319-856B-46CCDA6EDE70}">
      <dgm:prSet/>
      <dgm:spPr/>
      <dgm:t>
        <a:bodyPr/>
        <a:lstStyle/>
        <a:p>
          <a:r>
            <a:rPr lang="uk-UA" b="0" i="0" baseline="0"/>
            <a:t>найвища виконавча влада належала гетьманові та генеральній старшині.</a:t>
          </a:r>
          <a:endParaRPr lang="uk-UA"/>
        </a:p>
      </dgm:t>
    </dgm:pt>
    <dgm:pt modelId="{C396DEDF-9491-46E9-95D6-84A9043BF622}" type="parTrans" cxnId="{2FDDF538-425A-4542-B47D-A589BF06E3A7}">
      <dgm:prSet/>
      <dgm:spPr/>
      <dgm:t>
        <a:bodyPr/>
        <a:lstStyle/>
        <a:p>
          <a:endParaRPr lang="uk-UA"/>
        </a:p>
      </dgm:t>
    </dgm:pt>
    <dgm:pt modelId="{5DFD0E3C-7C72-4387-BAAB-A1DC4F12C732}" type="sibTrans" cxnId="{2FDDF538-425A-4542-B47D-A589BF06E3A7}">
      <dgm:prSet/>
      <dgm:spPr/>
      <dgm:t>
        <a:bodyPr/>
        <a:lstStyle/>
        <a:p>
          <a:endParaRPr lang="uk-UA"/>
        </a:p>
      </dgm:t>
    </dgm:pt>
    <dgm:pt modelId="{E7BF6478-5BBF-412B-A0AE-0B2E14FD7EA0}">
      <dgm:prSet/>
      <dgm:spPr/>
      <dgm:t>
        <a:bodyPr/>
        <a:lstStyle/>
        <a:p>
          <a:r>
            <a:rPr lang="uk-UA" b="0" i="0" baseline="0"/>
            <a:t>скасовувалося постійне скликання Генеральної та Старшинської ради.</a:t>
          </a:r>
          <a:endParaRPr lang="uk-UA"/>
        </a:p>
      </dgm:t>
    </dgm:pt>
    <dgm:pt modelId="{8598006C-F945-4071-98DC-DF56BE0135B3}" type="parTrans" cxnId="{A04C038D-B1EC-4DA8-97AB-71C53CE1C8D4}">
      <dgm:prSet/>
      <dgm:spPr/>
      <dgm:t>
        <a:bodyPr/>
        <a:lstStyle/>
        <a:p>
          <a:endParaRPr lang="uk-UA"/>
        </a:p>
      </dgm:t>
    </dgm:pt>
    <dgm:pt modelId="{D45D463A-2C05-432C-BAA7-4E07036021FD}" type="sibTrans" cxnId="{A04C038D-B1EC-4DA8-97AB-71C53CE1C8D4}">
      <dgm:prSet/>
      <dgm:spPr/>
      <dgm:t>
        <a:bodyPr/>
        <a:lstStyle/>
        <a:p>
          <a:endParaRPr lang="uk-UA"/>
        </a:p>
      </dgm:t>
    </dgm:pt>
    <dgm:pt modelId="{61798269-CE24-4709-A15C-3E701C0E017E}">
      <dgm:prSet/>
      <dgm:spPr/>
      <dgm:t>
        <a:bodyPr/>
        <a:lstStyle/>
        <a:p>
          <a:r>
            <a:rPr lang="uk-UA" b="0" i="0" baseline="0"/>
            <a:t>упроваджувався принцип спадковості гетьманської посади</a:t>
          </a:r>
          <a:endParaRPr lang="uk-UA"/>
        </a:p>
      </dgm:t>
    </dgm:pt>
    <dgm:pt modelId="{B7D7AF81-401B-4FAB-A771-7CC5BBAAEB13}" type="parTrans" cxnId="{9C8B9F3A-A323-4BD0-B7A6-99FF5D503810}">
      <dgm:prSet/>
      <dgm:spPr/>
      <dgm:t>
        <a:bodyPr/>
        <a:lstStyle/>
        <a:p>
          <a:endParaRPr lang="uk-UA"/>
        </a:p>
      </dgm:t>
    </dgm:pt>
    <dgm:pt modelId="{FB3C782A-7D7D-46E1-97B4-80F4B7732C4F}" type="sibTrans" cxnId="{9C8B9F3A-A323-4BD0-B7A6-99FF5D503810}">
      <dgm:prSet/>
      <dgm:spPr/>
      <dgm:t>
        <a:bodyPr/>
        <a:lstStyle/>
        <a:p>
          <a:endParaRPr lang="uk-UA"/>
        </a:p>
      </dgm:t>
    </dgm:pt>
    <dgm:pt modelId="{FEBE3617-2F00-41F0-BA1C-78CAAA14E5FC}" type="pres">
      <dgm:prSet presAssocID="{0F5667F5-BFBE-45D1-B6C5-74072C4851DB}" presName="linear" presStyleCnt="0">
        <dgm:presLayoutVars>
          <dgm:animLvl val="lvl"/>
          <dgm:resizeHandles val="exact"/>
        </dgm:presLayoutVars>
      </dgm:prSet>
      <dgm:spPr/>
    </dgm:pt>
    <dgm:pt modelId="{C3294748-97EF-4728-A6B4-5BB5EA1027AB}" type="pres">
      <dgm:prSet presAssocID="{D228DB3D-6C42-4E4A-BAFB-E422FD5F26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77A9C9-F123-4A7B-A34D-AD825E58EE17}" type="pres">
      <dgm:prSet presAssocID="{6AB8B5AE-DEBA-4139-9586-3902EB346B55}" presName="spacer" presStyleCnt="0"/>
      <dgm:spPr/>
    </dgm:pt>
    <dgm:pt modelId="{BC97DDB8-95C9-4B38-9DAF-AFDEDF195CBC}" type="pres">
      <dgm:prSet presAssocID="{A53F6CDE-7BBE-4319-856B-46CCDA6EDE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9A9706-914E-4157-90E2-939F44150E9E}" type="pres">
      <dgm:prSet presAssocID="{5DFD0E3C-7C72-4387-BAAB-A1DC4F12C732}" presName="spacer" presStyleCnt="0"/>
      <dgm:spPr/>
    </dgm:pt>
    <dgm:pt modelId="{9A8F4DC1-90AA-4475-B2C0-8A8C8735105A}" type="pres">
      <dgm:prSet presAssocID="{E7BF6478-5BBF-412B-A0AE-0B2E14FD7E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3B21A3-E696-4327-A6E6-9E6C0D17878C}" type="pres">
      <dgm:prSet presAssocID="{D45D463A-2C05-432C-BAA7-4E07036021FD}" presName="spacer" presStyleCnt="0"/>
      <dgm:spPr/>
    </dgm:pt>
    <dgm:pt modelId="{5F73C310-353C-4622-8716-D95649A64FB3}" type="pres">
      <dgm:prSet presAssocID="{61798269-CE24-4709-A15C-3E701C0E017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C96B40E-D5B4-430E-9260-29685D190487}" type="presOf" srcId="{E7BF6478-5BBF-412B-A0AE-0B2E14FD7EA0}" destId="{9A8F4DC1-90AA-4475-B2C0-8A8C8735105A}" srcOrd="0" destOrd="0" presId="urn:microsoft.com/office/officeart/2005/8/layout/vList2"/>
    <dgm:cxn modelId="{2FDDF538-425A-4542-B47D-A589BF06E3A7}" srcId="{0F5667F5-BFBE-45D1-B6C5-74072C4851DB}" destId="{A53F6CDE-7BBE-4319-856B-46CCDA6EDE70}" srcOrd="1" destOrd="0" parTransId="{C396DEDF-9491-46E9-95D6-84A9043BF622}" sibTransId="{5DFD0E3C-7C72-4387-BAAB-A1DC4F12C732}"/>
    <dgm:cxn modelId="{E607D739-D428-45E1-8E9A-8CE08D4CD05A}" type="presOf" srcId="{61798269-CE24-4709-A15C-3E701C0E017E}" destId="{5F73C310-353C-4622-8716-D95649A64FB3}" srcOrd="0" destOrd="0" presId="urn:microsoft.com/office/officeart/2005/8/layout/vList2"/>
    <dgm:cxn modelId="{9C8B9F3A-A323-4BD0-B7A6-99FF5D503810}" srcId="{0F5667F5-BFBE-45D1-B6C5-74072C4851DB}" destId="{61798269-CE24-4709-A15C-3E701C0E017E}" srcOrd="3" destOrd="0" parTransId="{B7D7AF81-401B-4FAB-A771-7CC5BBAAEB13}" sibTransId="{FB3C782A-7D7D-46E1-97B4-80F4B7732C4F}"/>
    <dgm:cxn modelId="{1886BA3B-E785-4061-A531-0DBBA059F444}" type="presOf" srcId="{D228DB3D-6C42-4E4A-BAFB-E422FD5F26CA}" destId="{C3294748-97EF-4728-A6B4-5BB5EA1027AB}" srcOrd="0" destOrd="0" presId="urn:microsoft.com/office/officeart/2005/8/layout/vList2"/>
    <dgm:cxn modelId="{81B44462-CA6E-4205-99C3-068C45A1C2EF}" type="presOf" srcId="{A53F6CDE-7BBE-4319-856B-46CCDA6EDE70}" destId="{BC97DDB8-95C9-4B38-9DAF-AFDEDF195CBC}" srcOrd="0" destOrd="0" presId="urn:microsoft.com/office/officeart/2005/8/layout/vList2"/>
    <dgm:cxn modelId="{1FCFF762-5F08-4CA9-A758-EF93A50F4FA3}" srcId="{0F5667F5-BFBE-45D1-B6C5-74072C4851DB}" destId="{D228DB3D-6C42-4E4A-BAFB-E422FD5F26CA}" srcOrd="0" destOrd="0" parTransId="{86979EDF-8A59-406D-A31B-6C5B10037184}" sibTransId="{6AB8B5AE-DEBA-4139-9586-3902EB346B55}"/>
    <dgm:cxn modelId="{A04C038D-B1EC-4DA8-97AB-71C53CE1C8D4}" srcId="{0F5667F5-BFBE-45D1-B6C5-74072C4851DB}" destId="{E7BF6478-5BBF-412B-A0AE-0B2E14FD7EA0}" srcOrd="2" destOrd="0" parTransId="{8598006C-F945-4071-98DC-DF56BE0135B3}" sibTransId="{D45D463A-2C05-432C-BAA7-4E07036021FD}"/>
    <dgm:cxn modelId="{8867B6C5-492F-47D9-BF3D-47EBAC7D4F13}" type="presOf" srcId="{0F5667F5-BFBE-45D1-B6C5-74072C4851DB}" destId="{FEBE3617-2F00-41F0-BA1C-78CAAA14E5FC}" srcOrd="0" destOrd="0" presId="urn:microsoft.com/office/officeart/2005/8/layout/vList2"/>
    <dgm:cxn modelId="{AD0E6873-80D7-4A69-88DC-23069821726E}" type="presParOf" srcId="{FEBE3617-2F00-41F0-BA1C-78CAAA14E5FC}" destId="{C3294748-97EF-4728-A6B4-5BB5EA1027AB}" srcOrd="0" destOrd="0" presId="urn:microsoft.com/office/officeart/2005/8/layout/vList2"/>
    <dgm:cxn modelId="{14B06C63-5DBB-40F8-B67D-ADFD7E9C0E62}" type="presParOf" srcId="{FEBE3617-2F00-41F0-BA1C-78CAAA14E5FC}" destId="{8677A9C9-F123-4A7B-A34D-AD825E58EE17}" srcOrd="1" destOrd="0" presId="urn:microsoft.com/office/officeart/2005/8/layout/vList2"/>
    <dgm:cxn modelId="{3D15A455-EF8F-4E60-9C84-6BD2736198D7}" type="presParOf" srcId="{FEBE3617-2F00-41F0-BA1C-78CAAA14E5FC}" destId="{BC97DDB8-95C9-4B38-9DAF-AFDEDF195CBC}" srcOrd="2" destOrd="0" presId="urn:microsoft.com/office/officeart/2005/8/layout/vList2"/>
    <dgm:cxn modelId="{186ED85D-4A9C-4736-BD5C-800A892CEBDC}" type="presParOf" srcId="{FEBE3617-2F00-41F0-BA1C-78CAAA14E5FC}" destId="{CD9A9706-914E-4157-90E2-939F44150E9E}" srcOrd="3" destOrd="0" presId="urn:microsoft.com/office/officeart/2005/8/layout/vList2"/>
    <dgm:cxn modelId="{97C85231-CC81-4F81-869A-89AB60B1A04E}" type="presParOf" srcId="{FEBE3617-2F00-41F0-BA1C-78CAAA14E5FC}" destId="{9A8F4DC1-90AA-4475-B2C0-8A8C8735105A}" srcOrd="4" destOrd="0" presId="urn:microsoft.com/office/officeart/2005/8/layout/vList2"/>
    <dgm:cxn modelId="{468A949B-25B2-4095-84CD-6885A6E5DD77}" type="presParOf" srcId="{FEBE3617-2F00-41F0-BA1C-78CAAA14E5FC}" destId="{183B21A3-E696-4327-A6E6-9E6C0D17878C}" srcOrd="5" destOrd="0" presId="urn:microsoft.com/office/officeart/2005/8/layout/vList2"/>
    <dgm:cxn modelId="{9636DB0F-F9C1-429B-958C-094F664BFE69}" type="presParOf" srcId="{FEBE3617-2F00-41F0-BA1C-78CAAA14E5FC}" destId="{5F73C310-353C-4622-8716-D95649A64FB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46753E98-9BE6-41E5-BB7B-60DAF78612F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6CCC28-DDC6-451A-B61C-E23AF8278F99}">
      <dgm:prSet/>
      <dgm:spPr/>
      <dgm:t>
        <a:bodyPr/>
        <a:lstStyle/>
        <a:p>
          <a:r>
            <a:rPr lang="ru-RU" b="0" i="0" baseline="0"/>
            <a:t>шведським королем і козацькою старшиною.</a:t>
          </a:r>
          <a:endParaRPr lang="uk-UA"/>
        </a:p>
      </dgm:t>
    </dgm:pt>
    <dgm:pt modelId="{FBEB5F12-09CD-4F04-9B09-EDD8DA502B65}" type="parTrans" cxnId="{9555A99D-BFEE-42E6-BA59-CC26FE31EF2D}">
      <dgm:prSet/>
      <dgm:spPr/>
      <dgm:t>
        <a:bodyPr/>
        <a:lstStyle/>
        <a:p>
          <a:endParaRPr lang="uk-UA"/>
        </a:p>
      </dgm:t>
    </dgm:pt>
    <dgm:pt modelId="{6B1C0B24-7463-41CA-B1C3-B79D6D89E55E}" type="sibTrans" cxnId="{9555A99D-BFEE-42E6-BA59-CC26FE31EF2D}">
      <dgm:prSet/>
      <dgm:spPr/>
      <dgm:t>
        <a:bodyPr/>
        <a:lstStyle/>
        <a:p>
          <a:endParaRPr lang="uk-UA"/>
        </a:p>
      </dgm:t>
    </dgm:pt>
    <dgm:pt modelId="{EC1EDF7C-6FD3-4297-938E-D698050450AC}">
      <dgm:prSet/>
      <dgm:spPr/>
      <dgm:t>
        <a:bodyPr/>
        <a:lstStyle/>
        <a:p>
          <a:r>
            <a:rPr lang="ru-RU" b="0" i="0" baseline="0"/>
            <a:t>козацькою старшиною та запорозькими козаками.</a:t>
          </a:r>
          <a:endParaRPr lang="uk-UA"/>
        </a:p>
      </dgm:t>
    </dgm:pt>
    <dgm:pt modelId="{F8ABB377-10F1-44BD-93DC-008E3455D88C}" type="parTrans" cxnId="{0744E92D-283E-4796-ADA4-06CF4FE34BBA}">
      <dgm:prSet/>
      <dgm:spPr/>
      <dgm:t>
        <a:bodyPr/>
        <a:lstStyle/>
        <a:p>
          <a:endParaRPr lang="uk-UA"/>
        </a:p>
      </dgm:t>
    </dgm:pt>
    <dgm:pt modelId="{421D111B-7E13-4FFD-A271-B2074BA3C8E9}" type="sibTrans" cxnId="{0744E92D-283E-4796-ADA4-06CF4FE34BBA}">
      <dgm:prSet/>
      <dgm:spPr/>
      <dgm:t>
        <a:bodyPr/>
        <a:lstStyle/>
        <a:p>
          <a:endParaRPr lang="uk-UA"/>
        </a:p>
      </dgm:t>
    </dgm:pt>
    <dgm:pt modelId="{652B317D-0216-4405-BBF0-78673917CDE9}">
      <dgm:prSet/>
      <dgm:spPr/>
      <dgm:t>
        <a:bodyPr/>
        <a:lstStyle/>
        <a:p>
          <a:r>
            <a:rPr lang="ru-RU" b="0" i="0" baseline="0"/>
            <a:t>запорозькими козаками та турецьким султаном.</a:t>
          </a:r>
          <a:endParaRPr lang="uk-UA"/>
        </a:p>
      </dgm:t>
    </dgm:pt>
    <dgm:pt modelId="{8B3017B0-73F3-425E-97A2-D6C515229748}" type="parTrans" cxnId="{7075960C-1262-48D5-A753-B35DB05811B2}">
      <dgm:prSet/>
      <dgm:spPr/>
      <dgm:t>
        <a:bodyPr/>
        <a:lstStyle/>
        <a:p>
          <a:endParaRPr lang="uk-UA"/>
        </a:p>
      </dgm:t>
    </dgm:pt>
    <dgm:pt modelId="{15F3AB15-D6C0-418F-BF6C-E1FC18C149C7}" type="sibTrans" cxnId="{7075960C-1262-48D5-A753-B35DB05811B2}">
      <dgm:prSet/>
      <dgm:spPr/>
      <dgm:t>
        <a:bodyPr/>
        <a:lstStyle/>
        <a:p>
          <a:endParaRPr lang="uk-UA"/>
        </a:p>
      </dgm:t>
    </dgm:pt>
    <dgm:pt modelId="{11E82D27-3E1A-4DA1-99C7-AA3298F6A802}">
      <dgm:prSet/>
      <dgm:spPr/>
      <dgm:t>
        <a:bodyPr/>
        <a:lstStyle/>
        <a:p>
          <a:r>
            <a:rPr lang="ru-RU" b="0" i="0" baseline="0"/>
            <a:t>турецьким султаном і шведським королем.</a:t>
          </a:r>
          <a:endParaRPr lang="uk-UA"/>
        </a:p>
      </dgm:t>
    </dgm:pt>
    <dgm:pt modelId="{B7DD35D3-035B-4D34-A8A2-C7DED12E6E75}" type="parTrans" cxnId="{FE518FFB-4280-440E-9735-2208DDF3F2E0}">
      <dgm:prSet/>
      <dgm:spPr/>
      <dgm:t>
        <a:bodyPr/>
        <a:lstStyle/>
        <a:p>
          <a:endParaRPr lang="uk-UA"/>
        </a:p>
      </dgm:t>
    </dgm:pt>
    <dgm:pt modelId="{DFAB83DF-E622-4A5E-BB24-A608A853A46A}" type="sibTrans" cxnId="{FE518FFB-4280-440E-9735-2208DDF3F2E0}">
      <dgm:prSet/>
      <dgm:spPr/>
      <dgm:t>
        <a:bodyPr/>
        <a:lstStyle/>
        <a:p>
          <a:endParaRPr lang="uk-UA"/>
        </a:p>
      </dgm:t>
    </dgm:pt>
    <dgm:pt modelId="{B6547400-4E93-4ECE-B9FF-A9249AB4120D}" type="pres">
      <dgm:prSet presAssocID="{46753E98-9BE6-41E5-BB7B-60DAF78612FF}" presName="linear" presStyleCnt="0">
        <dgm:presLayoutVars>
          <dgm:animLvl val="lvl"/>
          <dgm:resizeHandles val="exact"/>
        </dgm:presLayoutVars>
      </dgm:prSet>
      <dgm:spPr/>
    </dgm:pt>
    <dgm:pt modelId="{2868E6D9-AE6B-40FB-9B89-CE3E1B9842EC}" type="pres">
      <dgm:prSet presAssocID="{E16CCC28-DDC6-451A-B61C-E23AF8278F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76BC1B-A982-4A1A-BD85-B2687E7D6024}" type="pres">
      <dgm:prSet presAssocID="{6B1C0B24-7463-41CA-B1C3-B79D6D89E55E}" presName="spacer" presStyleCnt="0"/>
      <dgm:spPr/>
    </dgm:pt>
    <dgm:pt modelId="{C32DFAC7-7016-47FD-AE1D-FF90DA356C6B}" type="pres">
      <dgm:prSet presAssocID="{EC1EDF7C-6FD3-4297-938E-D698050450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60435E-13D3-4643-91F6-8F2F0CF8D3DA}" type="pres">
      <dgm:prSet presAssocID="{421D111B-7E13-4FFD-A271-B2074BA3C8E9}" presName="spacer" presStyleCnt="0"/>
      <dgm:spPr/>
    </dgm:pt>
    <dgm:pt modelId="{96D57A6B-EE43-4377-94EE-03BD581F6EB3}" type="pres">
      <dgm:prSet presAssocID="{652B317D-0216-4405-BBF0-78673917CD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375606-A2FF-46E4-BBCC-4181DFBA8E48}" type="pres">
      <dgm:prSet presAssocID="{15F3AB15-D6C0-418F-BF6C-E1FC18C149C7}" presName="spacer" presStyleCnt="0"/>
      <dgm:spPr/>
    </dgm:pt>
    <dgm:pt modelId="{06FBBDE2-A7A4-4367-A625-CDBC1ED5EF5B}" type="pres">
      <dgm:prSet presAssocID="{11E82D27-3E1A-4DA1-99C7-AA3298F6A8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75960C-1262-48D5-A753-B35DB05811B2}" srcId="{46753E98-9BE6-41E5-BB7B-60DAF78612FF}" destId="{652B317D-0216-4405-BBF0-78673917CDE9}" srcOrd="2" destOrd="0" parTransId="{8B3017B0-73F3-425E-97A2-D6C515229748}" sibTransId="{15F3AB15-D6C0-418F-BF6C-E1FC18C149C7}"/>
    <dgm:cxn modelId="{59B00E12-F459-48FB-830E-BF4C45FD47D8}" type="presOf" srcId="{E16CCC28-DDC6-451A-B61C-E23AF8278F99}" destId="{2868E6D9-AE6B-40FB-9B89-CE3E1B9842EC}" srcOrd="0" destOrd="0" presId="urn:microsoft.com/office/officeart/2005/8/layout/vList2"/>
    <dgm:cxn modelId="{0744E92D-283E-4796-ADA4-06CF4FE34BBA}" srcId="{46753E98-9BE6-41E5-BB7B-60DAF78612FF}" destId="{EC1EDF7C-6FD3-4297-938E-D698050450AC}" srcOrd="1" destOrd="0" parTransId="{F8ABB377-10F1-44BD-93DC-008E3455D88C}" sibTransId="{421D111B-7E13-4FFD-A271-B2074BA3C8E9}"/>
    <dgm:cxn modelId="{03E18545-D676-466A-AD98-013CA1D3630C}" type="presOf" srcId="{652B317D-0216-4405-BBF0-78673917CDE9}" destId="{96D57A6B-EE43-4377-94EE-03BD581F6EB3}" srcOrd="0" destOrd="0" presId="urn:microsoft.com/office/officeart/2005/8/layout/vList2"/>
    <dgm:cxn modelId="{BCF59547-F11C-4617-B910-5BC39F28B749}" type="presOf" srcId="{11E82D27-3E1A-4DA1-99C7-AA3298F6A802}" destId="{06FBBDE2-A7A4-4367-A625-CDBC1ED5EF5B}" srcOrd="0" destOrd="0" presId="urn:microsoft.com/office/officeart/2005/8/layout/vList2"/>
    <dgm:cxn modelId="{DA584C85-07BF-4A3B-87AF-A1EF5FD2251A}" type="presOf" srcId="{EC1EDF7C-6FD3-4297-938E-D698050450AC}" destId="{C32DFAC7-7016-47FD-AE1D-FF90DA356C6B}" srcOrd="0" destOrd="0" presId="urn:microsoft.com/office/officeart/2005/8/layout/vList2"/>
    <dgm:cxn modelId="{74FC2698-2054-46FD-87D4-1BD282B9FD5C}" type="presOf" srcId="{46753E98-9BE6-41E5-BB7B-60DAF78612FF}" destId="{B6547400-4E93-4ECE-B9FF-A9249AB4120D}" srcOrd="0" destOrd="0" presId="urn:microsoft.com/office/officeart/2005/8/layout/vList2"/>
    <dgm:cxn modelId="{9555A99D-BFEE-42E6-BA59-CC26FE31EF2D}" srcId="{46753E98-9BE6-41E5-BB7B-60DAF78612FF}" destId="{E16CCC28-DDC6-451A-B61C-E23AF8278F99}" srcOrd="0" destOrd="0" parTransId="{FBEB5F12-09CD-4F04-9B09-EDD8DA502B65}" sibTransId="{6B1C0B24-7463-41CA-B1C3-B79D6D89E55E}"/>
    <dgm:cxn modelId="{FE518FFB-4280-440E-9735-2208DDF3F2E0}" srcId="{46753E98-9BE6-41E5-BB7B-60DAF78612FF}" destId="{11E82D27-3E1A-4DA1-99C7-AA3298F6A802}" srcOrd="3" destOrd="0" parTransId="{B7DD35D3-035B-4D34-A8A2-C7DED12E6E75}" sibTransId="{DFAB83DF-E622-4A5E-BB24-A608A853A46A}"/>
    <dgm:cxn modelId="{3CC7D6AE-1BCA-410C-8F8E-E75E230B38CD}" type="presParOf" srcId="{B6547400-4E93-4ECE-B9FF-A9249AB4120D}" destId="{2868E6D9-AE6B-40FB-9B89-CE3E1B9842EC}" srcOrd="0" destOrd="0" presId="urn:microsoft.com/office/officeart/2005/8/layout/vList2"/>
    <dgm:cxn modelId="{28D9348C-1C5E-4765-9161-401B870E407E}" type="presParOf" srcId="{B6547400-4E93-4ECE-B9FF-A9249AB4120D}" destId="{7776BC1B-A982-4A1A-BD85-B2687E7D6024}" srcOrd="1" destOrd="0" presId="urn:microsoft.com/office/officeart/2005/8/layout/vList2"/>
    <dgm:cxn modelId="{EA5DA9AA-9190-4720-9E79-A41680D07FF3}" type="presParOf" srcId="{B6547400-4E93-4ECE-B9FF-A9249AB4120D}" destId="{C32DFAC7-7016-47FD-AE1D-FF90DA356C6B}" srcOrd="2" destOrd="0" presId="urn:microsoft.com/office/officeart/2005/8/layout/vList2"/>
    <dgm:cxn modelId="{68C0CA77-EF80-401D-BA88-F25161BB5584}" type="presParOf" srcId="{B6547400-4E93-4ECE-B9FF-A9249AB4120D}" destId="{C460435E-13D3-4643-91F6-8F2F0CF8D3DA}" srcOrd="3" destOrd="0" presId="urn:microsoft.com/office/officeart/2005/8/layout/vList2"/>
    <dgm:cxn modelId="{A2CD90C7-8778-42BC-A277-8BBAFB9081B9}" type="presParOf" srcId="{B6547400-4E93-4ECE-B9FF-A9249AB4120D}" destId="{96D57A6B-EE43-4377-94EE-03BD581F6EB3}" srcOrd="4" destOrd="0" presId="urn:microsoft.com/office/officeart/2005/8/layout/vList2"/>
    <dgm:cxn modelId="{0DABAA92-2212-4185-AB79-EEF8AADE5E69}" type="presParOf" srcId="{B6547400-4E93-4ECE-B9FF-A9249AB4120D}" destId="{31375606-A2FF-46E4-BBCC-4181DFBA8E48}" srcOrd="5" destOrd="0" presId="urn:microsoft.com/office/officeart/2005/8/layout/vList2"/>
    <dgm:cxn modelId="{B9944AD2-96DC-4F75-B697-6C9964F9EB0B}" type="presParOf" srcId="{B6547400-4E93-4ECE-B9FF-A9249AB4120D}" destId="{06FBBDE2-A7A4-4367-A625-CDBC1ED5EF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36D70C39-9D21-4480-AEF4-59F07CFDE9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6CFECC-7E87-48A7-80E2-5B8DE3C72087}">
      <dgm:prSet/>
      <dgm:spPr/>
      <dgm:t>
        <a:bodyPr/>
        <a:lstStyle/>
        <a:p>
          <a:r>
            <a:rPr lang="uk-UA" b="0" i="0" baseline="0"/>
            <a:t>утворенням «Правління гетьманського уряду».</a:t>
          </a:r>
          <a:endParaRPr lang="uk-UA"/>
        </a:p>
      </dgm:t>
    </dgm:pt>
    <dgm:pt modelId="{3DED8FCA-FB39-46C4-B6D5-13220ACDFE22}" type="parTrans" cxnId="{17695906-E728-4D10-9821-0737F46CAA40}">
      <dgm:prSet/>
      <dgm:spPr/>
      <dgm:t>
        <a:bodyPr/>
        <a:lstStyle/>
        <a:p>
          <a:endParaRPr lang="uk-UA"/>
        </a:p>
      </dgm:t>
    </dgm:pt>
    <dgm:pt modelId="{1457AE1E-F84F-4109-918B-D1CD0C4ADFF9}" type="sibTrans" cxnId="{17695906-E728-4D10-9821-0737F46CAA40}">
      <dgm:prSet/>
      <dgm:spPr/>
      <dgm:t>
        <a:bodyPr/>
        <a:lstStyle/>
        <a:p>
          <a:endParaRPr lang="uk-UA"/>
        </a:p>
      </dgm:t>
    </dgm:pt>
    <dgm:pt modelId="{3721BDC9-B4BD-43DA-81D7-65B4E6DD1597}">
      <dgm:prSet/>
      <dgm:spPr/>
      <dgm:t>
        <a:bodyPr/>
        <a:lstStyle/>
        <a:p>
          <a:r>
            <a:rPr lang="uk-UA" b="0" i="0" baseline="0"/>
            <a:t>повстанням козаків під проводом Семена Палія.</a:t>
          </a:r>
          <a:endParaRPr lang="uk-UA"/>
        </a:p>
      </dgm:t>
    </dgm:pt>
    <dgm:pt modelId="{AD01495A-B68C-40BD-99FB-A96726FF1711}" type="parTrans" cxnId="{E20BA307-F8AA-4E53-A8D2-098B1254CED6}">
      <dgm:prSet/>
      <dgm:spPr/>
      <dgm:t>
        <a:bodyPr/>
        <a:lstStyle/>
        <a:p>
          <a:endParaRPr lang="uk-UA"/>
        </a:p>
      </dgm:t>
    </dgm:pt>
    <dgm:pt modelId="{E295394B-3400-406F-9468-F6F6CC9CDB6B}" type="sibTrans" cxnId="{E20BA307-F8AA-4E53-A8D2-098B1254CED6}">
      <dgm:prSet/>
      <dgm:spPr/>
      <dgm:t>
        <a:bodyPr/>
        <a:lstStyle/>
        <a:p>
          <a:endParaRPr lang="uk-UA"/>
        </a:p>
      </dgm:t>
    </dgm:pt>
    <dgm:pt modelId="{B8A3FFA3-9107-4037-A113-C982FEF518BE}">
      <dgm:prSet/>
      <dgm:spPr/>
      <dgm:t>
        <a:bodyPr/>
        <a:lstStyle/>
        <a:p>
          <a:r>
            <a:rPr lang="uk-UA" b="0" i="0" baseline="0"/>
            <a:t>обранням Пилипа Орлика на посаду гетьмана.</a:t>
          </a:r>
          <a:endParaRPr lang="uk-UA"/>
        </a:p>
      </dgm:t>
    </dgm:pt>
    <dgm:pt modelId="{38067D5D-6A3A-4DA6-A5AF-3D68FD93A0CF}" type="parTrans" cxnId="{E51BD0F3-FADB-42F8-AA8A-CABB0B45138A}">
      <dgm:prSet/>
      <dgm:spPr/>
      <dgm:t>
        <a:bodyPr/>
        <a:lstStyle/>
        <a:p>
          <a:endParaRPr lang="uk-UA"/>
        </a:p>
      </dgm:t>
    </dgm:pt>
    <dgm:pt modelId="{0DDB1388-F575-4BB5-BE0E-9C51929CF372}" type="sibTrans" cxnId="{E51BD0F3-FADB-42F8-AA8A-CABB0B45138A}">
      <dgm:prSet/>
      <dgm:spPr/>
      <dgm:t>
        <a:bodyPr/>
        <a:lstStyle/>
        <a:p>
          <a:endParaRPr lang="uk-UA"/>
        </a:p>
      </dgm:t>
    </dgm:pt>
    <dgm:pt modelId="{E5C2F339-AC57-4928-9710-38E93A3277EC}">
      <dgm:prSet/>
      <dgm:spPr/>
      <dgm:t>
        <a:bodyPr/>
        <a:lstStyle/>
        <a:p>
          <a:r>
            <a:rPr lang="uk-UA" b="0" i="0" baseline="0"/>
            <a:t>початком діяльності Першої Малоросійської колегії.</a:t>
          </a:r>
          <a:endParaRPr lang="uk-UA"/>
        </a:p>
      </dgm:t>
    </dgm:pt>
    <dgm:pt modelId="{225EBCF9-7E29-496E-B49D-4CCDE8357DD4}" type="parTrans" cxnId="{91A98204-CD2B-4B9C-B280-6AEDAB350C09}">
      <dgm:prSet/>
      <dgm:spPr/>
      <dgm:t>
        <a:bodyPr/>
        <a:lstStyle/>
        <a:p>
          <a:endParaRPr lang="uk-UA"/>
        </a:p>
      </dgm:t>
    </dgm:pt>
    <dgm:pt modelId="{92C948A4-BE38-41FB-B214-3F9B58C460A1}" type="sibTrans" cxnId="{91A98204-CD2B-4B9C-B280-6AEDAB350C09}">
      <dgm:prSet/>
      <dgm:spPr/>
      <dgm:t>
        <a:bodyPr/>
        <a:lstStyle/>
        <a:p>
          <a:endParaRPr lang="uk-UA"/>
        </a:p>
      </dgm:t>
    </dgm:pt>
    <dgm:pt modelId="{E29DF214-FF0E-47C2-BC42-14FC4E11BEC7}" type="pres">
      <dgm:prSet presAssocID="{36D70C39-9D21-4480-AEF4-59F07CFDE987}" presName="linear" presStyleCnt="0">
        <dgm:presLayoutVars>
          <dgm:animLvl val="lvl"/>
          <dgm:resizeHandles val="exact"/>
        </dgm:presLayoutVars>
      </dgm:prSet>
      <dgm:spPr/>
    </dgm:pt>
    <dgm:pt modelId="{6D686AE2-D82C-4904-860C-67EBEB584D2C}" type="pres">
      <dgm:prSet presAssocID="{286CFECC-7E87-48A7-80E2-5B8DE3C720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BAEED5-DC01-4D38-96E1-DB73677D0405}" type="pres">
      <dgm:prSet presAssocID="{1457AE1E-F84F-4109-918B-D1CD0C4ADFF9}" presName="spacer" presStyleCnt="0"/>
      <dgm:spPr/>
    </dgm:pt>
    <dgm:pt modelId="{5ABF9B91-E7F2-4428-B1B9-C3D55C26367D}" type="pres">
      <dgm:prSet presAssocID="{3721BDC9-B4BD-43DA-81D7-65B4E6DD159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F5F5E4-246B-4F91-B756-B12EC425EA77}" type="pres">
      <dgm:prSet presAssocID="{E295394B-3400-406F-9468-F6F6CC9CDB6B}" presName="spacer" presStyleCnt="0"/>
      <dgm:spPr/>
    </dgm:pt>
    <dgm:pt modelId="{3C912CBE-A00C-43BB-B67C-6526D37A8014}" type="pres">
      <dgm:prSet presAssocID="{B8A3FFA3-9107-4037-A113-C982FEF518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163192-46E2-4C36-A0F5-548B483D742C}" type="pres">
      <dgm:prSet presAssocID="{0DDB1388-F575-4BB5-BE0E-9C51929CF372}" presName="spacer" presStyleCnt="0"/>
      <dgm:spPr/>
    </dgm:pt>
    <dgm:pt modelId="{B6BA34DB-083E-438E-B9DF-02B45597EB30}" type="pres">
      <dgm:prSet presAssocID="{E5C2F339-AC57-4928-9710-38E93A3277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A98204-CD2B-4B9C-B280-6AEDAB350C09}" srcId="{36D70C39-9D21-4480-AEF4-59F07CFDE987}" destId="{E5C2F339-AC57-4928-9710-38E93A3277EC}" srcOrd="3" destOrd="0" parTransId="{225EBCF9-7E29-496E-B49D-4CCDE8357DD4}" sibTransId="{92C948A4-BE38-41FB-B214-3F9B58C460A1}"/>
    <dgm:cxn modelId="{17695906-E728-4D10-9821-0737F46CAA40}" srcId="{36D70C39-9D21-4480-AEF4-59F07CFDE987}" destId="{286CFECC-7E87-48A7-80E2-5B8DE3C72087}" srcOrd="0" destOrd="0" parTransId="{3DED8FCA-FB39-46C4-B6D5-13220ACDFE22}" sibTransId="{1457AE1E-F84F-4109-918B-D1CD0C4ADFF9}"/>
    <dgm:cxn modelId="{E20BA307-F8AA-4E53-A8D2-098B1254CED6}" srcId="{36D70C39-9D21-4480-AEF4-59F07CFDE987}" destId="{3721BDC9-B4BD-43DA-81D7-65B4E6DD1597}" srcOrd="1" destOrd="0" parTransId="{AD01495A-B68C-40BD-99FB-A96726FF1711}" sibTransId="{E295394B-3400-406F-9468-F6F6CC9CDB6B}"/>
    <dgm:cxn modelId="{66D1951A-530D-450D-B241-EA0B5529CE27}" type="presOf" srcId="{3721BDC9-B4BD-43DA-81D7-65B4E6DD1597}" destId="{5ABF9B91-E7F2-4428-B1B9-C3D55C26367D}" srcOrd="0" destOrd="0" presId="urn:microsoft.com/office/officeart/2005/8/layout/vList2"/>
    <dgm:cxn modelId="{D87B3346-D916-4E77-9048-B3089BEFD1B2}" type="presOf" srcId="{286CFECC-7E87-48A7-80E2-5B8DE3C72087}" destId="{6D686AE2-D82C-4904-860C-67EBEB584D2C}" srcOrd="0" destOrd="0" presId="urn:microsoft.com/office/officeart/2005/8/layout/vList2"/>
    <dgm:cxn modelId="{99D9AB82-9629-4886-BBC4-A0E33CCDF843}" type="presOf" srcId="{E5C2F339-AC57-4928-9710-38E93A3277EC}" destId="{B6BA34DB-083E-438E-B9DF-02B45597EB30}" srcOrd="0" destOrd="0" presId="urn:microsoft.com/office/officeart/2005/8/layout/vList2"/>
    <dgm:cxn modelId="{8C8F8398-4767-400E-AD0C-550DFFD61570}" type="presOf" srcId="{B8A3FFA3-9107-4037-A113-C982FEF518BE}" destId="{3C912CBE-A00C-43BB-B67C-6526D37A8014}" srcOrd="0" destOrd="0" presId="urn:microsoft.com/office/officeart/2005/8/layout/vList2"/>
    <dgm:cxn modelId="{042B06C3-9204-46DA-AC97-F10F6B3E66A3}" type="presOf" srcId="{36D70C39-9D21-4480-AEF4-59F07CFDE987}" destId="{E29DF214-FF0E-47C2-BC42-14FC4E11BEC7}" srcOrd="0" destOrd="0" presId="urn:microsoft.com/office/officeart/2005/8/layout/vList2"/>
    <dgm:cxn modelId="{E51BD0F3-FADB-42F8-AA8A-CABB0B45138A}" srcId="{36D70C39-9D21-4480-AEF4-59F07CFDE987}" destId="{B8A3FFA3-9107-4037-A113-C982FEF518BE}" srcOrd="2" destOrd="0" parTransId="{38067D5D-6A3A-4DA6-A5AF-3D68FD93A0CF}" sibTransId="{0DDB1388-F575-4BB5-BE0E-9C51929CF372}"/>
    <dgm:cxn modelId="{EF535929-1067-4DFD-B774-87770CE7631E}" type="presParOf" srcId="{E29DF214-FF0E-47C2-BC42-14FC4E11BEC7}" destId="{6D686AE2-D82C-4904-860C-67EBEB584D2C}" srcOrd="0" destOrd="0" presId="urn:microsoft.com/office/officeart/2005/8/layout/vList2"/>
    <dgm:cxn modelId="{F094FF3A-1D8F-4DE4-88F8-A4723F61E717}" type="presParOf" srcId="{E29DF214-FF0E-47C2-BC42-14FC4E11BEC7}" destId="{77BAEED5-DC01-4D38-96E1-DB73677D0405}" srcOrd="1" destOrd="0" presId="urn:microsoft.com/office/officeart/2005/8/layout/vList2"/>
    <dgm:cxn modelId="{CD54F68E-A2E9-4DE7-97F0-2F23A3565502}" type="presParOf" srcId="{E29DF214-FF0E-47C2-BC42-14FC4E11BEC7}" destId="{5ABF9B91-E7F2-4428-B1B9-C3D55C26367D}" srcOrd="2" destOrd="0" presId="urn:microsoft.com/office/officeart/2005/8/layout/vList2"/>
    <dgm:cxn modelId="{9D533676-99B9-4321-80FE-5C0B4A1936E0}" type="presParOf" srcId="{E29DF214-FF0E-47C2-BC42-14FC4E11BEC7}" destId="{E3F5F5E4-246B-4F91-B756-B12EC425EA77}" srcOrd="3" destOrd="0" presId="urn:microsoft.com/office/officeart/2005/8/layout/vList2"/>
    <dgm:cxn modelId="{470A3877-74B5-4E23-99AF-F06B3C7B5136}" type="presParOf" srcId="{E29DF214-FF0E-47C2-BC42-14FC4E11BEC7}" destId="{3C912CBE-A00C-43BB-B67C-6526D37A8014}" srcOrd="4" destOrd="0" presId="urn:microsoft.com/office/officeart/2005/8/layout/vList2"/>
    <dgm:cxn modelId="{BDDA7182-772D-4C39-80A6-D2F9C1D71FA4}" type="presParOf" srcId="{E29DF214-FF0E-47C2-BC42-14FC4E11BEC7}" destId="{3A163192-46E2-4C36-A0F5-548B483D742C}" srcOrd="5" destOrd="0" presId="urn:microsoft.com/office/officeart/2005/8/layout/vList2"/>
    <dgm:cxn modelId="{681F363F-6F51-4A5A-BD6B-21D5E258B785}" type="presParOf" srcId="{E29DF214-FF0E-47C2-BC42-14FC4E11BEC7}" destId="{B6BA34DB-083E-438E-B9DF-02B45597EB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AD7B60EC-9DC8-4D87-8626-76B11A717E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590F66-3BBF-40C0-956D-CF6E61C3009B}">
      <dgm:prSet/>
      <dgm:spPr/>
      <dgm:t>
        <a:bodyPr/>
        <a:lstStyle/>
        <a:p>
          <a:r>
            <a:rPr lang="uk-UA" b="0" i="0" baseline="0"/>
            <a:t>заснування Нової (Підпільненської) Січі</a:t>
          </a:r>
          <a:endParaRPr lang="uk-UA"/>
        </a:p>
      </dgm:t>
    </dgm:pt>
    <dgm:pt modelId="{DCEDA4E9-33BB-4974-BC8A-85ECA58B064D}" type="parTrans" cxnId="{CF75718E-6E72-4A4A-AEAC-507F57DF4EA8}">
      <dgm:prSet/>
      <dgm:spPr/>
      <dgm:t>
        <a:bodyPr/>
        <a:lstStyle/>
        <a:p>
          <a:endParaRPr lang="uk-UA"/>
        </a:p>
      </dgm:t>
    </dgm:pt>
    <dgm:pt modelId="{EC860EE5-1323-4B75-AE0C-76E2BBA80678}" type="sibTrans" cxnId="{CF75718E-6E72-4A4A-AEAC-507F57DF4EA8}">
      <dgm:prSet/>
      <dgm:spPr/>
      <dgm:t>
        <a:bodyPr/>
        <a:lstStyle/>
        <a:p>
          <a:endParaRPr lang="uk-UA"/>
        </a:p>
      </dgm:t>
    </dgm:pt>
    <dgm:pt modelId="{6648ED78-A138-4EAE-93D4-904918208BE8}">
      <dgm:prSet/>
      <dgm:spPr/>
      <dgm:t>
        <a:bodyPr/>
        <a:lstStyle/>
        <a:p>
          <a:r>
            <a:rPr lang="uk-UA" b="0" i="0" baseline="0"/>
            <a:t>утворення Першої Малоросійської колегії</a:t>
          </a:r>
          <a:endParaRPr lang="uk-UA"/>
        </a:p>
      </dgm:t>
    </dgm:pt>
    <dgm:pt modelId="{3B28B53E-7D45-4129-A37A-DC05B67FFCBD}" type="parTrans" cxnId="{FDBA4752-B38B-47DE-ADF1-E5306C47ED8E}">
      <dgm:prSet/>
      <dgm:spPr/>
      <dgm:t>
        <a:bodyPr/>
        <a:lstStyle/>
        <a:p>
          <a:endParaRPr lang="uk-UA"/>
        </a:p>
      </dgm:t>
    </dgm:pt>
    <dgm:pt modelId="{3E52BF96-ABE1-4585-B2D2-F48BDB27CFB3}" type="sibTrans" cxnId="{FDBA4752-B38B-47DE-ADF1-E5306C47ED8E}">
      <dgm:prSet/>
      <dgm:spPr/>
      <dgm:t>
        <a:bodyPr/>
        <a:lstStyle/>
        <a:p>
          <a:endParaRPr lang="uk-UA"/>
        </a:p>
      </dgm:t>
    </dgm:pt>
    <dgm:pt modelId="{0A50B230-6C63-4923-A221-BB6DF0E5EDFD}">
      <dgm:prSet/>
      <dgm:spPr/>
      <dgm:t>
        <a:bodyPr/>
        <a:lstStyle/>
        <a:p>
          <a:r>
            <a:rPr lang="uk-UA" b="0" i="0" baseline="0"/>
            <a:t>ухвалення Конституції П. Орлика</a:t>
          </a:r>
          <a:endParaRPr lang="uk-UA"/>
        </a:p>
      </dgm:t>
    </dgm:pt>
    <dgm:pt modelId="{78BE9ABB-9F76-47C3-9556-2BE7E182BDAB}" type="parTrans" cxnId="{EBD5B290-30B7-4459-AFD6-86F3582FE528}">
      <dgm:prSet/>
      <dgm:spPr/>
      <dgm:t>
        <a:bodyPr/>
        <a:lstStyle/>
        <a:p>
          <a:endParaRPr lang="uk-UA"/>
        </a:p>
      </dgm:t>
    </dgm:pt>
    <dgm:pt modelId="{4077B3E6-2986-47DE-94D2-9439F883CE03}" type="sibTrans" cxnId="{EBD5B290-30B7-4459-AFD6-86F3582FE528}">
      <dgm:prSet/>
      <dgm:spPr/>
      <dgm:t>
        <a:bodyPr/>
        <a:lstStyle/>
        <a:p>
          <a:endParaRPr lang="uk-UA"/>
        </a:p>
      </dgm:t>
    </dgm:pt>
    <dgm:pt modelId="{AC2D6E95-DDF7-4562-A1F3-2024A2B4779C}">
      <dgm:prSet/>
      <dgm:spPr/>
      <dgm:t>
        <a:bodyPr/>
        <a:lstStyle/>
        <a:p>
          <a:r>
            <a:rPr lang="uk-UA" b="0" i="0" baseline="0"/>
            <a:t>Полтавська битва</a:t>
          </a:r>
          <a:endParaRPr lang="uk-UA"/>
        </a:p>
      </dgm:t>
    </dgm:pt>
    <dgm:pt modelId="{CF458869-268A-499F-B607-F271946116A1}" type="parTrans" cxnId="{2E970CDC-6A20-4818-9957-5196E16DAB16}">
      <dgm:prSet/>
      <dgm:spPr/>
      <dgm:t>
        <a:bodyPr/>
        <a:lstStyle/>
        <a:p>
          <a:endParaRPr lang="uk-UA"/>
        </a:p>
      </dgm:t>
    </dgm:pt>
    <dgm:pt modelId="{AB21F986-7FDB-42CD-855F-8809972A6861}" type="sibTrans" cxnId="{2E970CDC-6A20-4818-9957-5196E16DAB16}">
      <dgm:prSet/>
      <dgm:spPr/>
      <dgm:t>
        <a:bodyPr/>
        <a:lstStyle/>
        <a:p>
          <a:endParaRPr lang="uk-UA"/>
        </a:p>
      </dgm:t>
    </dgm:pt>
    <dgm:pt modelId="{F406C952-4F1B-459A-90C6-C46AA85F5000}" type="pres">
      <dgm:prSet presAssocID="{AD7B60EC-9DC8-4D87-8626-76B11A717EF9}" presName="linear" presStyleCnt="0">
        <dgm:presLayoutVars>
          <dgm:animLvl val="lvl"/>
          <dgm:resizeHandles val="exact"/>
        </dgm:presLayoutVars>
      </dgm:prSet>
      <dgm:spPr/>
    </dgm:pt>
    <dgm:pt modelId="{C1BC089F-29E1-40DE-B4A6-F9619C04343B}" type="pres">
      <dgm:prSet presAssocID="{B2590F66-3BBF-40C0-956D-CF6E61C300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BE2896-C6FC-4EAB-B6A9-0F6AE002159F}" type="pres">
      <dgm:prSet presAssocID="{EC860EE5-1323-4B75-AE0C-76E2BBA80678}" presName="spacer" presStyleCnt="0"/>
      <dgm:spPr/>
    </dgm:pt>
    <dgm:pt modelId="{B61115F1-F8AA-4173-B270-1254BCACAE39}" type="pres">
      <dgm:prSet presAssocID="{6648ED78-A138-4EAE-93D4-904918208B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77CE82-8D08-4510-B639-7919E53186BA}" type="pres">
      <dgm:prSet presAssocID="{3E52BF96-ABE1-4585-B2D2-F48BDB27CFB3}" presName="spacer" presStyleCnt="0"/>
      <dgm:spPr/>
    </dgm:pt>
    <dgm:pt modelId="{20287A1D-9188-4138-B7A2-1979D23D4668}" type="pres">
      <dgm:prSet presAssocID="{0A50B230-6C63-4923-A221-BB6DF0E5ED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C17F6C-8B9E-49F1-AB0F-1E7106844739}" type="pres">
      <dgm:prSet presAssocID="{4077B3E6-2986-47DE-94D2-9439F883CE03}" presName="spacer" presStyleCnt="0"/>
      <dgm:spPr/>
    </dgm:pt>
    <dgm:pt modelId="{8FF0AA49-6B8A-47B8-80FD-40004AE267EA}" type="pres">
      <dgm:prSet presAssocID="{AC2D6E95-DDF7-4562-A1F3-2024A2B477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E66C2D-8273-4443-8AF1-F29D105BCF84}" type="presOf" srcId="{AC2D6E95-DDF7-4562-A1F3-2024A2B4779C}" destId="{8FF0AA49-6B8A-47B8-80FD-40004AE267EA}" srcOrd="0" destOrd="0" presId="urn:microsoft.com/office/officeart/2005/8/layout/vList2"/>
    <dgm:cxn modelId="{BF795038-FF05-47F2-8852-89D947D190CA}" type="presOf" srcId="{B2590F66-3BBF-40C0-956D-CF6E61C3009B}" destId="{C1BC089F-29E1-40DE-B4A6-F9619C04343B}" srcOrd="0" destOrd="0" presId="urn:microsoft.com/office/officeart/2005/8/layout/vList2"/>
    <dgm:cxn modelId="{FDBA4752-B38B-47DE-ADF1-E5306C47ED8E}" srcId="{AD7B60EC-9DC8-4D87-8626-76B11A717EF9}" destId="{6648ED78-A138-4EAE-93D4-904918208BE8}" srcOrd="1" destOrd="0" parTransId="{3B28B53E-7D45-4129-A37A-DC05B67FFCBD}" sibTransId="{3E52BF96-ABE1-4585-B2D2-F48BDB27CFB3}"/>
    <dgm:cxn modelId="{B407E753-57D6-4F92-85B2-7C7254E32EAA}" type="presOf" srcId="{6648ED78-A138-4EAE-93D4-904918208BE8}" destId="{B61115F1-F8AA-4173-B270-1254BCACAE39}" srcOrd="0" destOrd="0" presId="urn:microsoft.com/office/officeart/2005/8/layout/vList2"/>
    <dgm:cxn modelId="{CF75718E-6E72-4A4A-AEAC-507F57DF4EA8}" srcId="{AD7B60EC-9DC8-4D87-8626-76B11A717EF9}" destId="{B2590F66-3BBF-40C0-956D-CF6E61C3009B}" srcOrd="0" destOrd="0" parTransId="{DCEDA4E9-33BB-4974-BC8A-85ECA58B064D}" sibTransId="{EC860EE5-1323-4B75-AE0C-76E2BBA80678}"/>
    <dgm:cxn modelId="{11CA188F-A6D8-4F2F-AE07-30F151F943D5}" type="presOf" srcId="{AD7B60EC-9DC8-4D87-8626-76B11A717EF9}" destId="{F406C952-4F1B-459A-90C6-C46AA85F5000}" srcOrd="0" destOrd="0" presId="urn:microsoft.com/office/officeart/2005/8/layout/vList2"/>
    <dgm:cxn modelId="{EBD5B290-30B7-4459-AFD6-86F3582FE528}" srcId="{AD7B60EC-9DC8-4D87-8626-76B11A717EF9}" destId="{0A50B230-6C63-4923-A221-BB6DF0E5EDFD}" srcOrd="2" destOrd="0" parTransId="{78BE9ABB-9F76-47C3-9556-2BE7E182BDAB}" sibTransId="{4077B3E6-2986-47DE-94D2-9439F883CE03}"/>
    <dgm:cxn modelId="{2E970CDC-6A20-4818-9957-5196E16DAB16}" srcId="{AD7B60EC-9DC8-4D87-8626-76B11A717EF9}" destId="{AC2D6E95-DDF7-4562-A1F3-2024A2B4779C}" srcOrd="3" destOrd="0" parTransId="{CF458869-268A-499F-B607-F271946116A1}" sibTransId="{AB21F986-7FDB-42CD-855F-8809972A6861}"/>
    <dgm:cxn modelId="{4B7942E2-0D61-43A3-A1B0-E30E02724150}" type="presOf" srcId="{0A50B230-6C63-4923-A221-BB6DF0E5EDFD}" destId="{20287A1D-9188-4138-B7A2-1979D23D4668}" srcOrd="0" destOrd="0" presId="urn:microsoft.com/office/officeart/2005/8/layout/vList2"/>
    <dgm:cxn modelId="{1F0C6969-245D-4A3B-BD8A-A5A600871974}" type="presParOf" srcId="{F406C952-4F1B-459A-90C6-C46AA85F5000}" destId="{C1BC089F-29E1-40DE-B4A6-F9619C04343B}" srcOrd="0" destOrd="0" presId="urn:microsoft.com/office/officeart/2005/8/layout/vList2"/>
    <dgm:cxn modelId="{AFE73A7E-6CEC-4BAB-B8F8-657F3094497F}" type="presParOf" srcId="{F406C952-4F1B-459A-90C6-C46AA85F5000}" destId="{03BE2896-C6FC-4EAB-B6A9-0F6AE002159F}" srcOrd="1" destOrd="0" presId="urn:microsoft.com/office/officeart/2005/8/layout/vList2"/>
    <dgm:cxn modelId="{76FFE805-15B2-4642-8960-884A83E15D4C}" type="presParOf" srcId="{F406C952-4F1B-459A-90C6-C46AA85F5000}" destId="{B61115F1-F8AA-4173-B270-1254BCACAE39}" srcOrd="2" destOrd="0" presId="urn:microsoft.com/office/officeart/2005/8/layout/vList2"/>
    <dgm:cxn modelId="{8395E4D4-F84C-4B74-863F-9F11F9C6B657}" type="presParOf" srcId="{F406C952-4F1B-459A-90C6-C46AA85F5000}" destId="{1F77CE82-8D08-4510-B639-7919E53186BA}" srcOrd="3" destOrd="0" presId="urn:microsoft.com/office/officeart/2005/8/layout/vList2"/>
    <dgm:cxn modelId="{68E2A176-5868-4124-B4F6-D550B53C8E7B}" type="presParOf" srcId="{F406C952-4F1B-459A-90C6-C46AA85F5000}" destId="{20287A1D-9188-4138-B7A2-1979D23D4668}" srcOrd="4" destOrd="0" presId="urn:microsoft.com/office/officeart/2005/8/layout/vList2"/>
    <dgm:cxn modelId="{CEA20787-A8DF-4EEE-A57B-AF60C41BBD25}" type="presParOf" srcId="{F406C952-4F1B-459A-90C6-C46AA85F5000}" destId="{BCC17F6C-8B9E-49F1-AB0F-1E7106844739}" srcOrd="5" destOrd="0" presId="urn:microsoft.com/office/officeart/2005/8/layout/vList2"/>
    <dgm:cxn modelId="{296967C7-B371-40EC-B2E6-29871D1DCFE2}" type="presParOf" srcId="{F406C952-4F1B-459A-90C6-C46AA85F5000}" destId="{8FF0AA49-6B8A-47B8-80FD-40004AE267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B82823B0-0DA5-4D0F-8A7E-4B58A3BDBD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CE1CF7B-D7C7-4A5A-A699-5D3689CA0279}">
      <dgm:prSet/>
      <dgm:spPr/>
      <dgm:t>
        <a:bodyPr/>
        <a:lstStyle/>
        <a:p>
          <a:r>
            <a:rPr lang="uk-UA" b="0" i="0" baseline="0"/>
            <a:t>Руїна</a:t>
          </a:r>
          <a:endParaRPr lang="uk-UA"/>
        </a:p>
      </dgm:t>
    </dgm:pt>
    <dgm:pt modelId="{77CC2478-5276-4FCA-BEF0-E0847E069E97}" type="parTrans" cxnId="{DD9609A0-8AFF-4B15-9DA2-6169B4DC0F4B}">
      <dgm:prSet/>
      <dgm:spPr/>
      <dgm:t>
        <a:bodyPr/>
        <a:lstStyle/>
        <a:p>
          <a:endParaRPr lang="uk-UA"/>
        </a:p>
      </dgm:t>
    </dgm:pt>
    <dgm:pt modelId="{F8153FE5-060B-4A5B-AE5E-5011C0C73B26}" type="sibTrans" cxnId="{DD9609A0-8AFF-4B15-9DA2-6169B4DC0F4B}">
      <dgm:prSet/>
      <dgm:spPr/>
      <dgm:t>
        <a:bodyPr/>
        <a:lstStyle/>
        <a:p>
          <a:endParaRPr lang="uk-UA"/>
        </a:p>
      </dgm:t>
    </dgm:pt>
    <dgm:pt modelId="{AE61FF11-51BF-4A85-85DA-C660C9969013}">
      <dgm:prSet/>
      <dgm:spPr/>
      <dgm:t>
        <a:bodyPr/>
        <a:lstStyle/>
        <a:p>
          <a:r>
            <a:rPr lang="uk-UA" b="0" i="0" baseline="0"/>
            <a:t>Паліївщина</a:t>
          </a:r>
          <a:endParaRPr lang="uk-UA"/>
        </a:p>
      </dgm:t>
    </dgm:pt>
    <dgm:pt modelId="{D127EF5C-B64E-4563-88E2-A90D7A9D4A8F}" type="parTrans" cxnId="{4D9A4B41-9B4B-438E-B637-BE646E36C165}">
      <dgm:prSet/>
      <dgm:spPr/>
      <dgm:t>
        <a:bodyPr/>
        <a:lstStyle/>
        <a:p>
          <a:endParaRPr lang="uk-UA"/>
        </a:p>
      </dgm:t>
    </dgm:pt>
    <dgm:pt modelId="{A0CD45C2-34BB-426F-943E-9C9C1C8CA239}" type="sibTrans" cxnId="{4D9A4B41-9B4B-438E-B637-BE646E36C165}">
      <dgm:prSet/>
      <dgm:spPr/>
      <dgm:t>
        <a:bodyPr/>
        <a:lstStyle/>
        <a:p>
          <a:endParaRPr lang="uk-UA"/>
        </a:p>
      </dgm:t>
    </dgm:pt>
    <dgm:pt modelId="{F5CA4851-F732-4922-A72C-715BD778EA84}">
      <dgm:prSet/>
      <dgm:spPr/>
      <dgm:t>
        <a:bodyPr/>
        <a:lstStyle/>
        <a:p>
          <a:r>
            <a:rPr lang="uk-UA" b="0" i="0" baseline="0"/>
            <a:t>Коліївщина</a:t>
          </a:r>
          <a:endParaRPr lang="uk-UA"/>
        </a:p>
      </dgm:t>
    </dgm:pt>
    <dgm:pt modelId="{3D3865B5-CCFF-45BD-834C-91836BF80167}" type="parTrans" cxnId="{43B5F026-32E4-4674-90C6-66CEABF71613}">
      <dgm:prSet/>
      <dgm:spPr/>
      <dgm:t>
        <a:bodyPr/>
        <a:lstStyle/>
        <a:p>
          <a:endParaRPr lang="uk-UA"/>
        </a:p>
      </dgm:t>
    </dgm:pt>
    <dgm:pt modelId="{F535F04E-4C89-4691-857E-5FBA4B9BA40B}" type="sibTrans" cxnId="{43B5F026-32E4-4674-90C6-66CEABF71613}">
      <dgm:prSet/>
      <dgm:spPr/>
      <dgm:t>
        <a:bodyPr/>
        <a:lstStyle/>
        <a:p>
          <a:endParaRPr lang="uk-UA"/>
        </a:p>
      </dgm:t>
    </dgm:pt>
    <dgm:pt modelId="{539D9720-19E4-4E9C-972D-130FE88BB634}">
      <dgm:prSet/>
      <dgm:spPr/>
      <dgm:t>
        <a:bodyPr/>
        <a:lstStyle/>
        <a:p>
          <a:r>
            <a:rPr lang="uk-UA" b="0" i="0" baseline="0"/>
            <a:t>Хмельниччина</a:t>
          </a:r>
          <a:endParaRPr lang="uk-UA"/>
        </a:p>
      </dgm:t>
    </dgm:pt>
    <dgm:pt modelId="{E334DF16-00C9-45D6-9EBE-DC95BFCFD47D}" type="parTrans" cxnId="{AF2DFC2F-0396-4134-8D5D-E202A7D67954}">
      <dgm:prSet/>
      <dgm:spPr/>
      <dgm:t>
        <a:bodyPr/>
        <a:lstStyle/>
        <a:p>
          <a:endParaRPr lang="uk-UA"/>
        </a:p>
      </dgm:t>
    </dgm:pt>
    <dgm:pt modelId="{CE4DC1D1-A8BD-4C70-8D1A-40FFB0734F9F}" type="sibTrans" cxnId="{AF2DFC2F-0396-4134-8D5D-E202A7D67954}">
      <dgm:prSet/>
      <dgm:spPr/>
      <dgm:t>
        <a:bodyPr/>
        <a:lstStyle/>
        <a:p>
          <a:endParaRPr lang="uk-UA"/>
        </a:p>
      </dgm:t>
    </dgm:pt>
    <dgm:pt modelId="{889F2539-41A0-43A0-8957-9E025B5FA3F9}" type="pres">
      <dgm:prSet presAssocID="{B82823B0-0DA5-4D0F-8A7E-4B58A3BDBD67}" presName="linear" presStyleCnt="0">
        <dgm:presLayoutVars>
          <dgm:animLvl val="lvl"/>
          <dgm:resizeHandles val="exact"/>
        </dgm:presLayoutVars>
      </dgm:prSet>
      <dgm:spPr/>
    </dgm:pt>
    <dgm:pt modelId="{4527C044-00C1-415C-985E-3C21A6D413B4}" type="pres">
      <dgm:prSet presAssocID="{5CE1CF7B-D7C7-4A5A-A699-5D3689CA02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6F6004-19F1-47D7-A2E3-CBA8C40E942B}" type="pres">
      <dgm:prSet presAssocID="{F8153FE5-060B-4A5B-AE5E-5011C0C73B26}" presName="spacer" presStyleCnt="0"/>
      <dgm:spPr/>
    </dgm:pt>
    <dgm:pt modelId="{A3880891-10A6-4BA5-9ECE-23FD6F728290}" type="pres">
      <dgm:prSet presAssocID="{AE61FF11-51BF-4A85-85DA-C660C99690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80430BF-1B31-44C5-BBE8-A912BA9C4B3E}" type="pres">
      <dgm:prSet presAssocID="{A0CD45C2-34BB-426F-943E-9C9C1C8CA239}" presName="spacer" presStyleCnt="0"/>
      <dgm:spPr/>
    </dgm:pt>
    <dgm:pt modelId="{644BAF7D-A512-439C-9989-272480DE9B19}" type="pres">
      <dgm:prSet presAssocID="{F5CA4851-F732-4922-A72C-715BD778EA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3BE44C-24E8-4488-ACEE-957745582381}" type="pres">
      <dgm:prSet presAssocID="{F535F04E-4C89-4691-857E-5FBA4B9BA40B}" presName="spacer" presStyleCnt="0"/>
      <dgm:spPr/>
    </dgm:pt>
    <dgm:pt modelId="{05D5CAD5-88B3-4439-8FB2-383141074222}" type="pres">
      <dgm:prSet presAssocID="{539D9720-19E4-4E9C-972D-130FE88BB6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3B5F026-32E4-4674-90C6-66CEABF71613}" srcId="{B82823B0-0DA5-4D0F-8A7E-4B58A3BDBD67}" destId="{F5CA4851-F732-4922-A72C-715BD778EA84}" srcOrd="2" destOrd="0" parTransId="{3D3865B5-CCFF-45BD-834C-91836BF80167}" sibTransId="{F535F04E-4C89-4691-857E-5FBA4B9BA40B}"/>
    <dgm:cxn modelId="{AF2DFC2F-0396-4134-8D5D-E202A7D67954}" srcId="{B82823B0-0DA5-4D0F-8A7E-4B58A3BDBD67}" destId="{539D9720-19E4-4E9C-972D-130FE88BB634}" srcOrd="3" destOrd="0" parTransId="{E334DF16-00C9-45D6-9EBE-DC95BFCFD47D}" sibTransId="{CE4DC1D1-A8BD-4C70-8D1A-40FFB0734F9F}"/>
    <dgm:cxn modelId="{08C85D40-6DE1-41ED-A396-4A4E44104170}" type="presOf" srcId="{AE61FF11-51BF-4A85-85DA-C660C9969013}" destId="{A3880891-10A6-4BA5-9ECE-23FD6F728290}" srcOrd="0" destOrd="0" presId="urn:microsoft.com/office/officeart/2005/8/layout/vList2"/>
    <dgm:cxn modelId="{4D9A4B41-9B4B-438E-B637-BE646E36C165}" srcId="{B82823B0-0DA5-4D0F-8A7E-4B58A3BDBD67}" destId="{AE61FF11-51BF-4A85-85DA-C660C9969013}" srcOrd="1" destOrd="0" parTransId="{D127EF5C-B64E-4563-88E2-A90D7A9D4A8F}" sibTransId="{A0CD45C2-34BB-426F-943E-9C9C1C8CA239}"/>
    <dgm:cxn modelId="{DB65E25A-721A-4835-ADD9-F558A5344F80}" type="presOf" srcId="{B82823B0-0DA5-4D0F-8A7E-4B58A3BDBD67}" destId="{889F2539-41A0-43A0-8957-9E025B5FA3F9}" srcOrd="0" destOrd="0" presId="urn:microsoft.com/office/officeart/2005/8/layout/vList2"/>
    <dgm:cxn modelId="{1508C57F-9FE7-487A-9A6C-FDB04B28D2A4}" type="presOf" srcId="{539D9720-19E4-4E9C-972D-130FE88BB634}" destId="{05D5CAD5-88B3-4439-8FB2-383141074222}" srcOrd="0" destOrd="0" presId="urn:microsoft.com/office/officeart/2005/8/layout/vList2"/>
    <dgm:cxn modelId="{22ACC383-8C99-4DB5-91AE-790EC14544D9}" type="presOf" srcId="{5CE1CF7B-D7C7-4A5A-A699-5D3689CA0279}" destId="{4527C044-00C1-415C-985E-3C21A6D413B4}" srcOrd="0" destOrd="0" presId="urn:microsoft.com/office/officeart/2005/8/layout/vList2"/>
    <dgm:cxn modelId="{4D3FC09D-1569-441D-99CD-2D3F005BF925}" type="presOf" srcId="{F5CA4851-F732-4922-A72C-715BD778EA84}" destId="{644BAF7D-A512-439C-9989-272480DE9B19}" srcOrd="0" destOrd="0" presId="urn:microsoft.com/office/officeart/2005/8/layout/vList2"/>
    <dgm:cxn modelId="{DD9609A0-8AFF-4B15-9DA2-6169B4DC0F4B}" srcId="{B82823B0-0DA5-4D0F-8A7E-4B58A3BDBD67}" destId="{5CE1CF7B-D7C7-4A5A-A699-5D3689CA0279}" srcOrd="0" destOrd="0" parTransId="{77CC2478-5276-4FCA-BEF0-E0847E069E97}" sibTransId="{F8153FE5-060B-4A5B-AE5E-5011C0C73B26}"/>
    <dgm:cxn modelId="{DBA7E786-9A3A-458F-8565-690C11714C9D}" type="presParOf" srcId="{889F2539-41A0-43A0-8957-9E025B5FA3F9}" destId="{4527C044-00C1-415C-985E-3C21A6D413B4}" srcOrd="0" destOrd="0" presId="urn:microsoft.com/office/officeart/2005/8/layout/vList2"/>
    <dgm:cxn modelId="{31FEB4A3-A127-4ED1-A5FF-283F989A14AF}" type="presParOf" srcId="{889F2539-41A0-43A0-8957-9E025B5FA3F9}" destId="{676F6004-19F1-47D7-A2E3-CBA8C40E942B}" srcOrd="1" destOrd="0" presId="urn:microsoft.com/office/officeart/2005/8/layout/vList2"/>
    <dgm:cxn modelId="{4BE490BB-6998-4FDF-9D92-A61802C84C01}" type="presParOf" srcId="{889F2539-41A0-43A0-8957-9E025B5FA3F9}" destId="{A3880891-10A6-4BA5-9ECE-23FD6F728290}" srcOrd="2" destOrd="0" presId="urn:microsoft.com/office/officeart/2005/8/layout/vList2"/>
    <dgm:cxn modelId="{27F1D193-DF59-4BFA-AF00-9E15C968A2C7}" type="presParOf" srcId="{889F2539-41A0-43A0-8957-9E025B5FA3F9}" destId="{B80430BF-1B31-44C5-BBE8-A912BA9C4B3E}" srcOrd="3" destOrd="0" presId="urn:microsoft.com/office/officeart/2005/8/layout/vList2"/>
    <dgm:cxn modelId="{FF91B9D0-0A57-42CD-96DE-C5BCA7F73131}" type="presParOf" srcId="{889F2539-41A0-43A0-8957-9E025B5FA3F9}" destId="{644BAF7D-A512-439C-9989-272480DE9B19}" srcOrd="4" destOrd="0" presId="urn:microsoft.com/office/officeart/2005/8/layout/vList2"/>
    <dgm:cxn modelId="{8248A18A-F25D-41A0-BBC7-65C2FEF4FEC7}" type="presParOf" srcId="{889F2539-41A0-43A0-8957-9E025B5FA3F9}" destId="{353BE44C-24E8-4488-ACEE-957745582381}" srcOrd="5" destOrd="0" presId="urn:microsoft.com/office/officeart/2005/8/layout/vList2"/>
    <dgm:cxn modelId="{97D78E06-2731-41C1-AE39-1DE4C91882BA}" type="presParOf" srcId="{889F2539-41A0-43A0-8957-9E025B5FA3F9}" destId="{05D5CAD5-88B3-4439-8FB2-3831410742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20657779-2468-444A-A57A-0BD3D1AEEB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F0D612-920A-4DA9-A26B-09ACCA4862B8}">
      <dgm:prSet/>
      <dgm:spPr/>
      <dgm:t>
        <a:bodyPr/>
        <a:lstStyle/>
        <a:p>
          <a:r>
            <a:rPr lang="uk-UA" b="0" i="0" baseline="0"/>
            <a:t>заснування Нової (Підпільненської) Січі</a:t>
          </a:r>
          <a:endParaRPr lang="uk-UA"/>
        </a:p>
      </dgm:t>
    </dgm:pt>
    <dgm:pt modelId="{286C588F-88B5-4AC6-AEFD-6FD23B7344E5}" type="parTrans" cxnId="{1A01CF85-FC51-402E-8270-9158C2E34B9F}">
      <dgm:prSet/>
      <dgm:spPr/>
      <dgm:t>
        <a:bodyPr/>
        <a:lstStyle/>
        <a:p>
          <a:endParaRPr lang="uk-UA"/>
        </a:p>
      </dgm:t>
    </dgm:pt>
    <dgm:pt modelId="{654FCEAA-A991-48B9-8BD1-743C5C66B45A}" type="sibTrans" cxnId="{1A01CF85-FC51-402E-8270-9158C2E34B9F}">
      <dgm:prSet/>
      <dgm:spPr/>
      <dgm:t>
        <a:bodyPr/>
        <a:lstStyle/>
        <a:p>
          <a:endParaRPr lang="uk-UA"/>
        </a:p>
      </dgm:t>
    </dgm:pt>
    <dgm:pt modelId="{3052327C-D720-4E9A-8C51-74F531D6985C}">
      <dgm:prSet/>
      <dgm:spPr/>
      <dgm:t>
        <a:bodyPr/>
        <a:lstStyle/>
        <a:p>
          <a:r>
            <a:rPr lang="uk-UA" b="0" i="0" baseline="0" dirty="0"/>
            <a:t>утворення першої Малоросійської колегії</a:t>
          </a:r>
          <a:endParaRPr lang="uk-UA" dirty="0"/>
        </a:p>
      </dgm:t>
    </dgm:pt>
    <dgm:pt modelId="{E7007F77-DDDB-47E5-8CC3-14B4E7364B08}" type="parTrans" cxnId="{5115F1FC-7701-4327-8643-916B87200503}">
      <dgm:prSet/>
      <dgm:spPr/>
      <dgm:t>
        <a:bodyPr/>
        <a:lstStyle/>
        <a:p>
          <a:endParaRPr lang="uk-UA"/>
        </a:p>
      </dgm:t>
    </dgm:pt>
    <dgm:pt modelId="{3D9D80BE-F3C6-412F-957E-CFA253955465}" type="sibTrans" cxnId="{5115F1FC-7701-4327-8643-916B87200503}">
      <dgm:prSet/>
      <dgm:spPr/>
      <dgm:t>
        <a:bodyPr/>
        <a:lstStyle/>
        <a:p>
          <a:endParaRPr lang="uk-UA"/>
        </a:p>
      </dgm:t>
    </dgm:pt>
    <dgm:pt modelId="{37D6BE11-8C76-4124-8C3E-D133E5A481CF}">
      <dgm:prSet/>
      <dgm:spPr/>
      <dgm:t>
        <a:bodyPr/>
        <a:lstStyle/>
        <a:p>
          <a:r>
            <a:rPr lang="uk-UA" b="0" i="0" baseline="0"/>
            <a:t>ліквідація Правління гетьманського уряду</a:t>
          </a:r>
          <a:endParaRPr lang="uk-UA"/>
        </a:p>
      </dgm:t>
    </dgm:pt>
    <dgm:pt modelId="{527CA584-1213-4F0E-BACC-CF9CC7342C29}" type="parTrans" cxnId="{AE53B1EB-7588-4A58-87DE-5B7D8727FF85}">
      <dgm:prSet/>
      <dgm:spPr/>
      <dgm:t>
        <a:bodyPr/>
        <a:lstStyle/>
        <a:p>
          <a:endParaRPr lang="uk-UA"/>
        </a:p>
      </dgm:t>
    </dgm:pt>
    <dgm:pt modelId="{4E7E6847-EEC1-432A-B980-B46E67EBE584}" type="sibTrans" cxnId="{AE53B1EB-7588-4A58-87DE-5B7D8727FF85}">
      <dgm:prSet/>
      <dgm:spPr/>
      <dgm:t>
        <a:bodyPr/>
        <a:lstStyle/>
        <a:p>
          <a:endParaRPr lang="uk-UA"/>
        </a:p>
      </dgm:t>
    </dgm:pt>
    <dgm:pt modelId="{035C0778-9C97-45C5-9221-7D5C5CA5E556}">
      <dgm:prSet/>
      <dgm:spPr/>
      <dgm:t>
        <a:bodyPr/>
        <a:lstStyle/>
        <a:p>
          <a:r>
            <a:rPr lang="uk-UA" b="0" i="0" baseline="0"/>
            <a:t>відновлення гетьманства</a:t>
          </a:r>
          <a:endParaRPr lang="uk-UA"/>
        </a:p>
      </dgm:t>
    </dgm:pt>
    <dgm:pt modelId="{3D44BD86-B321-4D0A-B7D5-78950FEA165F}" type="parTrans" cxnId="{9A19A25A-B1A4-4A12-8148-39B69B5DB985}">
      <dgm:prSet/>
      <dgm:spPr/>
      <dgm:t>
        <a:bodyPr/>
        <a:lstStyle/>
        <a:p>
          <a:endParaRPr lang="uk-UA"/>
        </a:p>
      </dgm:t>
    </dgm:pt>
    <dgm:pt modelId="{6F7D4089-B62D-43DB-862E-48D6A763FA66}" type="sibTrans" cxnId="{9A19A25A-B1A4-4A12-8148-39B69B5DB985}">
      <dgm:prSet/>
      <dgm:spPr/>
      <dgm:t>
        <a:bodyPr/>
        <a:lstStyle/>
        <a:p>
          <a:endParaRPr lang="uk-UA"/>
        </a:p>
      </dgm:t>
    </dgm:pt>
    <dgm:pt modelId="{3A2C9641-49C7-4B9F-A456-DED94D17996A}" type="pres">
      <dgm:prSet presAssocID="{20657779-2468-444A-A57A-0BD3D1AEEB75}" presName="linear" presStyleCnt="0">
        <dgm:presLayoutVars>
          <dgm:animLvl val="lvl"/>
          <dgm:resizeHandles val="exact"/>
        </dgm:presLayoutVars>
      </dgm:prSet>
      <dgm:spPr/>
    </dgm:pt>
    <dgm:pt modelId="{8A75DE62-0BF6-4FC1-AA0D-C30C2149ACED}" type="pres">
      <dgm:prSet presAssocID="{A0F0D612-920A-4DA9-A26B-09ACCA4862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CFCD8B-F4BD-4A41-B08E-8193212FFE74}" type="pres">
      <dgm:prSet presAssocID="{654FCEAA-A991-48B9-8BD1-743C5C66B45A}" presName="spacer" presStyleCnt="0"/>
      <dgm:spPr/>
    </dgm:pt>
    <dgm:pt modelId="{D70BE969-50AD-4E88-BBB3-4983E883DEE4}" type="pres">
      <dgm:prSet presAssocID="{3052327C-D720-4E9A-8C51-74F531D6985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7E57A9-EE12-4F3B-8D87-AB3BA1F5C05A}" type="pres">
      <dgm:prSet presAssocID="{3D9D80BE-F3C6-412F-957E-CFA253955465}" presName="spacer" presStyleCnt="0"/>
      <dgm:spPr/>
    </dgm:pt>
    <dgm:pt modelId="{B15CA0C9-4ACC-4724-9409-5F19B26A87EA}" type="pres">
      <dgm:prSet presAssocID="{37D6BE11-8C76-4124-8C3E-D133E5A481C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8CD922-A329-4995-9B70-AE18E1C76069}" type="pres">
      <dgm:prSet presAssocID="{4E7E6847-EEC1-432A-B980-B46E67EBE584}" presName="spacer" presStyleCnt="0"/>
      <dgm:spPr/>
    </dgm:pt>
    <dgm:pt modelId="{C440ADF3-81CC-4A04-9257-D3E21CB2F4DF}" type="pres">
      <dgm:prSet presAssocID="{035C0778-9C97-45C5-9221-7D5C5CA5E5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BA8912-2520-4F24-A820-B3C9A5CCC20A}" type="presOf" srcId="{20657779-2468-444A-A57A-0BD3D1AEEB75}" destId="{3A2C9641-49C7-4B9F-A456-DED94D17996A}" srcOrd="0" destOrd="0" presId="urn:microsoft.com/office/officeart/2005/8/layout/vList2"/>
    <dgm:cxn modelId="{BB956D20-2FCE-4205-BB5A-A5715D535505}" type="presOf" srcId="{37D6BE11-8C76-4124-8C3E-D133E5A481CF}" destId="{B15CA0C9-4ACC-4724-9409-5F19B26A87EA}" srcOrd="0" destOrd="0" presId="urn:microsoft.com/office/officeart/2005/8/layout/vList2"/>
    <dgm:cxn modelId="{D39AE556-ECC0-46E3-8886-A369AC8C9C9E}" type="presOf" srcId="{035C0778-9C97-45C5-9221-7D5C5CA5E556}" destId="{C440ADF3-81CC-4A04-9257-D3E21CB2F4DF}" srcOrd="0" destOrd="0" presId="urn:microsoft.com/office/officeart/2005/8/layout/vList2"/>
    <dgm:cxn modelId="{9A19A25A-B1A4-4A12-8148-39B69B5DB985}" srcId="{20657779-2468-444A-A57A-0BD3D1AEEB75}" destId="{035C0778-9C97-45C5-9221-7D5C5CA5E556}" srcOrd="3" destOrd="0" parTransId="{3D44BD86-B321-4D0A-B7D5-78950FEA165F}" sibTransId="{6F7D4089-B62D-43DB-862E-48D6A763FA66}"/>
    <dgm:cxn modelId="{1A01CF85-FC51-402E-8270-9158C2E34B9F}" srcId="{20657779-2468-444A-A57A-0BD3D1AEEB75}" destId="{A0F0D612-920A-4DA9-A26B-09ACCA4862B8}" srcOrd="0" destOrd="0" parTransId="{286C588F-88B5-4AC6-AEFD-6FD23B7344E5}" sibTransId="{654FCEAA-A991-48B9-8BD1-743C5C66B45A}"/>
    <dgm:cxn modelId="{C2A2CFCB-970C-4255-91F7-16F400F594F4}" type="presOf" srcId="{A0F0D612-920A-4DA9-A26B-09ACCA4862B8}" destId="{8A75DE62-0BF6-4FC1-AA0D-C30C2149ACED}" srcOrd="0" destOrd="0" presId="urn:microsoft.com/office/officeart/2005/8/layout/vList2"/>
    <dgm:cxn modelId="{C4370CD0-7024-413B-97FA-A9B4F67E6085}" type="presOf" srcId="{3052327C-D720-4E9A-8C51-74F531D6985C}" destId="{D70BE969-50AD-4E88-BBB3-4983E883DEE4}" srcOrd="0" destOrd="0" presId="urn:microsoft.com/office/officeart/2005/8/layout/vList2"/>
    <dgm:cxn modelId="{AE53B1EB-7588-4A58-87DE-5B7D8727FF85}" srcId="{20657779-2468-444A-A57A-0BD3D1AEEB75}" destId="{37D6BE11-8C76-4124-8C3E-D133E5A481CF}" srcOrd="2" destOrd="0" parTransId="{527CA584-1213-4F0E-BACC-CF9CC7342C29}" sibTransId="{4E7E6847-EEC1-432A-B980-B46E67EBE584}"/>
    <dgm:cxn modelId="{5115F1FC-7701-4327-8643-916B87200503}" srcId="{20657779-2468-444A-A57A-0BD3D1AEEB75}" destId="{3052327C-D720-4E9A-8C51-74F531D6985C}" srcOrd="1" destOrd="0" parTransId="{E7007F77-DDDB-47E5-8CC3-14B4E7364B08}" sibTransId="{3D9D80BE-F3C6-412F-957E-CFA253955465}"/>
    <dgm:cxn modelId="{F9CCF9C2-B18D-49AA-9DE4-CACDA79405FC}" type="presParOf" srcId="{3A2C9641-49C7-4B9F-A456-DED94D17996A}" destId="{8A75DE62-0BF6-4FC1-AA0D-C30C2149ACED}" srcOrd="0" destOrd="0" presId="urn:microsoft.com/office/officeart/2005/8/layout/vList2"/>
    <dgm:cxn modelId="{D28B89F7-CE18-47B0-AE6A-219C7A022993}" type="presParOf" srcId="{3A2C9641-49C7-4B9F-A456-DED94D17996A}" destId="{C1CFCD8B-F4BD-4A41-B08E-8193212FFE74}" srcOrd="1" destOrd="0" presId="urn:microsoft.com/office/officeart/2005/8/layout/vList2"/>
    <dgm:cxn modelId="{24D76C8C-362D-41A4-9EAC-0305A935EFE6}" type="presParOf" srcId="{3A2C9641-49C7-4B9F-A456-DED94D17996A}" destId="{D70BE969-50AD-4E88-BBB3-4983E883DEE4}" srcOrd="2" destOrd="0" presId="urn:microsoft.com/office/officeart/2005/8/layout/vList2"/>
    <dgm:cxn modelId="{C5644182-21E8-4E5B-9FAC-3B01A40335E2}" type="presParOf" srcId="{3A2C9641-49C7-4B9F-A456-DED94D17996A}" destId="{E57E57A9-EE12-4F3B-8D87-AB3BA1F5C05A}" srcOrd="3" destOrd="0" presId="urn:microsoft.com/office/officeart/2005/8/layout/vList2"/>
    <dgm:cxn modelId="{4FDE1C6F-7BF2-43F4-9935-B58C8F35FCD2}" type="presParOf" srcId="{3A2C9641-49C7-4B9F-A456-DED94D17996A}" destId="{B15CA0C9-4ACC-4724-9409-5F19B26A87EA}" srcOrd="4" destOrd="0" presId="urn:microsoft.com/office/officeart/2005/8/layout/vList2"/>
    <dgm:cxn modelId="{F05DFA22-A05F-40E9-AD32-C329DC1294BB}" type="presParOf" srcId="{3A2C9641-49C7-4B9F-A456-DED94D17996A}" destId="{6B8CD922-A329-4995-9B70-AE18E1C76069}" srcOrd="5" destOrd="0" presId="urn:microsoft.com/office/officeart/2005/8/layout/vList2"/>
    <dgm:cxn modelId="{D152C9CD-21E2-4EF5-B396-ECE5F5AB4507}" type="presParOf" srcId="{3A2C9641-49C7-4B9F-A456-DED94D17996A}" destId="{C440ADF3-81CC-4A04-9257-D3E21CB2F4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329958F6-F35C-4D07-B4ED-E4105FAF4CF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F3B932-CFF0-4F1A-9DD5-E0BCA88CABA9}">
      <dgm:prSet/>
      <dgm:spPr/>
      <dgm:t>
        <a:bodyPr/>
        <a:lstStyle/>
        <a:p>
          <a:r>
            <a:rPr lang="ru-RU" b="0" i="0" baseline="0"/>
            <a:t>борівський договір (1649 р.)</a:t>
          </a:r>
          <a:endParaRPr lang="uk-UA"/>
        </a:p>
      </dgm:t>
    </dgm:pt>
    <dgm:pt modelId="{E3C4A49C-A58C-40D6-A7A6-A5ED09DAD826}" type="parTrans" cxnId="{A5FEDF59-A260-43F2-B839-1B3F740C2C85}">
      <dgm:prSet/>
      <dgm:spPr/>
      <dgm:t>
        <a:bodyPr/>
        <a:lstStyle/>
        <a:p>
          <a:endParaRPr lang="uk-UA"/>
        </a:p>
      </dgm:t>
    </dgm:pt>
    <dgm:pt modelId="{1D7F8110-7FFA-4361-96FA-942F59D8F90D}" type="sibTrans" cxnId="{A5FEDF59-A260-43F2-B839-1B3F740C2C85}">
      <dgm:prSet/>
      <dgm:spPr/>
      <dgm:t>
        <a:bodyPr/>
        <a:lstStyle/>
        <a:p>
          <a:endParaRPr lang="uk-UA"/>
        </a:p>
      </dgm:t>
    </dgm:pt>
    <dgm:pt modelId="{4A55B2B0-3A39-457F-8009-FCFC98D30196}">
      <dgm:prSet/>
      <dgm:spPr/>
      <dgm:t>
        <a:bodyPr/>
        <a:lstStyle/>
        <a:p>
          <a:r>
            <a:rPr lang="ru-RU" b="0" i="0" baseline="0"/>
            <a:t>Андрусівський договір (1667 р.)</a:t>
          </a:r>
          <a:endParaRPr lang="uk-UA"/>
        </a:p>
      </dgm:t>
    </dgm:pt>
    <dgm:pt modelId="{9B82346F-CD48-4860-8406-3141FA73C44E}" type="parTrans" cxnId="{1B697BDF-4432-4903-8679-BF6AD5663F80}">
      <dgm:prSet/>
      <dgm:spPr/>
      <dgm:t>
        <a:bodyPr/>
        <a:lstStyle/>
        <a:p>
          <a:endParaRPr lang="uk-UA"/>
        </a:p>
      </dgm:t>
    </dgm:pt>
    <dgm:pt modelId="{C0BA46CB-B046-44D7-A85A-4F69BFC358A2}" type="sibTrans" cxnId="{1B697BDF-4432-4903-8679-BF6AD5663F80}">
      <dgm:prSet/>
      <dgm:spPr/>
      <dgm:t>
        <a:bodyPr/>
        <a:lstStyle/>
        <a:p>
          <a:endParaRPr lang="uk-UA"/>
        </a:p>
      </dgm:t>
    </dgm:pt>
    <dgm:pt modelId="{E3439F1C-3D25-446D-9FBD-225E312C51A1}">
      <dgm:prSet/>
      <dgm:spPr/>
      <dgm:t>
        <a:bodyPr/>
        <a:lstStyle/>
        <a:p>
          <a:r>
            <a:rPr lang="ru-RU" b="0" i="0" baseline="0"/>
            <a:t>Бахчисарайський договір (1681 р.)</a:t>
          </a:r>
          <a:endParaRPr lang="uk-UA"/>
        </a:p>
      </dgm:t>
    </dgm:pt>
    <dgm:pt modelId="{7AFCE44E-AC99-4D16-A0A0-BBC98C2C31C6}" type="parTrans" cxnId="{4F5F53F9-6991-4217-8843-B6C016358F30}">
      <dgm:prSet/>
      <dgm:spPr/>
      <dgm:t>
        <a:bodyPr/>
        <a:lstStyle/>
        <a:p>
          <a:endParaRPr lang="uk-UA"/>
        </a:p>
      </dgm:t>
    </dgm:pt>
    <dgm:pt modelId="{116EBAF9-E8C2-4D64-ABA0-012F37B41BA7}" type="sibTrans" cxnId="{4F5F53F9-6991-4217-8843-B6C016358F30}">
      <dgm:prSet/>
      <dgm:spPr/>
      <dgm:t>
        <a:bodyPr/>
        <a:lstStyle/>
        <a:p>
          <a:endParaRPr lang="uk-UA"/>
        </a:p>
      </dgm:t>
    </dgm:pt>
    <dgm:pt modelId="{69AD6E61-DD74-47BD-A6A8-683ECAE60DD5}">
      <dgm:prSet/>
      <dgm:spPr/>
      <dgm:t>
        <a:bodyPr/>
        <a:lstStyle/>
        <a:p>
          <a:r>
            <a:rPr lang="ru-RU" b="0" i="0" baseline="0"/>
            <a:t>«Вічний мир» (1686 р.)</a:t>
          </a:r>
          <a:endParaRPr lang="uk-UA"/>
        </a:p>
      </dgm:t>
    </dgm:pt>
    <dgm:pt modelId="{1048F97C-6520-4A4A-A722-C1F81CB4A2BB}" type="parTrans" cxnId="{5954DC28-DAE9-4054-98F3-8253E2E893BC}">
      <dgm:prSet/>
      <dgm:spPr/>
      <dgm:t>
        <a:bodyPr/>
        <a:lstStyle/>
        <a:p>
          <a:endParaRPr lang="uk-UA"/>
        </a:p>
      </dgm:t>
    </dgm:pt>
    <dgm:pt modelId="{ACEE4E67-29DA-40B7-9D2E-BAE764E09270}" type="sibTrans" cxnId="{5954DC28-DAE9-4054-98F3-8253E2E893BC}">
      <dgm:prSet/>
      <dgm:spPr/>
      <dgm:t>
        <a:bodyPr/>
        <a:lstStyle/>
        <a:p>
          <a:endParaRPr lang="uk-UA"/>
        </a:p>
      </dgm:t>
    </dgm:pt>
    <dgm:pt modelId="{C4AAC867-E365-4AAB-91B8-F448B64B7F84}" type="pres">
      <dgm:prSet presAssocID="{329958F6-F35C-4D07-B4ED-E4105FAF4CF0}" presName="Name0" presStyleCnt="0">
        <dgm:presLayoutVars>
          <dgm:chMax val="7"/>
          <dgm:chPref val="7"/>
          <dgm:dir/>
        </dgm:presLayoutVars>
      </dgm:prSet>
      <dgm:spPr/>
    </dgm:pt>
    <dgm:pt modelId="{EC86452C-C84A-42FE-AC6E-D9C8C6D2B1D8}" type="pres">
      <dgm:prSet presAssocID="{329958F6-F35C-4D07-B4ED-E4105FAF4CF0}" presName="Name1" presStyleCnt="0"/>
      <dgm:spPr/>
    </dgm:pt>
    <dgm:pt modelId="{2500A9AF-EB2B-41D7-B280-F881F92378BE}" type="pres">
      <dgm:prSet presAssocID="{329958F6-F35C-4D07-B4ED-E4105FAF4CF0}" presName="cycle" presStyleCnt="0"/>
      <dgm:spPr/>
    </dgm:pt>
    <dgm:pt modelId="{99ACBD38-A73A-4017-AF11-758540BEBB16}" type="pres">
      <dgm:prSet presAssocID="{329958F6-F35C-4D07-B4ED-E4105FAF4CF0}" presName="srcNode" presStyleLbl="node1" presStyleIdx="0" presStyleCnt="4"/>
      <dgm:spPr/>
    </dgm:pt>
    <dgm:pt modelId="{6907C282-C6C2-4985-B235-7111B4D6126F}" type="pres">
      <dgm:prSet presAssocID="{329958F6-F35C-4D07-B4ED-E4105FAF4CF0}" presName="conn" presStyleLbl="parChTrans1D2" presStyleIdx="0" presStyleCnt="1"/>
      <dgm:spPr/>
    </dgm:pt>
    <dgm:pt modelId="{2C50F8A1-C270-4CDF-87A9-B6D7CE1573DF}" type="pres">
      <dgm:prSet presAssocID="{329958F6-F35C-4D07-B4ED-E4105FAF4CF0}" presName="extraNode" presStyleLbl="node1" presStyleIdx="0" presStyleCnt="4"/>
      <dgm:spPr/>
    </dgm:pt>
    <dgm:pt modelId="{010B758E-AFEC-4F61-BE34-DA6272F8C0B8}" type="pres">
      <dgm:prSet presAssocID="{329958F6-F35C-4D07-B4ED-E4105FAF4CF0}" presName="dstNode" presStyleLbl="node1" presStyleIdx="0" presStyleCnt="4"/>
      <dgm:spPr/>
    </dgm:pt>
    <dgm:pt modelId="{C204B864-F4D1-4317-AECC-CDC21CA11992}" type="pres">
      <dgm:prSet presAssocID="{16F3B932-CFF0-4F1A-9DD5-E0BCA88CABA9}" presName="text_1" presStyleLbl="node1" presStyleIdx="0" presStyleCnt="4">
        <dgm:presLayoutVars>
          <dgm:bulletEnabled val="1"/>
        </dgm:presLayoutVars>
      </dgm:prSet>
      <dgm:spPr/>
    </dgm:pt>
    <dgm:pt modelId="{C0419AE8-712B-4ED7-B0AF-6A3B7E3B99B5}" type="pres">
      <dgm:prSet presAssocID="{16F3B932-CFF0-4F1A-9DD5-E0BCA88CABA9}" presName="accent_1" presStyleCnt="0"/>
      <dgm:spPr/>
    </dgm:pt>
    <dgm:pt modelId="{B01901C9-D4A6-41AD-A096-71127394AD4F}" type="pres">
      <dgm:prSet presAssocID="{16F3B932-CFF0-4F1A-9DD5-E0BCA88CABA9}" presName="accentRepeatNode" presStyleLbl="solidFgAcc1" presStyleIdx="0" presStyleCnt="4"/>
      <dgm:spPr/>
    </dgm:pt>
    <dgm:pt modelId="{68A0E3D5-BEBC-4387-B6E2-A27A2865B197}" type="pres">
      <dgm:prSet presAssocID="{4A55B2B0-3A39-457F-8009-FCFC98D30196}" presName="text_2" presStyleLbl="node1" presStyleIdx="1" presStyleCnt="4">
        <dgm:presLayoutVars>
          <dgm:bulletEnabled val="1"/>
        </dgm:presLayoutVars>
      </dgm:prSet>
      <dgm:spPr/>
    </dgm:pt>
    <dgm:pt modelId="{BA825410-A3D0-4652-A75D-8ACAB3875137}" type="pres">
      <dgm:prSet presAssocID="{4A55B2B0-3A39-457F-8009-FCFC98D30196}" presName="accent_2" presStyleCnt="0"/>
      <dgm:spPr/>
    </dgm:pt>
    <dgm:pt modelId="{7029A5E4-3F38-44B1-9047-91C7622DD255}" type="pres">
      <dgm:prSet presAssocID="{4A55B2B0-3A39-457F-8009-FCFC98D30196}" presName="accentRepeatNode" presStyleLbl="solidFgAcc1" presStyleIdx="1" presStyleCnt="4"/>
      <dgm:spPr/>
    </dgm:pt>
    <dgm:pt modelId="{2BC3FCB3-616C-4CF0-94A9-BE76946F9B33}" type="pres">
      <dgm:prSet presAssocID="{E3439F1C-3D25-446D-9FBD-225E312C51A1}" presName="text_3" presStyleLbl="node1" presStyleIdx="2" presStyleCnt="4">
        <dgm:presLayoutVars>
          <dgm:bulletEnabled val="1"/>
        </dgm:presLayoutVars>
      </dgm:prSet>
      <dgm:spPr/>
    </dgm:pt>
    <dgm:pt modelId="{3995AC37-8911-43D8-B895-1953256A31D6}" type="pres">
      <dgm:prSet presAssocID="{E3439F1C-3D25-446D-9FBD-225E312C51A1}" presName="accent_3" presStyleCnt="0"/>
      <dgm:spPr/>
    </dgm:pt>
    <dgm:pt modelId="{5CA28188-E10A-4B9F-BF57-B5FCF1A4D5EB}" type="pres">
      <dgm:prSet presAssocID="{E3439F1C-3D25-446D-9FBD-225E312C51A1}" presName="accentRepeatNode" presStyleLbl="solidFgAcc1" presStyleIdx="2" presStyleCnt="4"/>
      <dgm:spPr/>
    </dgm:pt>
    <dgm:pt modelId="{FAF3CB03-E8C4-41DD-9504-BC27A16EB00A}" type="pres">
      <dgm:prSet presAssocID="{69AD6E61-DD74-47BD-A6A8-683ECAE60DD5}" presName="text_4" presStyleLbl="node1" presStyleIdx="3" presStyleCnt="4">
        <dgm:presLayoutVars>
          <dgm:bulletEnabled val="1"/>
        </dgm:presLayoutVars>
      </dgm:prSet>
      <dgm:spPr/>
    </dgm:pt>
    <dgm:pt modelId="{FFA22B42-FF73-40B5-BDA2-A9DC3749A50D}" type="pres">
      <dgm:prSet presAssocID="{69AD6E61-DD74-47BD-A6A8-683ECAE60DD5}" presName="accent_4" presStyleCnt="0"/>
      <dgm:spPr/>
    </dgm:pt>
    <dgm:pt modelId="{BC23C6C3-E124-470A-8196-0EE885F8BB93}" type="pres">
      <dgm:prSet presAssocID="{69AD6E61-DD74-47BD-A6A8-683ECAE60DD5}" presName="accentRepeatNode" presStyleLbl="solidFgAcc1" presStyleIdx="3" presStyleCnt="4"/>
      <dgm:spPr/>
    </dgm:pt>
  </dgm:ptLst>
  <dgm:cxnLst>
    <dgm:cxn modelId="{A445320D-6B6C-44AF-9514-61387BA0F2A2}" type="presOf" srcId="{4A55B2B0-3A39-457F-8009-FCFC98D30196}" destId="{68A0E3D5-BEBC-4387-B6E2-A27A2865B197}" srcOrd="0" destOrd="0" presId="urn:microsoft.com/office/officeart/2008/layout/VerticalCurvedList"/>
    <dgm:cxn modelId="{5954DC28-DAE9-4054-98F3-8253E2E893BC}" srcId="{329958F6-F35C-4D07-B4ED-E4105FAF4CF0}" destId="{69AD6E61-DD74-47BD-A6A8-683ECAE60DD5}" srcOrd="3" destOrd="0" parTransId="{1048F97C-6520-4A4A-A722-C1F81CB4A2BB}" sibTransId="{ACEE4E67-29DA-40B7-9D2E-BAE764E09270}"/>
    <dgm:cxn modelId="{2BB6B852-2E19-42C1-A24C-B2C86CA5DBD9}" type="presOf" srcId="{69AD6E61-DD74-47BD-A6A8-683ECAE60DD5}" destId="{FAF3CB03-E8C4-41DD-9504-BC27A16EB00A}" srcOrd="0" destOrd="0" presId="urn:microsoft.com/office/officeart/2008/layout/VerticalCurvedList"/>
    <dgm:cxn modelId="{05EF3D73-F3D9-4A0C-AA0A-C43B4ECAEA67}" type="presOf" srcId="{1D7F8110-7FFA-4361-96FA-942F59D8F90D}" destId="{6907C282-C6C2-4985-B235-7111B4D6126F}" srcOrd="0" destOrd="0" presId="urn:microsoft.com/office/officeart/2008/layout/VerticalCurvedList"/>
    <dgm:cxn modelId="{A5FEDF59-A260-43F2-B839-1B3F740C2C85}" srcId="{329958F6-F35C-4D07-B4ED-E4105FAF4CF0}" destId="{16F3B932-CFF0-4F1A-9DD5-E0BCA88CABA9}" srcOrd="0" destOrd="0" parTransId="{E3C4A49C-A58C-40D6-A7A6-A5ED09DAD826}" sibTransId="{1D7F8110-7FFA-4361-96FA-942F59D8F90D}"/>
    <dgm:cxn modelId="{48E41C92-EC1F-41E1-9324-D93CD081E7E4}" type="presOf" srcId="{E3439F1C-3D25-446D-9FBD-225E312C51A1}" destId="{2BC3FCB3-616C-4CF0-94A9-BE76946F9B33}" srcOrd="0" destOrd="0" presId="urn:microsoft.com/office/officeart/2008/layout/VerticalCurvedList"/>
    <dgm:cxn modelId="{54E6C7A3-382D-4282-9EE1-1894083D5656}" type="presOf" srcId="{16F3B932-CFF0-4F1A-9DD5-E0BCA88CABA9}" destId="{C204B864-F4D1-4317-AECC-CDC21CA11992}" srcOrd="0" destOrd="0" presId="urn:microsoft.com/office/officeart/2008/layout/VerticalCurvedList"/>
    <dgm:cxn modelId="{1B697BDF-4432-4903-8679-BF6AD5663F80}" srcId="{329958F6-F35C-4D07-B4ED-E4105FAF4CF0}" destId="{4A55B2B0-3A39-457F-8009-FCFC98D30196}" srcOrd="1" destOrd="0" parTransId="{9B82346F-CD48-4860-8406-3141FA73C44E}" sibTransId="{C0BA46CB-B046-44D7-A85A-4F69BFC358A2}"/>
    <dgm:cxn modelId="{4F5F53F9-6991-4217-8843-B6C016358F30}" srcId="{329958F6-F35C-4D07-B4ED-E4105FAF4CF0}" destId="{E3439F1C-3D25-446D-9FBD-225E312C51A1}" srcOrd="2" destOrd="0" parTransId="{7AFCE44E-AC99-4D16-A0A0-BBC98C2C31C6}" sibTransId="{116EBAF9-E8C2-4D64-ABA0-012F37B41BA7}"/>
    <dgm:cxn modelId="{0761C5FF-4DD7-4B47-AB4B-C749722ADA39}" type="presOf" srcId="{329958F6-F35C-4D07-B4ED-E4105FAF4CF0}" destId="{C4AAC867-E365-4AAB-91B8-F448B64B7F84}" srcOrd="0" destOrd="0" presId="urn:microsoft.com/office/officeart/2008/layout/VerticalCurvedList"/>
    <dgm:cxn modelId="{3D7E6B5C-2A0B-42CB-888E-C23085C00607}" type="presParOf" srcId="{C4AAC867-E365-4AAB-91B8-F448B64B7F84}" destId="{EC86452C-C84A-42FE-AC6E-D9C8C6D2B1D8}" srcOrd="0" destOrd="0" presId="urn:microsoft.com/office/officeart/2008/layout/VerticalCurvedList"/>
    <dgm:cxn modelId="{DAD428AE-728F-4CB6-9436-CE362CE04F12}" type="presParOf" srcId="{EC86452C-C84A-42FE-AC6E-D9C8C6D2B1D8}" destId="{2500A9AF-EB2B-41D7-B280-F881F92378BE}" srcOrd="0" destOrd="0" presId="urn:microsoft.com/office/officeart/2008/layout/VerticalCurvedList"/>
    <dgm:cxn modelId="{8E0B281F-7DF5-43C5-85EE-43B28DB5A6BB}" type="presParOf" srcId="{2500A9AF-EB2B-41D7-B280-F881F92378BE}" destId="{99ACBD38-A73A-4017-AF11-758540BEBB16}" srcOrd="0" destOrd="0" presId="urn:microsoft.com/office/officeart/2008/layout/VerticalCurvedList"/>
    <dgm:cxn modelId="{D8DC1BF9-77ED-4443-99B9-AD120DC7A5A3}" type="presParOf" srcId="{2500A9AF-EB2B-41D7-B280-F881F92378BE}" destId="{6907C282-C6C2-4985-B235-7111B4D6126F}" srcOrd="1" destOrd="0" presId="urn:microsoft.com/office/officeart/2008/layout/VerticalCurvedList"/>
    <dgm:cxn modelId="{3DE9A057-B6D9-4AFC-BC16-FA21BEFC0343}" type="presParOf" srcId="{2500A9AF-EB2B-41D7-B280-F881F92378BE}" destId="{2C50F8A1-C270-4CDF-87A9-B6D7CE1573DF}" srcOrd="2" destOrd="0" presId="urn:microsoft.com/office/officeart/2008/layout/VerticalCurvedList"/>
    <dgm:cxn modelId="{085A2596-9D24-4872-BE0C-7C0F58DA7527}" type="presParOf" srcId="{2500A9AF-EB2B-41D7-B280-F881F92378BE}" destId="{010B758E-AFEC-4F61-BE34-DA6272F8C0B8}" srcOrd="3" destOrd="0" presId="urn:microsoft.com/office/officeart/2008/layout/VerticalCurvedList"/>
    <dgm:cxn modelId="{64C49CCA-41C0-4FD1-AD96-B3039A02479B}" type="presParOf" srcId="{EC86452C-C84A-42FE-AC6E-D9C8C6D2B1D8}" destId="{C204B864-F4D1-4317-AECC-CDC21CA11992}" srcOrd="1" destOrd="0" presId="urn:microsoft.com/office/officeart/2008/layout/VerticalCurvedList"/>
    <dgm:cxn modelId="{0ED27009-939A-4F71-8E94-BAF5857F9DEF}" type="presParOf" srcId="{EC86452C-C84A-42FE-AC6E-D9C8C6D2B1D8}" destId="{C0419AE8-712B-4ED7-B0AF-6A3B7E3B99B5}" srcOrd="2" destOrd="0" presId="urn:microsoft.com/office/officeart/2008/layout/VerticalCurvedList"/>
    <dgm:cxn modelId="{FAC1213C-17C9-43F4-8CE6-E2D1FCA85AF5}" type="presParOf" srcId="{C0419AE8-712B-4ED7-B0AF-6A3B7E3B99B5}" destId="{B01901C9-D4A6-41AD-A096-71127394AD4F}" srcOrd="0" destOrd="0" presId="urn:microsoft.com/office/officeart/2008/layout/VerticalCurvedList"/>
    <dgm:cxn modelId="{CA459B63-06BC-4E3B-91ED-043295E60BCE}" type="presParOf" srcId="{EC86452C-C84A-42FE-AC6E-D9C8C6D2B1D8}" destId="{68A0E3D5-BEBC-4387-B6E2-A27A2865B197}" srcOrd="3" destOrd="0" presId="urn:microsoft.com/office/officeart/2008/layout/VerticalCurvedList"/>
    <dgm:cxn modelId="{67C275DD-AA56-4342-A9F8-885EEC16271E}" type="presParOf" srcId="{EC86452C-C84A-42FE-AC6E-D9C8C6D2B1D8}" destId="{BA825410-A3D0-4652-A75D-8ACAB3875137}" srcOrd="4" destOrd="0" presId="urn:microsoft.com/office/officeart/2008/layout/VerticalCurvedList"/>
    <dgm:cxn modelId="{9A6373ED-A6BB-4A0D-A550-CFBCAB04C049}" type="presParOf" srcId="{BA825410-A3D0-4652-A75D-8ACAB3875137}" destId="{7029A5E4-3F38-44B1-9047-91C7622DD255}" srcOrd="0" destOrd="0" presId="urn:microsoft.com/office/officeart/2008/layout/VerticalCurvedList"/>
    <dgm:cxn modelId="{F225D3FD-FAA0-40C6-8627-6CB6296218F0}" type="presParOf" srcId="{EC86452C-C84A-42FE-AC6E-D9C8C6D2B1D8}" destId="{2BC3FCB3-616C-4CF0-94A9-BE76946F9B33}" srcOrd="5" destOrd="0" presId="urn:microsoft.com/office/officeart/2008/layout/VerticalCurvedList"/>
    <dgm:cxn modelId="{E2694117-FB51-4102-99A4-4DEE01B0AF0B}" type="presParOf" srcId="{EC86452C-C84A-42FE-AC6E-D9C8C6D2B1D8}" destId="{3995AC37-8911-43D8-B895-1953256A31D6}" srcOrd="6" destOrd="0" presId="urn:microsoft.com/office/officeart/2008/layout/VerticalCurvedList"/>
    <dgm:cxn modelId="{2B27B164-9271-448D-A283-8E7C175BCCC7}" type="presParOf" srcId="{3995AC37-8911-43D8-B895-1953256A31D6}" destId="{5CA28188-E10A-4B9F-BF57-B5FCF1A4D5EB}" srcOrd="0" destOrd="0" presId="urn:microsoft.com/office/officeart/2008/layout/VerticalCurvedList"/>
    <dgm:cxn modelId="{47FD1DEE-FC4D-46CE-AB9C-B1D7126E6E8B}" type="presParOf" srcId="{EC86452C-C84A-42FE-AC6E-D9C8C6D2B1D8}" destId="{FAF3CB03-E8C4-41DD-9504-BC27A16EB00A}" srcOrd="7" destOrd="0" presId="urn:microsoft.com/office/officeart/2008/layout/VerticalCurvedList"/>
    <dgm:cxn modelId="{4573BEC3-0422-41F2-9462-05BE48D2254D}" type="presParOf" srcId="{EC86452C-C84A-42FE-AC6E-D9C8C6D2B1D8}" destId="{FFA22B42-FF73-40B5-BDA2-A9DC3749A50D}" srcOrd="8" destOrd="0" presId="urn:microsoft.com/office/officeart/2008/layout/VerticalCurvedList"/>
    <dgm:cxn modelId="{0EA2BF2C-EC63-43AD-BFDE-A797B7205314}" type="presParOf" srcId="{FFA22B42-FF73-40B5-BDA2-A9DC3749A50D}" destId="{BC23C6C3-E124-470A-8196-0EE885F8BB9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644D0711-0FD7-4965-AD39-F2C0675EB6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769C167-4365-46DF-A7DC-D7B029BDB0D1}">
      <dgm:prSet/>
      <dgm:spPr/>
      <dgm:t>
        <a:bodyPr/>
        <a:lstStyle/>
        <a:p>
          <a:r>
            <a:rPr lang="uk-UA" b="0" i="0" baseline="0" dirty="0"/>
            <a:t>Слобідської України.</a:t>
          </a:r>
          <a:endParaRPr lang="uk-UA" dirty="0"/>
        </a:p>
      </dgm:t>
    </dgm:pt>
    <dgm:pt modelId="{622E083C-F5F8-4911-AF35-71DBF176092D}" type="parTrans" cxnId="{CB75BE7E-4B15-4726-8B03-EB900C91D7F6}">
      <dgm:prSet/>
      <dgm:spPr/>
      <dgm:t>
        <a:bodyPr/>
        <a:lstStyle/>
        <a:p>
          <a:endParaRPr lang="uk-UA"/>
        </a:p>
      </dgm:t>
    </dgm:pt>
    <dgm:pt modelId="{B3DD7E70-EF13-4A48-96E3-107FBF6FEC3B}" type="sibTrans" cxnId="{CB75BE7E-4B15-4726-8B03-EB900C91D7F6}">
      <dgm:prSet/>
      <dgm:spPr/>
      <dgm:t>
        <a:bodyPr/>
        <a:lstStyle/>
        <a:p>
          <a:endParaRPr lang="uk-UA"/>
        </a:p>
      </dgm:t>
    </dgm:pt>
    <dgm:pt modelId="{67DCB4D6-9493-4501-8BC2-83EBDCC1C337}">
      <dgm:prSet/>
      <dgm:spPr/>
      <dgm:t>
        <a:bodyPr/>
        <a:lstStyle/>
        <a:p>
          <a:r>
            <a:rPr lang="uk-UA" b="0" i="0" baseline="0"/>
            <a:t>Лівобережної Гетьманщини.</a:t>
          </a:r>
          <a:endParaRPr lang="uk-UA"/>
        </a:p>
      </dgm:t>
    </dgm:pt>
    <dgm:pt modelId="{A608E471-AD29-4761-BE07-9DCF0B7F7AD4}" type="parTrans" cxnId="{1F5C334B-B7C5-499D-B54D-3719C0DE008D}">
      <dgm:prSet/>
      <dgm:spPr/>
      <dgm:t>
        <a:bodyPr/>
        <a:lstStyle/>
        <a:p>
          <a:endParaRPr lang="uk-UA"/>
        </a:p>
      </dgm:t>
    </dgm:pt>
    <dgm:pt modelId="{46B72804-4A83-4F86-A6CE-9B80DFABF4E8}" type="sibTrans" cxnId="{1F5C334B-B7C5-499D-B54D-3719C0DE008D}">
      <dgm:prSet/>
      <dgm:spPr/>
      <dgm:t>
        <a:bodyPr/>
        <a:lstStyle/>
        <a:p>
          <a:endParaRPr lang="uk-UA"/>
        </a:p>
      </dgm:t>
    </dgm:pt>
    <dgm:pt modelId="{B3C91129-26E3-47F8-A4A8-7E670348D574}">
      <dgm:prSet/>
      <dgm:spPr/>
      <dgm:t>
        <a:bodyPr/>
        <a:lstStyle/>
        <a:p>
          <a:r>
            <a:rPr lang="uk-UA" b="0" i="0" baseline="0" dirty="0"/>
            <a:t>Нової (</a:t>
          </a:r>
          <a:r>
            <a:rPr lang="uk-UA" b="0" i="0" baseline="0" dirty="0" err="1"/>
            <a:t>Підпільненської</a:t>
          </a:r>
          <a:r>
            <a:rPr lang="uk-UA" b="0" i="0" baseline="0" dirty="0"/>
            <a:t>) Січі.</a:t>
          </a:r>
          <a:endParaRPr lang="uk-UA" dirty="0"/>
        </a:p>
      </dgm:t>
    </dgm:pt>
    <dgm:pt modelId="{2F43ABD8-6029-4E96-95F9-8C1F2C4660A0}" type="parTrans" cxnId="{B2D75AF4-5A8C-444E-AFE0-3F67894FC096}">
      <dgm:prSet/>
      <dgm:spPr/>
      <dgm:t>
        <a:bodyPr/>
        <a:lstStyle/>
        <a:p>
          <a:endParaRPr lang="uk-UA"/>
        </a:p>
      </dgm:t>
    </dgm:pt>
    <dgm:pt modelId="{E2951A82-9127-4D87-9C39-C72E49657769}" type="sibTrans" cxnId="{B2D75AF4-5A8C-444E-AFE0-3F67894FC096}">
      <dgm:prSet/>
      <dgm:spPr/>
      <dgm:t>
        <a:bodyPr/>
        <a:lstStyle/>
        <a:p>
          <a:endParaRPr lang="uk-UA"/>
        </a:p>
      </dgm:t>
    </dgm:pt>
    <dgm:pt modelId="{6DDA22CB-1FE0-4FAF-B361-E2703C4FB64C}">
      <dgm:prSet/>
      <dgm:spPr/>
      <dgm:t>
        <a:bodyPr/>
        <a:lstStyle/>
        <a:p>
          <a:r>
            <a:rPr lang="uk-UA" b="0" i="0" baseline="0"/>
            <a:t>Правобережної Гетьманщини.</a:t>
          </a:r>
          <a:endParaRPr lang="uk-UA"/>
        </a:p>
      </dgm:t>
    </dgm:pt>
    <dgm:pt modelId="{B00F824B-8C3D-411C-9E37-EE5E164562E8}" type="parTrans" cxnId="{9A95F943-E275-4F85-BAAF-A291A749DB85}">
      <dgm:prSet/>
      <dgm:spPr/>
      <dgm:t>
        <a:bodyPr/>
        <a:lstStyle/>
        <a:p>
          <a:endParaRPr lang="uk-UA"/>
        </a:p>
      </dgm:t>
    </dgm:pt>
    <dgm:pt modelId="{CB3CFF79-D8C5-48F8-921B-AB0F67AAEEA1}" type="sibTrans" cxnId="{9A95F943-E275-4F85-BAAF-A291A749DB85}">
      <dgm:prSet/>
      <dgm:spPr/>
      <dgm:t>
        <a:bodyPr/>
        <a:lstStyle/>
        <a:p>
          <a:endParaRPr lang="uk-UA"/>
        </a:p>
      </dgm:t>
    </dgm:pt>
    <dgm:pt modelId="{9BF4F9D9-1C67-4C90-8AFE-135A8FC3F163}" type="pres">
      <dgm:prSet presAssocID="{644D0711-0FD7-4965-AD39-F2C0675EB6B0}" presName="linear" presStyleCnt="0">
        <dgm:presLayoutVars>
          <dgm:animLvl val="lvl"/>
          <dgm:resizeHandles val="exact"/>
        </dgm:presLayoutVars>
      </dgm:prSet>
      <dgm:spPr/>
    </dgm:pt>
    <dgm:pt modelId="{04029E4B-3635-41A4-8307-56D4D139D175}" type="pres">
      <dgm:prSet presAssocID="{B769C167-4365-46DF-A7DC-D7B029BDB0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B4E8EE-C695-4AED-871D-C13A8A357F8E}" type="pres">
      <dgm:prSet presAssocID="{B3DD7E70-EF13-4A48-96E3-107FBF6FEC3B}" presName="spacer" presStyleCnt="0"/>
      <dgm:spPr/>
    </dgm:pt>
    <dgm:pt modelId="{97B5BD08-D7DD-4924-81E5-3DCA8768B4AE}" type="pres">
      <dgm:prSet presAssocID="{67DCB4D6-9493-4501-8BC2-83EBDCC1C33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D2FC11-19A6-49B8-B3CC-23CF11F04FB3}" type="pres">
      <dgm:prSet presAssocID="{46B72804-4A83-4F86-A6CE-9B80DFABF4E8}" presName="spacer" presStyleCnt="0"/>
      <dgm:spPr/>
    </dgm:pt>
    <dgm:pt modelId="{E2A6262A-DD38-4EA6-9703-B893D71519D6}" type="pres">
      <dgm:prSet presAssocID="{B3C91129-26E3-47F8-A4A8-7E670348D5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A78C25A-98F9-4F22-BBFA-50D7EE45868D}" type="pres">
      <dgm:prSet presAssocID="{E2951A82-9127-4D87-9C39-C72E49657769}" presName="spacer" presStyleCnt="0"/>
      <dgm:spPr/>
    </dgm:pt>
    <dgm:pt modelId="{BE02740B-0C3E-4D7C-A10B-4B784CE2DE95}" type="pres">
      <dgm:prSet presAssocID="{6DDA22CB-1FE0-4FAF-B361-E2703C4FB6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95F943-E275-4F85-BAAF-A291A749DB85}" srcId="{644D0711-0FD7-4965-AD39-F2C0675EB6B0}" destId="{6DDA22CB-1FE0-4FAF-B361-E2703C4FB64C}" srcOrd="3" destOrd="0" parTransId="{B00F824B-8C3D-411C-9E37-EE5E164562E8}" sibTransId="{CB3CFF79-D8C5-48F8-921B-AB0F67AAEEA1}"/>
    <dgm:cxn modelId="{447ACA49-B4D0-4404-92A1-CFCE54E6EEE6}" type="presOf" srcId="{B769C167-4365-46DF-A7DC-D7B029BDB0D1}" destId="{04029E4B-3635-41A4-8307-56D4D139D175}" srcOrd="0" destOrd="0" presId="urn:microsoft.com/office/officeart/2005/8/layout/vList2"/>
    <dgm:cxn modelId="{1F5C334B-B7C5-499D-B54D-3719C0DE008D}" srcId="{644D0711-0FD7-4965-AD39-F2C0675EB6B0}" destId="{67DCB4D6-9493-4501-8BC2-83EBDCC1C337}" srcOrd="1" destOrd="0" parTransId="{A608E471-AD29-4761-BE07-9DCF0B7F7AD4}" sibTransId="{46B72804-4A83-4F86-A6CE-9B80DFABF4E8}"/>
    <dgm:cxn modelId="{361BC377-049A-403E-BFFA-38F865E52B39}" type="presOf" srcId="{644D0711-0FD7-4965-AD39-F2C0675EB6B0}" destId="{9BF4F9D9-1C67-4C90-8AFE-135A8FC3F163}" srcOrd="0" destOrd="0" presId="urn:microsoft.com/office/officeart/2005/8/layout/vList2"/>
    <dgm:cxn modelId="{0BD61C7C-7423-4CDE-88E2-3E1CCCF5C1AE}" type="presOf" srcId="{B3C91129-26E3-47F8-A4A8-7E670348D574}" destId="{E2A6262A-DD38-4EA6-9703-B893D71519D6}" srcOrd="0" destOrd="0" presId="urn:microsoft.com/office/officeart/2005/8/layout/vList2"/>
    <dgm:cxn modelId="{CB75BE7E-4B15-4726-8B03-EB900C91D7F6}" srcId="{644D0711-0FD7-4965-AD39-F2C0675EB6B0}" destId="{B769C167-4365-46DF-A7DC-D7B029BDB0D1}" srcOrd="0" destOrd="0" parTransId="{622E083C-F5F8-4911-AF35-71DBF176092D}" sibTransId="{B3DD7E70-EF13-4A48-96E3-107FBF6FEC3B}"/>
    <dgm:cxn modelId="{F02C5CD0-529B-4763-BCD3-D9B7A02CAA0B}" type="presOf" srcId="{67DCB4D6-9493-4501-8BC2-83EBDCC1C337}" destId="{97B5BD08-D7DD-4924-81E5-3DCA8768B4AE}" srcOrd="0" destOrd="0" presId="urn:microsoft.com/office/officeart/2005/8/layout/vList2"/>
    <dgm:cxn modelId="{B8264CD3-5B20-497D-81F3-66CAAB55682F}" type="presOf" srcId="{6DDA22CB-1FE0-4FAF-B361-E2703C4FB64C}" destId="{BE02740B-0C3E-4D7C-A10B-4B784CE2DE95}" srcOrd="0" destOrd="0" presId="urn:microsoft.com/office/officeart/2005/8/layout/vList2"/>
    <dgm:cxn modelId="{B2D75AF4-5A8C-444E-AFE0-3F67894FC096}" srcId="{644D0711-0FD7-4965-AD39-F2C0675EB6B0}" destId="{B3C91129-26E3-47F8-A4A8-7E670348D574}" srcOrd="2" destOrd="0" parTransId="{2F43ABD8-6029-4E96-95F9-8C1F2C4660A0}" sibTransId="{E2951A82-9127-4D87-9C39-C72E49657769}"/>
    <dgm:cxn modelId="{AF22584C-9A78-4E0D-A302-6581B3C2A95F}" type="presParOf" srcId="{9BF4F9D9-1C67-4C90-8AFE-135A8FC3F163}" destId="{04029E4B-3635-41A4-8307-56D4D139D175}" srcOrd="0" destOrd="0" presId="urn:microsoft.com/office/officeart/2005/8/layout/vList2"/>
    <dgm:cxn modelId="{51B4C68A-9BBF-4157-B55D-2C3B87A5737D}" type="presParOf" srcId="{9BF4F9D9-1C67-4C90-8AFE-135A8FC3F163}" destId="{5EB4E8EE-C695-4AED-871D-C13A8A357F8E}" srcOrd="1" destOrd="0" presId="urn:microsoft.com/office/officeart/2005/8/layout/vList2"/>
    <dgm:cxn modelId="{2C78CC0E-89A4-43A3-AFB3-54255F1AE7B8}" type="presParOf" srcId="{9BF4F9D9-1C67-4C90-8AFE-135A8FC3F163}" destId="{97B5BD08-D7DD-4924-81E5-3DCA8768B4AE}" srcOrd="2" destOrd="0" presId="urn:microsoft.com/office/officeart/2005/8/layout/vList2"/>
    <dgm:cxn modelId="{0EE3E496-EFA5-44B5-BE8F-4623202CD105}" type="presParOf" srcId="{9BF4F9D9-1C67-4C90-8AFE-135A8FC3F163}" destId="{24D2FC11-19A6-49B8-B3CC-23CF11F04FB3}" srcOrd="3" destOrd="0" presId="urn:microsoft.com/office/officeart/2005/8/layout/vList2"/>
    <dgm:cxn modelId="{E0D2CFFA-FB0A-4BAA-B490-84400A02C767}" type="presParOf" srcId="{9BF4F9D9-1C67-4C90-8AFE-135A8FC3F163}" destId="{E2A6262A-DD38-4EA6-9703-B893D71519D6}" srcOrd="4" destOrd="0" presId="urn:microsoft.com/office/officeart/2005/8/layout/vList2"/>
    <dgm:cxn modelId="{8965E166-EFEA-4537-89D5-F9EA6035BC20}" type="presParOf" srcId="{9BF4F9D9-1C67-4C90-8AFE-135A8FC3F163}" destId="{CA78C25A-98F9-4F22-BBFA-50D7EE45868D}" srcOrd="5" destOrd="0" presId="urn:microsoft.com/office/officeart/2005/8/layout/vList2"/>
    <dgm:cxn modelId="{C28814D1-A8F5-4B67-A97D-9EB45FA6C4A7}" type="presParOf" srcId="{9BF4F9D9-1C67-4C90-8AFE-135A8FC3F163}" destId="{BE02740B-0C3E-4D7C-A10B-4B784CE2DE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B11C244F-81E1-4BC7-BEE7-87D37ECC15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842FE3-602D-4208-9CD1-D7B87BCE4146}">
      <dgm:prSet/>
      <dgm:spPr/>
      <dgm:t>
        <a:bodyPr/>
        <a:lstStyle/>
        <a:p>
          <a:r>
            <a:rPr lang="uk-UA" b="0" i="0" baseline="0"/>
            <a:t>обрання полковників на посаду супроводжувалося присягою як на вірність царю, так і на вірність гетьману</a:t>
          </a:r>
          <a:endParaRPr lang="uk-UA"/>
        </a:p>
      </dgm:t>
    </dgm:pt>
    <dgm:pt modelId="{203BE28A-2E80-436A-B25E-72E58D70D50C}" type="parTrans" cxnId="{E3FDB969-D1CD-4044-86EB-6D77038F3AFB}">
      <dgm:prSet/>
      <dgm:spPr/>
      <dgm:t>
        <a:bodyPr/>
        <a:lstStyle/>
        <a:p>
          <a:endParaRPr lang="uk-UA"/>
        </a:p>
      </dgm:t>
    </dgm:pt>
    <dgm:pt modelId="{D7681722-685D-4ABB-8DCD-19C3BDAFAE38}" type="sibTrans" cxnId="{E3FDB969-D1CD-4044-86EB-6D77038F3AFB}">
      <dgm:prSet/>
      <dgm:spPr/>
      <dgm:t>
        <a:bodyPr/>
        <a:lstStyle/>
        <a:p>
          <a:endParaRPr lang="uk-UA"/>
        </a:p>
      </dgm:t>
    </dgm:pt>
    <dgm:pt modelId="{136E8721-500A-4900-940A-E7637D739BBC}">
      <dgm:prSet/>
      <dgm:spPr/>
      <dgm:t>
        <a:bodyPr/>
        <a:lstStyle/>
        <a:p>
          <a:r>
            <a:rPr lang="uk-UA" b="0" i="0" baseline="0"/>
            <a:t>полкові уряди самостійно вирішували питання чисельності козацького війська та його утримання</a:t>
          </a:r>
          <a:endParaRPr lang="uk-UA"/>
        </a:p>
      </dgm:t>
    </dgm:pt>
    <dgm:pt modelId="{495DBA0D-9C3E-4921-BA2B-C6F5CF0A5708}" type="parTrans" cxnId="{833747A6-1822-4907-AF45-5F2BAF0362CB}">
      <dgm:prSet/>
      <dgm:spPr/>
      <dgm:t>
        <a:bodyPr/>
        <a:lstStyle/>
        <a:p>
          <a:endParaRPr lang="uk-UA"/>
        </a:p>
      </dgm:t>
    </dgm:pt>
    <dgm:pt modelId="{268D33CD-FA5E-4551-99F4-E6EC0AFA4075}" type="sibTrans" cxnId="{833747A6-1822-4907-AF45-5F2BAF0362CB}">
      <dgm:prSet/>
      <dgm:spPr/>
      <dgm:t>
        <a:bodyPr/>
        <a:lstStyle/>
        <a:p>
          <a:endParaRPr lang="uk-UA"/>
        </a:p>
      </dgm:t>
    </dgm:pt>
    <dgm:pt modelId="{7BD1B2D1-ED65-408C-B15C-9CF54970A7DB}">
      <dgm:prSet/>
      <dgm:spPr/>
      <dgm:t>
        <a:bodyPr/>
        <a:lstStyle/>
        <a:p>
          <a:r>
            <a:rPr lang="uk-UA" b="0" i="0" baseline="0"/>
            <a:t>кожен полк окремо і в різний час отримував царську жалувану грамоту, де визначалися його права та привілеї</a:t>
          </a:r>
          <a:endParaRPr lang="uk-UA"/>
        </a:p>
      </dgm:t>
    </dgm:pt>
    <dgm:pt modelId="{8093CC45-0F60-4427-8FAE-58963D1D8732}" type="parTrans" cxnId="{6C0FA47E-C814-4857-BDFA-788341B6A121}">
      <dgm:prSet/>
      <dgm:spPr/>
      <dgm:t>
        <a:bodyPr/>
        <a:lstStyle/>
        <a:p>
          <a:endParaRPr lang="uk-UA"/>
        </a:p>
      </dgm:t>
    </dgm:pt>
    <dgm:pt modelId="{04FA530C-7444-4DED-922C-7514ABFAE4E6}" type="sibTrans" cxnId="{6C0FA47E-C814-4857-BDFA-788341B6A121}">
      <dgm:prSet/>
      <dgm:spPr/>
      <dgm:t>
        <a:bodyPr/>
        <a:lstStyle/>
        <a:p>
          <a:endParaRPr lang="uk-UA"/>
        </a:p>
      </dgm:t>
    </dgm:pt>
    <dgm:pt modelId="{96CF0E24-4997-4808-BF81-DC860E774AC1}">
      <dgm:prSet/>
      <dgm:spPr/>
      <dgm:t>
        <a:bodyPr/>
        <a:lstStyle/>
        <a:p>
          <a:r>
            <a:rPr lang="uk-UA" b="0" i="0" baseline="0"/>
            <a:t>полковники призначалися бєлгородським воєводою з наступним затвердженням на полкових козацьких радах</a:t>
          </a:r>
          <a:endParaRPr lang="uk-UA"/>
        </a:p>
      </dgm:t>
    </dgm:pt>
    <dgm:pt modelId="{840B2CB8-E3D4-4047-8AF2-F3A85426B7F8}" type="parTrans" cxnId="{6CEA490A-D536-412A-AD0B-4CEE1A4AAC16}">
      <dgm:prSet/>
      <dgm:spPr/>
      <dgm:t>
        <a:bodyPr/>
        <a:lstStyle/>
        <a:p>
          <a:endParaRPr lang="uk-UA"/>
        </a:p>
      </dgm:t>
    </dgm:pt>
    <dgm:pt modelId="{0195B9BB-389B-46AD-B29B-5541EE29ECC0}" type="sibTrans" cxnId="{6CEA490A-D536-412A-AD0B-4CEE1A4AAC16}">
      <dgm:prSet/>
      <dgm:spPr/>
      <dgm:t>
        <a:bodyPr/>
        <a:lstStyle/>
        <a:p>
          <a:endParaRPr lang="uk-UA"/>
        </a:p>
      </dgm:t>
    </dgm:pt>
    <dgm:pt modelId="{5D70E57E-C4FA-4AB0-A2A9-6641B44929F9}" type="pres">
      <dgm:prSet presAssocID="{B11C244F-81E1-4BC7-BEE7-87D37ECC15EC}" presName="linear" presStyleCnt="0">
        <dgm:presLayoutVars>
          <dgm:animLvl val="lvl"/>
          <dgm:resizeHandles val="exact"/>
        </dgm:presLayoutVars>
      </dgm:prSet>
      <dgm:spPr/>
    </dgm:pt>
    <dgm:pt modelId="{9070EA16-330E-4C3F-BD4A-9B1D0A2345BB}" type="pres">
      <dgm:prSet presAssocID="{DA842FE3-602D-4208-9CD1-D7B87BCE41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76FAD0-41B0-49E6-885F-86AF9AB5504B}" type="pres">
      <dgm:prSet presAssocID="{D7681722-685D-4ABB-8DCD-19C3BDAFAE38}" presName="spacer" presStyleCnt="0"/>
      <dgm:spPr/>
    </dgm:pt>
    <dgm:pt modelId="{DB473D29-6F9A-4BFA-8766-DF1474DF4892}" type="pres">
      <dgm:prSet presAssocID="{136E8721-500A-4900-940A-E7637D739BB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5782F66-D47E-479B-A626-A21BE1782BCF}" type="pres">
      <dgm:prSet presAssocID="{268D33CD-FA5E-4551-99F4-E6EC0AFA4075}" presName="spacer" presStyleCnt="0"/>
      <dgm:spPr/>
    </dgm:pt>
    <dgm:pt modelId="{4574E8EC-DA46-4DAE-8553-431E050E7A7F}" type="pres">
      <dgm:prSet presAssocID="{7BD1B2D1-ED65-408C-B15C-9CF54970A7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77E9C5-7C8A-4F3C-B729-E37F991F17C6}" type="pres">
      <dgm:prSet presAssocID="{04FA530C-7444-4DED-922C-7514ABFAE4E6}" presName="spacer" presStyleCnt="0"/>
      <dgm:spPr/>
    </dgm:pt>
    <dgm:pt modelId="{8E279AAE-74AB-456E-A144-BBC7E26D5B94}" type="pres">
      <dgm:prSet presAssocID="{96CF0E24-4997-4808-BF81-DC860E774A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CEA490A-D536-412A-AD0B-4CEE1A4AAC16}" srcId="{B11C244F-81E1-4BC7-BEE7-87D37ECC15EC}" destId="{96CF0E24-4997-4808-BF81-DC860E774AC1}" srcOrd="3" destOrd="0" parTransId="{840B2CB8-E3D4-4047-8AF2-F3A85426B7F8}" sibTransId="{0195B9BB-389B-46AD-B29B-5541EE29ECC0}"/>
    <dgm:cxn modelId="{9236CF44-2F10-4F62-B92E-4792FCC8E54A}" type="presOf" srcId="{136E8721-500A-4900-940A-E7637D739BBC}" destId="{DB473D29-6F9A-4BFA-8766-DF1474DF4892}" srcOrd="0" destOrd="0" presId="urn:microsoft.com/office/officeart/2005/8/layout/vList2"/>
    <dgm:cxn modelId="{E3FDB969-D1CD-4044-86EB-6D77038F3AFB}" srcId="{B11C244F-81E1-4BC7-BEE7-87D37ECC15EC}" destId="{DA842FE3-602D-4208-9CD1-D7B87BCE4146}" srcOrd="0" destOrd="0" parTransId="{203BE28A-2E80-436A-B25E-72E58D70D50C}" sibTransId="{D7681722-685D-4ABB-8DCD-19C3BDAFAE38}"/>
    <dgm:cxn modelId="{6C0FA47E-C814-4857-BDFA-788341B6A121}" srcId="{B11C244F-81E1-4BC7-BEE7-87D37ECC15EC}" destId="{7BD1B2D1-ED65-408C-B15C-9CF54970A7DB}" srcOrd="2" destOrd="0" parTransId="{8093CC45-0F60-4427-8FAE-58963D1D8732}" sibTransId="{04FA530C-7444-4DED-922C-7514ABFAE4E6}"/>
    <dgm:cxn modelId="{64BDED9B-DEE9-4616-A0B7-E287AEA4CD0D}" type="presOf" srcId="{96CF0E24-4997-4808-BF81-DC860E774AC1}" destId="{8E279AAE-74AB-456E-A144-BBC7E26D5B94}" srcOrd="0" destOrd="0" presId="urn:microsoft.com/office/officeart/2005/8/layout/vList2"/>
    <dgm:cxn modelId="{2B0C29A1-CA5C-4330-BB88-8E0B78B2266F}" type="presOf" srcId="{7BD1B2D1-ED65-408C-B15C-9CF54970A7DB}" destId="{4574E8EC-DA46-4DAE-8553-431E050E7A7F}" srcOrd="0" destOrd="0" presId="urn:microsoft.com/office/officeart/2005/8/layout/vList2"/>
    <dgm:cxn modelId="{833747A6-1822-4907-AF45-5F2BAF0362CB}" srcId="{B11C244F-81E1-4BC7-BEE7-87D37ECC15EC}" destId="{136E8721-500A-4900-940A-E7637D739BBC}" srcOrd="1" destOrd="0" parTransId="{495DBA0D-9C3E-4921-BA2B-C6F5CF0A5708}" sibTransId="{268D33CD-FA5E-4551-99F4-E6EC0AFA4075}"/>
    <dgm:cxn modelId="{CC49EAAC-35AD-4F2A-B2B4-BEC0FEF9F4AF}" type="presOf" srcId="{DA842FE3-602D-4208-9CD1-D7B87BCE4146}" destId="{9070EA16-330E-4C3F-BD4A-9B1D0A2345BB}" srcOrd="0" destOrd="0" presId="urn:microsoft.com/office/officeart/2005/8/layout/vList2"/>
    <dgm:cxn modelId="{4B477DEA-3905-4723-9D75-3DDB669D9AC2}" type="presOf" srcId="{B11C244F-81E1-4BC7-BEE7-87D37ECC15EC}" destId="{5D70E57E-C4FA-4AB0-A2A9-6641B44929F9}" srcOrd="0" destOrd="0" presId="urn:microsoft.com/office/officeart/2005/8/layout/vList2"/>
    <dgm:cxn modelId="{7D474949-36BC-4A2C-9515-7FADDA0685A4}" type="presParOf" srcId="{5D70E57E-C4FA-4AB0-A2A9-6641B44929F9}" destId="{9070EA16-330E-4C3F-BD4A-9B1D0A2345BB}" srcOrd="0" destOrd="0" presId="urn:microsoft.com/office/officeart/2005/8/layout/vList2"/>
    <dgm:cxn modelId="{5E34368D-A370-429D-9F0F-E91513CA76C5}" type="presParOf" srcId="{5D70E57E-C4FA-4AB0-A2A9-6641B44929F9}" destId="{E476FAD0-41B0-49E6-885F-86AF9AB5504B}" srcOrd="1" destOrd="0" presId="urn:microsoft.com/office/officeart/2005/8/layout/vList2"/>
    <dgm:cxn modelId="{E61F2C9F-8121-4D24-A0D1-40B99F0C2F4A}" type="presParOf" srcId="{5D70E57E-C4FA-4AB0-A2A9-6641B44929F9}" destId="{DB473D29-6F9A-4BFA-8766-DF1474DF4892}" srcOrd="2" destOrd="0" presId="urn:microsoft.com/office/officeart/2005/8/layout/vList2"/>
    <dgm:cxn modelId="{5397AB07-2976-439B-A6F1-21B9593A9949}" type="presParOf" srcId="{5D70E57E-C4FA-4AB0-A2A9-6641B44929F9}" destId="{75782F66-D47E-479B-A626-A21BE1782BCF}" srcOrd="3" destOrd="0" presId="urn:microsoft.com/office/officeart/2005/8/layout/vList2"/>
    <dgm:cxn modelId="{6B524974-403A-4E3E-96D5-AD143BFA2365}" type="presParOf" srcId="{5D70E57E-C4FA-4AB0-A2A9-6641B44929F9}" destId="{4574E8EC-DA46-4DAE-8553-431E050E7A7F}" srcOrd="4" destOrd="0" presId="urn:microsoft.com/office/officeart/2005/8/layout/vList2"/>
    <dgm:cxn modelId="{D0D4A094-9560-427E-8548-51AA10EE40B6}" type="presParOf" srcId="{5D70E57E-C4FA-4AB0-A2A9-6641B44929F9}" destId="{8777E9C5-7C8A-4F3C-B729-E37F991F17C6}" srcOrd="5" destOrd="0" presId="urn:microsoft.com/office/officeart/2005/8/layout/vList2"/>
    <dgm:cxn modelId="{50EF8076-18DC-487E-B098-A0D4946EEC41}" type="presParOf" srcId="{5D70E57E-C4FA-4AB0-A2A9-6641B44929F9}" destId="{8E279AAE-74AB-456E-A144-BBC7E26D5B9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5BA3A60B-BEE8-4DA9-BFA2-2AD44AAF04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98F5C8-5E9A-4D18-906E-38774FF930C4}">
      <dgm:prSet/>
      <dgm:spPr/>
      <dgm:t>
        <a:bodyPr/>
        <a:lstStyle/>
        <a:p>
          <a:r>
            <a:rPr lang="uk-UA" b="0" i="0" baseline="0"/>
            <a:t>вписані до реєстру городового козацтва й виконували воєнні повинності.</a:t>
          </a:r>
          <a:endParaRPr lang="uk-UA"/>
        </a:p>
      </dgm:t>
    </dgm:pt>
    <dgm:pt modelId="{18BEE9ED-AACF-498D-8FFA-D58A3AD888BA}" type="parTrans" cxnId="{82680811-9993-43A3-A3FE-CD2D5687F153}">
      <dgm:prSet/>
      <dgm:spPr/>
      <dgm:t>
        <a:bodyPr/>
        <a:lstStyle/>
        <a:p>
          <a:endParaRPr lang="uk-UA"/>
        </a:p>
      </dgm:t>
    </dgm:pt>
    <dgm:pt modelId="{99051E20-E709-4AD0-9C21-C781891B3B29}" type="sibTrans" cxnId="{82680811-9993-43A3-A3FE-CD2D5687F153}">
      <dgm:prSet/>
      <dgm:spPr/>
      <dgm:t>
        <a:bodyPr/>
        <a:lstStyle/>
        <a:p>
          <a:endParaRPr lang="uk-UA"/>
        </a:p>
      </dgm:t>
    </dgm:pt>
    <dgm:pt modelId="{75B65142-093B-4D3D-94E1-3FD7227E1A0E}">
      <dgm:prSet/>
      <dgm:spPr/>
      <dgm:t>
        <a:bodyPr/>
        <a:lstStyle/>
        <a:p>
          <a:r>
            <a:rPr lang="uk-UA" b="0" i="0" baseline="0"/>
            <a:t>особисто вільними та сплачували податки, виконували державні повинності.</a:t>
          </a:r>
          <a:endParaRPr lang="uk-UA"/>
        </a:p>
      </dgm:t>
    </dgm:pt>
    <dgm:pt modelId="{548689E6-426E-4FEC-906D-8235E350F573}" type="parTrans" cxnId="{F7D0705D-6354-4034-AC2C-0A29530FE804}">
      <dgm:prSet/>
      <dgm:spPr/>
      <dgm:t>
        <a:bodyPr/>
        <a:lstStyle/>
        <a:p>
          <a:endParaRPr lang="uk-UA"/>
        </a:p>
      </dgm:t>
    </dgm:pt>
    <dgm:pt modelId="{D1D1B1BE-39E4-441A-B939-2420425E602F}" type="sibTrans" cxnId="{F7D0705D-6354-4034-AC2C-0A29530FE804}">
      <dgm:prSet/>
      <dgm:spPr/>
      <dgm:t>
        <a:bodyPr/>
        <a:lstStyle/>
        <a:p>
          <a:endParaRPr lang="uk-UA"/>
        </a:p>
      </dgm:t>
    </dgm:pt>
    <dgm:pt modelId="{CC2B895D-ED98-4104-B253-9A5581D2A592}">
      <dgm:prSet/>
      <dgm:spPr/>
      <dgm:t>
        <a:bodyPr/>
        <a:lstStyle/>
        <a:p>
          <a:r>
            <a:rPr lang="uk-UA" b="0" i="0" baseline="0"/>
            <a:t>залежні від козацької старшини на правах рангового володіння.</a:t>
          </a:r>
          <a:endParaRPr lang="uk-UA"/>
        </a:p>
      </dgm:t>
    </dgm:pt>
    <dgm:pt modelId="{FAA662BA-B010-4AC7-9107-4616ACE63E6C}" type="parTrans" cxnId="{152A3FB7-6539-4A29-9EF6-66E1F4424198}">
      <dgm:prSet/>
      <dgm:spPr/>
      <dgm:t>
        <a:bodyPr/>
        <a:lstStyle/>
        <a:p>
          <a:endParaRPr lang="uk-UA"/>
        </a:p>
      </dgm:t>
    </dgm:pt>
    <dgm:pt modelId="{5219E615-A0B2-425D-85BB-DB595D88ED3F}" type="sibTrans" cxnId="{152A3FB7-6539-4A29-9EF6-66E1F4424198}">
      <dgm:prSet/>
      <dgm:spPr/>
      <dgm:t>
        <a:bodyPr/>
        <a:lstStyle/>
        <a:p>
          <a:endParaRPr lang="uk-UA"/>
        </a:p>
      </dgm:t>
    </dgm:pt>
    <dgm:pt modelId="{CE119249-7501-4EA8-A431-FC58489C58FD}">
      <dgm:prSet/>
      <dgm:spPr/>
      <dgm:t>
        <a:bodyPr/>
        <a:lstStyle/>
        <a:p>
          <a:r>
            <a:rPr lang="uk-UA" b="0" i="0" baseline="0"/>
            <a:t>зрівняні в правах зі шляхтою та мали власний становий суд.</a:t>
          </a:r>
          <a:endParaRPr lang="uk-UA"/>
        </a:p>
      </dgm:t>
    </dgm:pt>
    <dgm:pt modelId="{0AC3C215-D641-4FEA-B527-AD6B473A74B8}" type="parTrans" cxnId="{8A887468-2988-48B0-8DE9-9F8070FC05CF}">
      <dgm:prSet/>
      <dgm:spPr/>
      <dgm:t>
        <a:bodyPr/>
        <a:lstStyle/>
        <a:p>
          <a:endParaRPr lang="uk-UA"/>
        </a:p>
      </dgm:t>
    </dgm:pt>
    <dgm:pt modelId="{123BC3A2-CE0A-46C1-8BDB-D97116E2B6A0}" type="sibTrans" cxnId="{8A887468-2988-48B0-8DE9-9F8070FC05CF}">
      <dgm:prSet/>
      <dgm:spPr/>
      <dgm:t>
        <a:bodyPr/>
        <a:lstStyle/>
        <a:p>
          <a:endParaRPr lang="uk-UA"/>
        </a:p>
      </dgm:t>
    </dgm:pt>
    <dgm:pt modelId="{26FDB4E3-773D-4219-AD9B-F452195C6916}" type="pres">
      <dgm:prSet presAssocID="{5BA3A60B-BEE8-4DA9-BFA2-2AD44AAF0420}" presName="linear" presStyleCnt="0">
        <dgm:presLayoutVars>
          <dgm:animLvl val="lvl"/>
          <dgm:resizeHandles val="exact"/>
        </dgm:presLayoutVars>
      </dgm:prSet>
      <dgm:spPr/>
    </dgm:pt>
    <dgm:pt modelId="{35361446-F06F-4D72-985F-55C2A3713F44}" type="pres">
      <dgm:prSet presAssocID="{4998F5C8-5E9A-4D18-906E-38774FF930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BB4B26-9145-44B3-B7E8-C52745761B8B}" type="pres">
      <dgm:prSet presAssocID="{99051E20-E709-4AD0-9C21-C781891B3B29}" presName="spacer" presStyleCnt="0"/>
      <dgm:spPr/>
    </dgm:pt>
    <dgm:pt modelId="{7DDAF91F-D5C0-4D2E-AE35-5A34DAA5A2BD}" type="pres">
      <dgm:prSet presAssocID="{75B65142-093B-4D3D-94E1-3FD7227E1A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3483FC-2075-4BAC-9F10-1182F4AD8086}" type="pres">
      <dgm:prSet presAssocID="{D1D1B1BE-39E4-441A-B939-2420425E602F}" presName="spacer" presStyleCnt="0"/>
      <dgm:spPr/>
    </dgm:pt>
    <dgm:pt modelId="{FDCADF9D-1E41-451B-9BD5-38FE208C7A97}" type="pres">
      <dgm:prSet presAssocID="{CC2B895D-ED98-4104-B253-9A5581D2A5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5C8C22-F868-4CBE-9F05-B6A59B794488}" type="pres">
      <dgm:prSet presAssocID="{5219E615-A0B2-425D-85BB-DB595D88ED3F}" presName="spacer" presStyleCnt="0"/>
      <dgm:spPr/>
    </dgm:pt>
    <dgm:pt modelId="{673F60DE-AC02-4046-8E0F-4CC40BE94E31}" type="pres">
      <dgm:prSet presAssocID="{CE119249-7501-4EA8-A431-FC58489C58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680811-9993-43A3-A3FE-CD2D5687F153}" srcId="{5BA3A60B-BEE8-4DA9-BFA2-2AD44AAF0420}" destId="{4998F5C8-5E9A-4D18-906E-38774FF930C4}" srcOrd="0" destOrd="0" parTransId="{18BEE9ED-AACF-498D-8FFA-D58A3AD888BA}" sibTransId="{99051E20-E709-4AD0-9C21-C781891B3B29}"/>
    <dgm:cxn modelId="{ACABD121-F144-48AA-9A92-147E1B3CCA5D}" type="presOf" srcId="{4998F5C8-5E9A-4D18-906E-38774FF930C4}" destId="{35361446-F06F-4D72-985F-55C2A3713F44}" srcOrd="0" destOrd="0" presId="urn:microsoft.com/office/officeart/2005/8/layout/vList2"/>
    <dgm:cxn modelId="{51613A2E-E140-43A6-901C-3D24FD14C327}" type="presOf" srcId="{CC2B895D-ED98-4104-B253-9A5581D2A592}" destId="{FDCADF9D-1E41-451B-9BD5-38FE208C7A97}" srcOrd="0" destOrd="0" presId="urn:microsoft.com/office/officeart/2005/8/layout/vList2"/>
    <dgm:cxn modelId="{F7D0705D-6354-4034-AC2C-0A29530FE804}" srcId="{5BA3A60B-BEE8-4DA9-BFA2-2AD44AAF0420}" destId="{75B65142-093B-4D3D-94E1-3FD7227E1A0E}" srcOrd="1" destOrd="0" parTransId="{548689E6-426E-4FEC-906D-8235E350F573}" sibTransId="{D1D1B1BE-39E4-441A-B939-2420425E602F}"/>
    <dgm:cxn modelId="{35FCD165-43D2-4C5F-8C5B-C9C5311922DB}" type="presOf" srcId="{CE119249-7501-4EA8-A431-FC58489C58FD}" destId="{673F60DE-AC02-4046-8E0F-4CC40BE94E31}" srcOrd="0" destOrd="0" presId="urn:microsoft.com/office/officeart/2005/8/layout/vList2"/>
    <dgm:cxn modelId="{8A887468-2988-48B0-8DE9-9F8070FC05CF}" srcId="{5BA3A60B-BEE8-4DA9-BFA2-2AD44AAF0420}" destId="{CE119249-7501-4EA8-A431-FC58489C58FD}" srcOrd="3" destOrd="0" parTransId="{0AC3C215-D641-4FEA-B527-AD6B473A74B8}" sibTransId="{123BC3A2-CE0A-46C1-8BDB-D97116E2B6A0}"/>
    <dgm:cxn modelId="{3BD4856E-B018-4FE8-99E6-0BBCE6869FAA}" type="presOf" srcId="{5BA3A60B-BEE8-4DA9-BFA2-2AD44AAF0420}" destId="{26FDB4E3-773D-4219-AD9B-F452195C6916}" srcOrd="0" destOrd="0" presId="urn:microsoft.com/office/officeart/2005/8/layout/vList2"/>
    <dgm:cxn modelId="{33BE1174-16D2-48F9-933A-673B30E3EEC3}" type="presOf" srcId="{75B65142-093B-4D3D-94E1-3FD7227E1A0E}" destId="{7DDAF91F-D5C0-4D2E-AE35-5A34DAA5A2BD}" srcOrd="0" destOrd="0" presId="urn:microsoft.com/office/officeart/2005/8/layout/vList2"/>
    <dgm:cxn modelId="{152A3FB7-6539-4A29-9EF6-66E1F4424198}" srcId="{5BA3A60B-BEE8-4DA9-BFA2-2AD44AAF0420}" destId="{CC2B895D-ED98-4104-B253-9A5581D2A592}" srcOrd="2" destOrd="0" parTransId="{FAA662BA-B010-4AC7-9107-4616ACE63E6C}" sibTransId="{5219E615-A0B2-425D-85BB-DB595D88ED3F}"/>
    <dgm:cxn modelId="{F0FBBD4B-4D2C-4A3B-93F0-CEDCA31D6B05}" type="presParOf" srcId="{26FDB4E3-773D-4219-AD9B-F452195C6916}" destId="{35361446-F06F-4D72-985F-55C2A3713F44}" srcOrd="0" destOrd="0" presId="urn:microsoft.com/office/officeart/2005/8/layout/vList2"/>
    <dgm:cxn modelId="{906A7987-AD7D-4272-9801-36EB176CF39F}" type="presParOf" srcId="{26FDB4E3-773D-4219-AD9B-F452195C6916}" destId="{FABB4B26-9145-44B3-B7E8-C52745761B8B}" srcOrd="1" destOrd="0" presId="urn:microsoft.com/office/officeart/2005/8/layout/vList2"/>
    <dgm:cxn modelId="{9743FC7C-4579-4768-9714-84A45FB00B30}" type="presParOf" srcId="{26FDB4E3-773D-4219-AD9B-F452195C6916}" destId="{7DDAF91F-D5C0-4D2E-AE35-5A34DAA5A2BD}" srcOrd="2" destOrd="0" presId="urn:microsoft.com/office/officeart/2005/8/layout/vList2"/>
    <dgm:cxn modelId="{C7E55631-88AF-43CC-8749-D1C67EB8CC28}" type="presParOf" srcId="{26FDB4E3-773D-4219-AD9B-F452195C6916}" destId="{173483FC-2075-4BAC-9F10-1182F4AD8086}" srcOrd="3" destOrd="0" presId="urn:microsoft.com/office/officeart/2005/8/layout/vList2"/>
    <dgm:cxn modelId="{A13144E7-41F7-4F04-817A-0F1F9CEB2CE6}" type="presParOf" srcId="{26FDB4E3-773D-4219-AD9B-F452195C6916}" destId="{FDCADF9D-1E41-451B-9BD5-38FE208C7A97}" srcOrd="4" destOrd="0" presId="urn:microsoft.com/office/officeart/2005/8/layout/vList2"/>
    <dgm:cxn modelId="{6256796C-17D5-45E2-BB2F-EEF2C4C2610A}" type="presParOf" srcId="{26FDB4E3-773D-4219-AD9B-F452195C6916}" destId="{5C5C8C22-F868-4CBE-9F05-B6A59B794488}" srcOrd="5" destOrd="0" presId="urn:microsoft.com/office/officeart/2005/8/layout/vList2"/>
    <dgm:cxn modelId="{76E08DAD-5ED4-419B-80CA-62B0C70259A8}" type="presParOf" srcId="{26FDB4E3-773D-4219-AD9B-F452195C6916}" destId="{673F60DE-AC02-4046-8E0F-4CC40BE94E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F50EF36C-9AD8-4C7E-9104-1D0D6572F9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DAE65B-0281-4C28-8248-D9277C4828BA}">
      <dgm:prSet/>
      <dgm:spPr/>
      <dgm:t>
        <a:bodyPr/>
        <a:lstStyle/>
        <a:p>
          <a:r>
            <a:rPr lang="uk-UA" b="0" i="0" baseline="0"/>
            <a:t>об’єднання під владою гетьмана І. Мазепи Лівобережної та Правобережної України</a:t>
          </a:r>
          <a:endParaRPr lang="uk-UA"/>
        </a:p>
      </dgm:t>
    </dgm:pt>
    <dgm:pt modelId="{431CFC9A-C4A8-4976-9949-1F3375A5BA34}" type="parTrans" cxnId="{0CFE41E1-E1E2-4FA3-A32F-78CA94B6B983}">
      <dgm:prSet/>
      <dgm:spPr/>
      <dgm:t>
        <a:bodyPr/>
        <a:lstStyle/>
        <a:p>
          <a:endParaRPr lang="uk-UA"/>
        </a:p>
      </dgm:t>
    </dgm:pt>
    <dgm:pt modelId="{3853A961-5F10-4973-8CB7-0975847BD68B}" type="sibTrans" cxnId="{0CFE41E1-E1E2-4FA3-A32F-78CA94B6B983}">
      <dgm:prSet/>
      <dgm:spPr/>
      <dgm:t>
        <a:bodyPr/>
        <a:lstStyle/>
        <a:p>
          <a:endParaRPr lang="uk-UA"/>
        </a:p>
      </dgm:t>
    </dgm:pt>
    <dgm:pt modelId="{46D97396-88E9-40F0-A575-71DED6FE8031}">
      <dgm:prSet/>
      <dgm:spPr/>
      <dgm:t>
        <a:bodyPr/>
        <a:lstStyle/>
        <a:p>
          <a:r>
            <a:rPr lang="uk-UA" b="0" i="0" baseline="0"/>
            <a:t>ухвалення польським сеймом рішення про ліквідацію козацьких полків на Правобережній Україні</a:t>
          </a:r>
          <a:endParaRPr lang="uk-UA"/>
        </a:p>
      </dgm:t>
    </dgm:pt>
    <dgm:pt modelId="{57F70BFF-820C-4F67-8AF2-7F4D3D991EC2}" type="parTrans" cxnId="{75834572-D940-4E0C-B429-7F303012F17E}">
      <dgm:prSet/>
      <dgm:spPr/>
      <dgm:t>
        <a:bodyPr/>
        <a:lstStyle/>
        <a:p>
          <a:endParaRPr lang="uk-UA"/>
        </a:p>
      </dgm:t>
    </dgm:pt>
    <dgm:pt modelId="{C71F32BA-578E-4B61-A8F9-6A95F25C59B7}" type="sibTrans" cxnId="{75834572-D940-4E0C-B429-7F303012F17E}">
      <dgm:prSet/>
      <dgm:spPr/>
      <dgm:t>
        <a:bodyPr/>
        <a:lstStyle/>
        <a:p>
          <a:endParaRPr lang="uk-UA"/>
        </a:p>
      </dgm:t>
    </dgm:pt>
    <dgm:pt modelId="{68291E00-C99B-4B32-A750-A94B1C52F445}" type="pres">
      <dgm:prSet presAssocID="{F50EF36C-9AD8-4C7E-9104-1D0D6572F9D9}" presName="linear" presStyleCnt="0">
        <dgm:presLayoutVars>
          <dgm:animLvl val="lvl"/>
          <dgm:resizeHandles val="exact"/>
        </dgm:presLayoutVars>
      </dgm:prSet>
      <dgm:spPr/>
    </dgm:pt>
    <dgm:pt modelId="{5F23D4DE-6654-4E43-9BC8-AA480E205E99}" type="pres">
      <dgm:prSet presAssocID="{26DAE65B-0281-4C28-8248-D9277C4828B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72F686-A2B6-4FF3-8824-78F4F2E3CF54}" type="pres">
      <dgm:prSet presAssocID="{3853A961-5F10-4973-8CB7-0975847BD68B}" presName="spacer" presStyleCnt="0"/>
      <dgm:spPr/>
    </dgm:pt>
    <dgm:pt modelId="{A8EDD1FA-B891-40B1-955E-47D530D84795}" type="pres">
      <dgm:prSet presAssocID="{46D97396-88E9-40F0-A575-71DED6FE803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C75F11D-D58D-41D9-8135-72ADB99E86A7}" type="presOf" srcId="{46D97396-88E9-40F0-A575-71DED6FE8031}" destId="{A8EDD1FA-B891-40B1-955E-47D530D84795}" srcOrd="0" destOrd="0" presId="urn:microsoft.com/office/officeart/2005/8/layout/vList2"/>
    <dgm:cxn modelId="{75834572-D940-4E0C-B429-7F303012F17E}" srcId="{F50EF36C-9AD8-4C7E-9104-1D0D6572F9D9}" destId="{46D97396-88E9-40F0-A575-71DED6FE8031}" srcOrd="1" destOrd="0" parTransId="{57F70BFF-820C-4F67-8AF2-7F4D3D991EC2}" sibTransId="{C71F32BA-578E-4B61-A8F9-6A95F25C59B7}"/>
    <dgm:cxn modelId="{A6759E82-EDCD-4170-B8A4-F9940951C859}" type="presOf" srcId="{26DAE65B-0281-4C28-8248-D9277C4828BA}" destId="{5F23D4DE-6654-4E43-9BC8-AA480E205E99}" srcOrd="0" destOrd="0" presId="urn:microsoft.com/office/officeart/2005/8/layout/vList2"/>
    <dgm:cxn modelId="{C59A65BA-40AF-4825-B480-4803B23D89BC}" type="presOf" srcId="{F50EF36C-9AD8-4C7E-9104-1D0D6572F9D9}" destId="{68291E00-C99B-4B32-A750-A94B1C52F445}" srcOrd="0" destOrd="0" presId="urn:microsoft.com/office/officeart/2005/8/layout/vList2"/>
    <dgm:cxn modelId="{0CFE41E1-E1E2-4FA3-A32F-78CA94B6B983}" srcId="{F50EF36C-9AD8-4C7E-9104-1D0D6572F9D9}" destId="{26DAE65B-0281-4C28-8248-D9277C4828BA}" srcOrd="0" destOrd="0" parTransId="{431CFC9A-C4A8-4976-9949-1F3375A5BA34}" sibTransId="{3853A961-5F10-4973-8CB7-0975847BD68B}"/>
    <dgm:cxn modelId="{AB5C5834-949D-447D-BDC5-CE112303B86C}" type="presParOf" srcId="{68291E00-C99B-4B32-A750-A94B1C52F445}" destId="{5F23D4DE-6654-4E43-9BC8-AA480E205E99}" srcOrd="0" destOrd="0" presId="urn:microsoft.com/office/officeart/2005/8/layout/vList2"/>
    <dgm:cxn modelId="{949166FB-B734-4D4D-B40F-992754223348}" type="presParOf" srcId="{68291E00-C99B-4B32-A750-A94B1C52F445}" destId="{A272F686-A2B6-4FF3-8824-78F4F2E3CF54}" srcOrd="1" destOrd="0" presId="urn:microsoft.com/office/officeart/2005/8/layout/vList2"/>
    <dgm:cxn modelId="{A9CF3A5B-6CB2-4B3E-8DFF-DD816734C9F8}" type="presParOf" srcId="{68291E00-C99B-4B32-A750-A94B1C52F445}" destId="{A8EDD1FA-B891-40B1-955E-47D530D8479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F3C87F22-A9A5-41F3-9057-356F55A748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C949CC-247C-4304-ACF6-6213B932EC3C}">
      <dgm:prSet/>
      <dgm:spPr/>
      <dgm:t>
        <a:bodyPr/>
        <a:lstStyle/>
        <a:p>
          <a:r>
            <a:rPr lang="uk-UA" b="0" i="0" baseline="0"/>
            <a:t>укладення таємного договору між шведським королем Карлом </a:t>
          </a:r>
          <a:r>
            <a:rPr lang="en-US" b="0" i="0" baseline="0"/>
            <a:t>XII </a:t>
          </a:r>
          <a:r>
            <a:rPr lang="uk-UA" b="0" i="0" baseline="0"/>
            <a:t>і гетьманом І. Мазепою</a:t>
          </a:r>
          <a:endParaRPr lang="uk-UA"/>
        </a:p>
      </dgm:t>
    </dgm:pt>
    <dgm:pt modelId="{87C47485-C4C9-41DE-BB76-BACCC3DBE83B}" type="parTrans" cxnId="{0A61E2A2-0C74-40CD-B5C8-10BB698BF95D}">
      <dgm:prSet/>
      <dgm:spPr/>
      <dgm:t>
        <a:bodyPr/>
        <a:lstStyle/>
        <a:p>
          <a:endParaRPr lang="uk-UA"/>
        </a:p>
      </dgm:t>
    </dgm:pt>
    <dgm:pt modelId="{A3BBA5F0-67CB-4F7B-86E5-213C8801EBD6}" type="sibTrans" cxnId="{0A61E2A2-0C74-40CD-B5C8-10BB698BF95D}">
      <dgm:prSet/>
      <dgm:spPr/>
      <dgm:t>
        <a:bodyPr/>
        <a:lstStyle/>
        <a:p>
          <a:endParaRPr lang="uk-UA"/>
        </a:p>
      </dgm:t>
    </dgm:pt>
    <dgm:pt modelId="{88200431-5E29-4DBE-800E-00A616C24990}">
      <dgm:prSet/>
      <dgm:spPr/>
      <dgm:t>
        <a:bodyPr/>
        <a:lstStyle/>
        <a:p>
          <a:r>
            <a:rPr lang="uk-UA" b="0" i="0" baseline="0"/>
            <a:t>зруйнування за наказом московського царя Петра І гетьманської столиці Батурина</a:t>
          </a:r>
          <a:endParaRPr lang="uk-UA"/>
        </a:p>
      </dgm:t>
    </dgm:pt>
    <dgm:pt modelId="{78D339F9-6639-48AB-874B-D56A8B3FAA00}" type="parTrans" cxnId="{EF1F0723-6FCA-4B4B-92FA-1C35E9E47087}">
      <dgm:prSet/>
      <dgm:spPr/>
      <dgm:t>
        <a:bodyPr/>
        <a:lstStyle/>
        <a:p>
          <a:endParaRPr lang="uk-UA"/>
        </a:p>
      </dgm:t>
    </dgm:pt>
    <dgm:pt modelId="{6316C6C1-8ED9-410A-9996-14C869AEB108}" type="sibTrans" cxnId="{EF1F0723-6FCA-4B4B-92FA-1C35E9E47087}">
      <dgm:prSet/>
      <dgm:spPr/>
      <dgm:t>
        <a:bodyPr/>
        <a:lstStyle/>
        <a:p>
          <a:endParaRPr lang="uk-UA"/>
        </a:p>
      </dgm:t>
    </dgm:pt>
    <dgm:pt modelId="{7C1E8ACA-E9D4-4D72-9259-B78DFABE54FA}" type="pres">
      <dgm:prSet presAssocID="{F3C87F22-A9A5-41F3-9057-356F55A7488D}" presName="linear" presStyleCnt="0">
        <dgm:presLayoutVars>
          <dgm:animLvl val="lvl"/>
          <dgm:resizeHandles val="exact"/>
        </dgm:presLayoutVars>
      </dgm:prSet>
      <dgm:spPr/>
    </dgm:pt>
    <dgm:pt modelId="{7017AF67-6CDF-4DC5-9994-629B982C0488}" type="pres">
      <dgm:prSet presAssocID="{A0C949CC-247C-4304-ACF6-6213B932EC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FC901F-20F6-40EC-9CBA-98A475426F0E}" type="pres">
      <dgm:prSet presAssocID="{A3BBA5F0-67CB-4F7B-86E5-213C8801EBD6}" presName="spacer" presStyleCnt="0"/>
      <dgm:spPr/>
    </dgm:pt>
    <dgm:pt modelId="{636FF269-B98C-48E0-9A43-1B72274D5C51}" type="pres">
      <dgm:prSet presAssocID="{88200431-5E29-4DBE-800E-00A616C2499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F1F0723-6FCA-4B4B-92FA-1C35E9E47087}" srcId="{F3C87F22-A9A5-41F3-9057-356F55A7488D}" destId="{88200431-5E29-4DBE-800E-00A616C24990}" srcOrd="1" destOrd="0" parTransId="{78D339F9-6639-48AB-874B-D56A8B3FAA00}" sibTransId="{6316C6C1-8ED9-410A-9996-14C869AEB108}"/>
    <dgm:cxn modelId="{66584233-7945-41C1-9CCD-6888556755EB}" type="presOf" srcId="{88200431-5E29-4DBE-800E-00A616C24990}" destId="{636FF269-B98C-48E0-9A43-1B72274D5C51}" srcOrd="0" destOrd="0" presId="urn:microsoft.com/office/officeart/2005/8/layout/vList2"/>
    <dgm:cxn modelId="{FA999C4F-C0A1-4F19-AB7A-85692FECF9F3}" type="presOf" srcId="{A0C949CC-247C-4304-ACF6-6213B932EC3C}" destId="{7017AF67-6CDF-4DC5-9994-629B982C0488}" srcOrd="0" destOrd="0" presId="urn:microsoft.com/office/officeart/2005/8/layout/vList2"/>
    <dgm:cxn modelId="{0A61E2A2-0C74-40CD-B5C8-10BB698BF95D}" srcId="{F3C87F22-A9A5-41F3-9057-356F55A7488D}" destId="{A0C949CC-247C-4304-ACF6-6213B932EC3C}" srcOrd="0" destOrd="0" parTransId="{87C47485-C4C9-41DE-BB76-BACCC3DBE83B}" sibTransId="{A3BBA5F0-67CB-4F7B-86E5-213C8801EBD6}"/>
    <dgm:cxn modelId="{112CE3B5-9495-4157-AA3B-DDCB491326CB}" type="presOf" srcId="{F3C87F22-A9A5-41F3-9057-356F55A7488D}" destId="{7C1E8ACA-E9D4-4D72-9259-B78DFABE54FA}" srcOrd="0" destOrd="0" presId="urn:microsoft.com/office/officeart/2005/8/layout/vList2"/>
    <dgm:cxn modelId="{66D896CC-A4CA-400A-BFD5-DF4B21C65E8A}" type="presParOf" srcId="{7C1E8ACA-E9D4-4D72-9259-B78DFABE54FA}" destId="{7017AF67-6CDF-4DC5-9994-629B982C0488}" srcOrd="0" destOrd="0" presId="urn:microsoft.com/office/officeart/2005/8/layout/vList2"/>
    <dgm:cxn modelId="{2D7BF8F8-7330-4FC1-AEE0-F55334FC994C}" type="presParOf" srcId="{7C1E8ACA-E9D4-4D72-9259-B78DFABE54FA}" destId="{2FFC901F-20F6-40EC-9CBA-98A475426F0E}" srcOrd="1" destOrd="0" presId="urn:microsoft.com/office/officeart/2005/8/layout/vList2"/>
    <dgm:cxn modelId="{FDECC469-717A-47CD-B1DB-2DEDE9062A7E}" type="presParOf" srcId="{7C1E8ACA-E9D4-4D72-9259-B78DFABE54FA}" destId="{636FF269-B98C-48E0-9A43-1B72274D5C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7D8BB273-2E66-4335-8F25-FAF2F20F1B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AACE6E-742D-4FFD-89C7-C7AAF7A0BEEA}">
      <dgm:prSet/>
      <dgm:spPr/>
      <dgm:t>
        <a:bodyPr/>
        <a:lstStyle/>
        <a:p>
          <a:r>
            <a:rPr lang="uk-UA" b="0" i="0" baseline="0"/>
            <a:t>козацькими полками в складі російської армії на чолі з М. Гамалією.</a:t>
          </a:r>
          <a:endParaRPr lang="uk-UA"/>
        </a:p>
      </dgm:t>
    </dgm:pt>
    <dgm:pt modelId="{6100BBB8-FAF0-4CF1-BFE0-E6612F38680E}" type="parTrans" cxnId="{6CC45707-B8A3-478E-8293-65F7242EB246}">
      <dgm:prSet/>
      <dgm:spPr/>
      <dgm:t>
        <a:bodyPr/>
        <a:lstStyle/>
        <a:p>
          <a:endParaRPr lang="uk-UA"/>
        </a:p>
      </dgm:t>
    </dgm:pt>
    <dgm:pt modelId="{954C3087-4913-49FC-B793-D49138F37E7C}" type="sibTrans" cxnId="{6CC45707-B8A3-478E-8293-65F7242EB246}">
      <dgm:prSet/>
      <dgm:spPr/>
      <dgm:t>
        <a:bodyPr/>
        <a:lstStyle/>
        <a:p>
          <a:endParaRPr lang="uk-UA"/>
        </a:p>
      </dgm:t>
    </dgm:pt>
    <dgm:pt modelId="{CD4143AD-2EE8-4C7F-8329-0C6AB35D6E04}">
      <dgm:prSet/>
      <dgm:spPr/>
      <dgm:t>
        <a:bodyPr/>
        <a:lstStyle/>
        <a:p>
          <a:r>
            <a:rPr lang="uk-UA" b="0" i="0" baseline="0"/>
            <a:t>козаками Лівобережної України на чолі з І. Скоропадським.</a:t>
          </a:r>
          <a:endParaRPr lang="uk-UA"/>
        </a:p>
      </dgm:t>
    </dgm:pt>
    <dgm:pt modelId="{DB9E28EF-65AE-48DC-9167-3A1D6AB2559E}" type="parTrans" cxnId="{097CD1A6-1578-4F1B-B7F5-4BDEE76AA028}">
      <dgm:prSet/>
      <dgm:spPr/>
      <dgm:t>
        <a:bodyPr/>
        <a:lstStyle/>
        <a:p>
          <a:endParaRPr lang="uk-UA"/>
        </a:p>
      </dgm:t>
    </dgm:pt>
    <dgm:pt modelId="{9790DD0A-6A0E-4319-BB73-EB45A113E9A2}" type="sibTrans" cxnId="{097CD1A6-1578-4F1B-B7F5-4BDEE76AA028}">
      <dgm:prSet/>
      <dgm:spPr/>
      <dgm:t>
        <a:bodyPr/>
        <a:lstStyle/>
        <a:p>
          <a:endParaRPr lang="uk-UA"/>
        </a:p>
      </dgm:t>
    </dgm:pt>
    <dgm:pt modelId="{799AF7E1-F2BF-41F4-B95B-B3BBF6396927}">
      <dgm:prSet/>
      <dgm:spPr/>
      <dgm:t>
        <a:bodyPr/>
        <a:lstStyle/>
        <a:p>
          <a:r>
            <a:rPr lang="uk-UA" b="0" i="0" baseline="0"/>
            <a:t>козаками Правобережної України на чолі з С. Палієм.</a:t>
          </a:r>
          <a:endParaRPr lang="uk-UA"/>
        </a:p>
      </dgm:t>
    </dgm:pt>
    <dgm:pt modelId="{CD242061-8CAC-4CD8-AD3D-F0D9CB1ABE8B}" type="parTrans" cxnId="{70E6446A-B79C-41B2-B3D7-C80853401110}">
      <dgm:prSet/>
      <dgm:spPr/>
      <dgm:t>
        <a:bodyPr/>
        <a:lstStyle/>
        <a:p>
          <a:endParaRPr lang="uk-UA"/>
        </a:p>
      </dgm:t>
    </dgm:pt>
    <dgm:pt modelId="{BCB29CA7-4FDC-4BD5-8399-44B1596FFDD5}" type="sibTrans" cxnId="{70E6446A-B79C-41B2-B3D7-C80853401110}">
      <dgm:prSet/>
      <dgm:spPr/>
      <dgm:t>
        <a:bodyPr/>
        <a:lstStyle/>
        <a:p>
          <a:endParaRPr lang="uk-UA"/>
        </a:p>
      </dgm:t>
    </dgm:pt>
    <dgm:pt modelId="{5E7C67D2-6C0D-48DD-AA1F-12466A6083A8}">
      <dgm:prSet/>
      <dgm:spPr/>
      <dgm:t>
        <a:bodyPr/>
        <a:lstStyle/>
        <a:p>
          <a:r>
            <a:rPr lang="uk-UA" b="0" i="0" baseline="0"/>
            <a:t>запорозькими козаками на чолі з К. Гордієнком.</a:t>
          </a:r>
          <a:endParaRPr lang="uk-UA"/>
        </a:p>
      </dgm:t>
    </dgm:pt>
    <dgm:pt modelId="{4450D39A-12A4-4FF7-802F-FDD1FAE52726}" type="parTrans" cxnId="{C0F95AF5-C797-477F-9CE3-AE33695CD8DC}">
      <dgm:prSet/>
      <dgm:spPr/>
      <dgm:t>
        <a:bodyPr/>
        <a:lstStyle/>
        <a:p>
          <a:endParaRPr lang="uk-UA"/>
        </a:p>
      </dgm:t>
    </dgm:pt>
    <dgm:pt modelId="{D1CEA4DE-5447-456E-BCC4-A96BFF221AF9}" type="sibTrans" cxnId="{C0F95AF5-C797-477F-9CE3-AE33695CD8DC}">
      <dgm:prSet/>
      <dgm:spPr/>
      <dgm:t>
        <a:bodyPr/>
        <a:lstStyle/>
        <a:p>
          <a:endParaRPr lang="uk-UA"/>
        </a:p>
      </dgm:t>
    </dgm:pt>
    <dgm:pt modelId="{93B45C0A-85D0-4424-A83B-6FCF39D1F1D4}" type="pres">
      <dgm:prSet presAssocID="{7D8BB273-2E66-4335-8F25-FAF2F20F1B18}" presName="linear" presStyleCnt="0">
        <dgm:presLayoutVars>
          <dgm:animLvl val="lvl"/>
          <dgm:resizeHandles val="exact"/>
        </dgm:presLayoutVars>
      </dgm:prSet>
      <dgm:spPr/>
    </dgm:pt>
    <dgm:pt modelId="{44D60797-3D03-4DE7-9BEF-375E1DF73515}" type="pres">
      <dgm:prSet presAssocID="{FEAACE6E-742D-4FFD-89C7-C7AAF7A0BE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395F05-1C82-499A-8CD0-1A7745136681}" type="pres">
      <dgm:prSet presAssocID="{954C3087-4913-49FC-B793-D49138F37E7C}" presName="spacer" presStyleCnt="0"/>
      <dgm:spPr/>
    </dgm:pt>
    <dgm:pt modelId="{8C7E7B22-755B-4222-B977-9454AC4AEC94}" type="pres">
      <dgm:prSet presAssocID="{CD4143AD-2EE8-4C7F-8329-0C6AB35D6E0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05EDD4-3D89-4EF1-B608-59F818702D7A}" type="pres">
      <dgm:prSet presAssocID="{9790DD0A-6A0E-4319-BB73-EB45A113E9A2}" presName="spacer" presStyleCnt="0"/>
      <dgm:spPr/>
    </dgm:pt>
    <dgm:pt modelId="{46CFDB8F-22E7-43CC-BF0B-0B730A75E25F}" type="pres">
      <dgm:prSet presAssocID="{799AF7E1-F2BF-41F4-B95B-B3BBF63969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71D2BB-B0A9-4EBE-A7A9-5F49BCF646F3}" type="pres">
      <dgm:prSet presAssocID="{BCB29CA7-4FDC-4BD5-8399-44B1596FFDD5}" presName="spacer" presStyleCnt="0"/>
      <dgm:spPr/>
    </dgm:pt>
    <dgm:pt modelId="{2967DE62-7412-4FD2-9C4A-BAB168FB86B7}" type="pres">
      <dgm:prSet presAssocID="{5E7C67D2-6C0D-48DD-AA1F-12466A6083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0CF603-EE1E-4D8B-A01B-BB869B6FC50D}" type="presOf" srcId="{7D8BB273-2E66-4335-8F25-FAF2F20F1B18}" destId="{93B45C0A-85D0-4424-A83B-6FCF39D1F1D4}" srcOrd="0" destOrd="0" presId="urn:microsoft.com/office/officeart/2005/8/layout/vList2"/>
    <dgm:cxn modelId="{6CC45707-B8A3-478E-8293-65F7242EB246}" srcId="{7D8BB273-2E66-4335-8F25-FAF2F20F1B18}" destId="{FEAACE6E-742D-4FFD-89C7-C7AAF7A0BEEA}" srcOrd="0" destOrd="0" parTransId="{6100BBB8-FAF0-4CF1-BFE0-E6612F38680E}" sibTransId="{954C3087-4913-49FC-B793-D49138F37E7C}"/>
    <dgm:cxn modelId="{70E6446A-B79C-41B2-B3D7-C80853401110}" srcId="{7D8BB273-2E66-4335-8F25-FAF2F20F1B18}" destId="{799AF7E1-F2BF-41F4-B95B-B3BBF6396927}" srcOrd="2" destOrd="0" parTransId="{CD242061-8CAC-4CD8-AD3D-F0D9CB1ABE8B}" sibTransId="{BCB29CA7-4FDC-4BD5-8399-44B1596FFDD5}"/>
    <dgm:cxn modelId="{13875A6A-A75E-422C-8BA4-3392A8743796}" type="presOf" srcId="{CD4143AD-2EE8-4C7F-8329-0C6AB35D6E04}" destId="{8C7E7B22-755B-4222-B977-9454AC4AEC94}" srcOrd="0" destOrd="0" presId="urn:microsoft.com/office/officeart/2005/8/layout/vList2"/>
    <dgm:cxn modelId="{4B0D754C-EF93-427D-8D24-99D8BEFA56DD}" type="presOf" srcId="{5E7C67D2-6C0D-48DD-AA1F-12466A6083A8}" destId="{2967DE62-7412-4FD2-9C4A-BAB168FB86B7}" srcOrd="0" destOrd="0" presId="urn:microsoft.com/office/officeart/2005/8/layout/vList2"/>
    <dgm:cxn modelId="{C7DEBF82-55F4-4A4B-B193-24FAE2C9D565}" type="presOf" srcId="{FEAACE6E-742D-4FFD-89C7-C7AAF7A0BEEA}" destId="{44D60797-3D03-4DE7-9BEF-375E1DF73515}" srcOrd="0" destOrd="0" presId="urn:microsoft.com/office/officeart/2005/8/layout/vList2"/>
    <dgm:cxn modelId="{097CD1A6-1578-4F1B-B7F5-4BDEE76AA028}" srcId="{7D8BB273-2E66-4335-8F25-FAF2F20F1B18}" destId="{CD4143AD-2EE8-4C7F-8329-0C6AB35D6E04}" srcOrd="1" destOrd="0" parTransId="{DB9E28EF-65AE-48DC-9167-3A1D6AB2559E}" sibTransId="{9790DD0A-6A0E-4319-BB73-EB45A113E9A2}"/>
    <dgm:cxn modelId="{ACD565D9-3177-45A9-A015-B13E134FDFA9}" type="presOf" srcId="{799AF7E1-F2BF-41F4-B95B-B3BBF6396927}" destId="{46CFDB8F-22E7-43CC-BF0B-0B730A75E25F}" srcOrd="0" destOrd="0" presId="urn:microsoft.com/office/officeart/2005/8/layout/vList2"/>
    <dgm:cxn modelId="{C0F95AF5-C797-477F-9CE3-AE33695CD8DC}" srcId="{7D8BB273-2E66-4335-8F25-FAF2F20F1B18}" destId="{5E7C67D2-6C0D-48DD-AA1F-12466A6083A8}" srcOrd="3" destOrd="0" parTransId="{4450D39A-12A4-4FF7-802F-FDD1FAE52726}" sibTransId="{D1CEA4DE-5447-456E-BCC4-A96BFF221AF9}"/>
    <dgm:cxn modelId="{E012ED84-C4DE-4119-ACDA-61FD06CADEF4}" type="presParOf" srcId="{93B45C0A-85D0-4424-A83B-6FCF39D1F1D4}" destId="{44D60797-3D03-4DE7-9BEF-375E1DF73515}" srcOrd="0" destOrd="0" presId="urn:microsoft.com/office/officeart/2005/8/layout/vList2"/>
    <dgm:cxn modelId="{B535D3E3-602A-409B-BBE4-22ECDAA776E5}" type="presParOf" srcId="{93B45C0A-85D0-4424-A83B-6FCF39D1F1D4}" destId="{7C395F05-1C82-499A-8CD0-1A7745136681}" srcOrd="1" destOrd="0" presId="urn:microsoft.com/office/officeart/2005/8/layout/vList2"/>
    <dgm:cxn modelId="{60FA64E1-3307-4A34-9114-2746ED548B9D}" type="presParOf" srcId="{93B45C0A-85D0-4424-A83B-6FCF39D1F1D4}" destId="{8C7E7B22-755B-4222-B977-9454AC4AEC94}" srcOrd="2" destOrd="0" presId="urn:microsoft.com/office/officeart/2005/8/layout/vList2"/>
    <dgm:cxn modelId="{759B3238-D73F-4F72-AE4F-3DA0419A5D6B}" type="presParOf" srcId="{93B45C0A-85D0-4424-A83B-6FCF39D1F1D4}" destId="{7805EDD4-3D89-4EF1-B608-59F818702D7A}" srcOrd="3" destOrd="0" presId="urn:microsoft.com/office/officeart/2005/8/layout/vList2"/>
    <dgm:cxn modelId="{C214690A-98E9-4C00-8AB0-427D976D1717}" type="presParOf" srcId="{93B45C0A-85D0-4424-A83B-6FCF39D1F1D4}" destId="{46CFDB8F-22E7-43CC-BF0B-0B730A75E25F}" srcOrd="4" destOrd="0" presId="urn:microsoft.com/office/officeart/2005/8/layout/vList2"/>
    <dgm:cxn modelId="{30AE9E51-0C98-489B-9913-9BAB1845C37F}" type="presParOf" srcId="{93B45C0A-85D0-4424-A83B-6FCF39D1F1D4}" destId="{EB71D2BB-B0A9-4EBE-A7A9-5F49BCF646F3}" srcOrd="5" destOrd="0" presId="urn:microsoft.com/office/officeart/2005/8/layout/vList2"/>
    <dgm:cxn modelId="{3B18A6E1-6A74-4CD1-80C1-57ADA800CA4B}" type="presParOf" srcId="{93B45C0A-85D0-4424-A83B-6FCF39D1F1D4}" destId="{2967DE62-7412-4FD2-9C4A-BAB168FB86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4616C067-5FD5-4A02-ACBD-417F2A44892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B1BA701-0B37-4628-B182-B1722A1AC8B3}">
      <dgm:prSet/>
      <dgm:spPr/>
      <dgm:t>
        <a:bodyPr/>
        <a:lstStyle/>
        <a:p>
          <a:r>
            <a:rPr lang="ru-RU" b="0" i="0" baseline="0"/>
            <a:t>«вотчина»</a:t>
          </a:r>
          <a:endParaRPr lang="uk-UA"/>
        </a:p>
      </dgm:t>
    </dgm:pt>
    <dgm:pt modelId="{32F852FA-31FB-4958-83E7-B81701719BB4}" type="parTrans" cxnId="{B0B3DE09-74F7-4C23-A99B-D74C2CD60F2C}">
      <dgm:prSet/>
      <dgm:spPr/>
      <dgm:t>
        <a:bodyPr/>
        <a:lstStyle/>
        <a:p>
          <a:endParaRPr lang="uk-UA"/>
        </a:p>
      </dgm:t>
    </dgm:pt>
    <dgm:pt modelId="{301D4759-D142-4E5D-9541-004ECE271761}" type="sibTrans" cxnId="{B0B3DE09-74F7-4C23-A99B-D74C2CD60F2C}">
      <dgm:prSet/>
      <dgm:spPr/>
      <dgm:t>
        <a:bodyPr/>
        <a:lstStyle/>
        <a:p>
          <a:endParaRPr lang="uk-UA"/>
        </a:p>
      </dgm:t>
    </dgm:pt>
    <dgm:pt modelId="{1C865321-BBAF-4EF3-B7CD-D4A7EA255F80}">
      <dgm:prSet/>
      <dgm:spPr/>
      <dgm:t>
        <a:bodyPr/>
        <a:lstStyle/>
        <a:p>
          <a:r>
            <a:rPr lang="ru-RU" b="0" i="0" baseline="0"/>
            <a:t>«фільварок»</a:t>
          </a:r>
          <a:endParaRPr lang="uk-UA"/>
        </a:p>
      </dgm:t>
    </dgm:pt>
    <dgm:pt modelId="{8ED73682-3585-462F-94FA-DEB0437B2334}" type="parTrans" cxnId="{FAB15A92-2BE1-4946-98A4-2D63045A7670}">
      <dgm:prSet/>
      <dgm:spPr/>
      <dgm:t>
        <a:bodyPr/>
        <a:lstStyle/>
        <a:p>
          <a:endParaRPr lang="uk-UA"/>
        </a:p>
      </dgm:t>
    </dgm:pt>
    <dgm:pt modelId="{7169A559-24D5-474E-8044-A6874696D161}" type="sibTrans" cxnId="{FAB15A92-2BE1-4946-98A4-2D63045A7670}">
      <dgm:prSet/>
      <dgm:spPr/>
      <dgm:t>
        <a:bodyPr/>
        <a:lstStyle/>
        <a:p>
          <a:endParaRPr lang="uk-UA"/>
        </a:p>
      </dgm:t>
    </dgm:pt>
    <dgm:pt modelId="{0FF7180B-1713-4078-9CE7-1106D2F1951F}">
      <dgm:prSet/>
      <dgm:spPr/>
      <dgm:t>
        <a:bodyPr/>
        <a:lstStyle/>
        <a:p>
          <a:r>
            <a:rPr lang="ru-RU" b="0" i="0" baseline="0"/>
            <a:t>«паланка»</a:t>
          </a:r>
          <a:endParaRPr lang="uk-UA"/>
        </a:p>
      </dgm:t>
    </dgm:pt>
    <dgm:pt modelId="{89960B83-EB25-4700-A699-E56E317942D6}" type="parTrans" cxnId="{A92D7B59-C218-4440-BCAF-59EBE646F133}">
      <dgm:prSet/>
      <dgm:spPr/>
      <dgm:t>
        <a:bodyPr/>
        <a:lstStyle/>
        <a:p>
          <a:endParaRPr lang="uk-UA"/>
        </a:p>
      </dgm:t>
    </dgm:pt>
    <dgm:pt modelId="{80018549-554C-40D3-AA2C-848C6F3AE03B}" type="sibTrans" cxnId="{A92D7B59-C218-4440-BCAF-59EBE646F133}">
      <dgm:prSet/>
      <dgm:spPr/>
      <dgm:t>
        <a:bodyPr/>
        <a:lstStyle/>
        <a:p>
          <a:endParaRPr lang="uk-UA"/>
        </a:p>
      </dgm:t>
    </dgm:pt>
    <dgm:pt modelId="{0C890440-A4BE-4FAC-BC7F-6C765067B711}">
      <dgm:prSet/>
      <dgm:spPr/>
      <dgm:t>
        <a:bodyPr/>
        <a:lstStyle/>
        <a:p>
          <a:r>
            <a:rPr lang="ru-RU" b="0" i="0" baseline="0"/>
            <a:t>«магістрат»</a:t>
          </a:r>
          <a:endParaRPr lang="uk-UA"/>
        </a:p>
      </dgm:t>
    </dgm:pt>
    <dgm:pt modelId="{77942DB4-81B3-4295-815E-82780CEA0ACF}" type="parTrans" cxnId="{48DD0FCB-883A-4221-A833-425B4850AE68}">
      <dgm:prSet/>
      <dgm:spPr/>
      <dgm:t>
        <a:bodyPr/>
        <a:lstStyle/>
        <a:p>
          <a:endParaRPr lang="uk-UA"/>
        </a:p>
      </dgm:t>
    </dgm:pt>
    <dgm:pt modelId="{BB461F7F-333E-452B-A8D5-6A6A50F680F4}" type="sibTrans" cxnId="{48DD0FCB-883A-4221-A833-425B4850AE68}">
      <dgm:prSet/>
      <dgm:spPr/>
      <dgm:t>
        <a:bodyPr/>
        <a:lstStyle/>
        <a:p>
          <a:endParaRPr lang="uk-UA"/>
        </a:p>
      </dgm:t>
    </dgm:pt>
    <dgm:pt modelId="{C29184E8-33D9-41E1-B310-0648B9C56403}" type="pres">
      <dgm:prSet presAssocID="{4616C067-5FD5-4A02-ACBD-417F2A44892F}" presName="Name0" presStyleCnt="0">
        <dgm:presLayoutVars>
          <dgm:chMax val="7"/>
          <dgm:chPref val="7"/>
          <dgm:dir/>
        </dgm:presLayoutVars>
      </dgm:prSet>
      <dgm:spPr/>
    </dgm:pt>
    <dgm:pt modelId="{D0E80034-E2A9-4EC8-863B-CDE7F82EE675}" type="pres">
      <dgm:prSet presAssocID="{4616C067-5FD5-4A02-ACBD-417F2A44892F}" presName="Name1" presStyleCnt="0"/>
      <dgm:spPr/>
    </dgm:pt>
    <dgm:pt modelId="{5967F07E-857D-4EAC-8916-F96BBA8214B6}" type="pres">
      <dgm:prSet presAssocID="{4616C067-5FD5-4A02-ACBD-417F2A44892F}" presName="cycle" presStyleCnt="0"/>
      <dgm:spPr/>
    </dgm:pt>
    <dgm:pt modelId="{31353E52-0D7B-4EE6-B062-159BA14A7404}" type="pres">
      <dgm:prSet presAssocID="{4616C067-5FD5-4A02-ACBD-417F2A44892F}" presName="srcNode" presStyleLbl="node1" presStyleIdx="0" presStyleCnt="4"/>
      <dgm:spPr/>
    </dgm:pt>
    <dgm:pt modelId="{62CE68ED-5A77-49E7-A22D-11D0D55FA894}" type="pres">
      <dgm:prSet presAssocID="{4616C067-5FD5-4A02-ACBD-417F2A44892F}" presName="conn" presStyleLbl="parChTrans1D2" presStyleIdx="0" presStyleCnt="1"/>
      <dgm:spPr/>
    </dgm:pt>
    <dgm:pt modelId="{6005722C-9122-4682-8CB5-37B040455F76}" type="pres">
      <dgm:prSet presAssocID="{4616C067-5FD5-4A02-ACBD-417F2A44892F}" presName="extraNode" presStyleLbl="node1" presStyleIdx="0" presStyleCnt="4"/>
      <dgm:spPr/>
    </dgm:pt>
    <dgm:pt modelId="{B78119EB-2233-462E-A92A-5A142FF4098A}" type="pres">
      <dgm:prSet presAssocID="{4616C067-5FD5-4A02-ACBD-417F2A44892F}" presName="dstNode" presStyleLbl="node1" presStyleIdx="0" presStyleCnt="4"/>
      <dgm:spPr/>
    </dgm:pt>
    <dgm:pt modelId="{79034F9F-8620-4737-B2AD-45D779A7E4FC}" type="pres">
      <dgm:prSet presAssocID="{1B1BA701-0B37-4628-B182-B1722A1AC8B3}" presName="text_1" presStyleLbl="node1" presStyleIdx="0" presStyleCnt="4">
        <dgm:presLayoutVars>
          <dgm:bulletEnabled val="1"/>
        </dgm:presLayoutVars>
      </dgm:prSet>
      <dgm:spPr/>
    </dgm:pt>
    <dgm:pt modelId="{C74003EE-3AE0-4C15-A90C-884C07A0C4BA}" type="pres">
      <dgm:prSet presAssocID="{1B1BA701-0B37-4628-B182-B1722A1AC8B3}" presName="accent_1" presStyleCnt="0"/>
      <dgm:spPr/>
    </dgm:pt>
    <dgm:pt modelId="{8277885C-7324-4B6C-9B0C-DE3712C9C713}" type="pres">
      <dgm:prSet presAssocID="{1B1BA701-0B37-4628-B182-B1722A1AC8B3}" presName="accentRepeatNode" presStyleLbl="solidFgAcc1" presStyleIdx="0" presStyleCnt="4"/>
      <dgm:spPr/>
    </dgm:pt>
    <dgm:pt modelId="{E181B99D-E59A-47DC-9F8B-69D69E4FFE6A}" type="pres">
      <dgm:prSet presAssocID="{1C865321-BBAF-4EF3-B7CD-D4A7EA255F80}" presName="text_2" presStyleLbl="node1" presStyleIdx="1" presStyleCnt="4">
        <dgm:presLayoutVars>
          <dgm:bulletEnabled val="1"/>
        </dgm:presLayoutVars>
      </dgm:prSet>
      <dgm:spPr/>
    </dgm:pt>
    <dgm:pt modelId="{9FEBE9E4-C328-4EFE-B9F9-AA4A03083046}" type="pres">
      <dgm:prSet presAssocID="{1C865321-BBAF-4EF3-B7CD-D4A7EA255F80}" presName="accent_2" presStyleCnt="0"/>
      <dgm:spPr/>
    </dgm:pt>
    <dgm:pt modelId="{8918B83C-2A8E-4175-B5BA-45C2A96A8D1D}" type="pres">
      <dgm:prSet presAssocID="{1C865321-BBAF-4EF3-B7CD-D4A7EA255F80}" presName="accentRepeatNode" presStyleLbl="solidFgAcc1" presStyleIdx="1" presStyleCnt="4"/>
      <dgm:spPr/>
    </dgm:pt>
    <dgm:pt modelId="{46B23573-DAFB-4043-9409-39147D418C6E}" type="pres">
      <dgm:prSet presAssocID="{0FF7180B-1713-4078-9CE7-1106D2F1951F}" presName="text_3" presStyleLbl="node1" presStyleIdx="2" presStyleCnt="4">
        <dgm:presLayoutVars>
          <dgm:bulletEnabled val="1"/>
        </dgm:presLayoutVars>
      </dgm:prSet>
      <dgm:spPr/>
    </dgm:pt>
    <dgm:pt modelId="{73A758CF-E9D8-4EC3-9926-74DA57D09027}" type="pres">
      <dgm:prSet presAssocID="{0FF7180B-1713-4078-9CE7-1106D2F1951F}" presName="accent_3" presStyleCnt="0"/>
      <dgm:spPr/>
    </dgm:pt>
    <dgm:pt modelId="{300DF0D9-3B03-477E-A1F6-47784808E27F}" type="pres">
      <dgm:prSet presAssocID="{0FF7180B-1713-4078-9CE7-1106D2F1951F}" presName="accentRepeatNode" presStyleLbl="solidFgAcc1" presStyleIdx="2" presStyleCnt="4"/>
      <dgm:spPr/>
    </dgm:pt>
    <dgm:pt modelId="{A0202472-9CAE-4227-94B3-8533467D02DE}" type="pres">
      <dgm:prSet presAssocID="{0C890440-A4BE-4FAC-BC7F-6C765067B711}" presName="text_4" presStyleLbl="node1" presStyleIdx="3" presStyleCnt="4">
        <dgm:presLayoutVars>
          <dgm:bulletEnabled val="1"/>
        </dgm:presLayoutVars>
      </dgm:prSet>
      <dgm:spPr/>
    </dgm:pt>
    <dgm:pt modelId="{F3463292-E588-48F1-A179-DA7A5EDB9085}" type="pres">
      <dgm:prSet presAssocID="{0C890440-A4BE-4FAC-BC7F-6C765067B711}" presName="accent_4" presStyleCnt="0"/>
      <dgm:spPr/>
    </dgm:pt>
    <dgm:pt modelId="{53ABEEFB-3389-48EA-A5D3-09236AD515AF}" type="pres">
      <dgm:prSet presAssocID="{0C890440-A4BE-4FAC-BC7F-6C765067B711}" presName="accentRepeatNode" presStyleLbl="solidFgAcc1" presStyleIdx="3" presStyleCnt="4"/>
      <dgm:spPr/>
    </dgm:pt>
  </dgm:ptLst>
  <dgm:cxnLst>
    <dgm:cxn modelId="{B0B3DE09-74F7-4C23-A99B-D74C2CD60F2C}" srcId="{4616C067-5FD5-4A02-ACBD-417F2A44892F}" destId="{1B1BA701-0B37-4628-B182-B1722A1AC8B3}" srcOrd="0" destOrd="0" parTransId="{32F852FA-31FB-4958-83E7-B81701719BB4}" sibTransId="{301D4759-D142-4E5D-9541-004ECE271761}"/>
    <dgm:cxn modelId="{1FFB3A66-D24C-4C8C-869B-97594C06D4EC}" type="presOf" srcId="{1B1BA701-0B37-4628-B182-B1722A1AC8B3}" destId="{79034F9F-8620-4737-B2AD-45D779A7E4FC}" srcOrd="0" destOrd="0" presId="urn:microsoft.com/office/officeart/2008/layout/VerticalCurvedList"/>
    <dgm:cxn modelId="{38FEE067-59A8-4FC6-A904-BE2B52E7A5DB}" type="presOf" srcId="{0C890440-A4BE-4FAC-BC7F-6C765067B711}" destId="{A0202472-9CAE-4227-94B3-8533467D02DE}" srcOrd="0" destOrd="0" presId="urn:microsoft.com/office/officeart/2008/layout/VerticalCurvedList"/>
    <dgm:cxn modelId="{B8760B72-A116-4339-B824-A88CBFE667D8}" type="presOf" srcId="{1C865321-BBAF-4EF3-B7CD-D4A7EA255F80}" destId="{E181B99D-E59A-47DC-9F8B-69D69E4FFE6A}" srcOrd="0" destOrd="0" presId="urn:microsoft.com/office/officeart/2008/layout/VerticalCurvedList"/>
    <dgm:cxn modelId="{A92D7B59-C218-4440-BCAF-59EBE646F133}" srcId="{4616C067-5FD5-4A02-ACBD-417F2A44892F}" destId="{0FF7180B-1713-4078-9CE7-1106D2F1951F}" srcOrd="2" destOrd="0" parTransId="{89960B83-EB25-4700-A699-E56E317942D6}" sibTransId="{80018549-554C-40D3-AA2C-848C6F3AE03B}"/>
    <dgm:cxn modelId="{FAB15A92-2BE1-4946-98A4-2D63045A7670}" srcId="{4616C067-5FD5-4A02-ACBD-417F2A44892F}" destId="{1C865321-BBAF-4EF3-B7CD-D4A7EA255F80}" srcOrd="1" destOrd="0" parTransId="{8ED73682-3585-462F-94FA-DEB0437B2334}" sibTransId="{7169A559-24D5-474E-8044-A6874696D161}"/>
    <dgm:cxn modelId="{F9C4E6B5-4A20-4004-8125-F96622C447BE}" type="presOf" srcId="{4616C067-5FD5-4A02-ACBD-417F2A44892F}" destId="{C29184E8-33D9-41E1-B310-0648B9C56403}" srcOrd="0" destOrd="0" presId="urn:microsoft.com/office/officeart/2008/layout/VerticalCurvedList"/>
    <dgm:cxn modelId="{779B93C3-F1E9-488E-9860-B01A8F312F4E}" type="presOf" srcId="{0FF7180B-1713-4078-9CE7-1106D2F1951F}" destId="{46B23573-DAFB-4043-9409-39147D418C6E}" srcOrd="0" destOrd="0" presId="urn:microsoft.com/office/officeart/2008/layout/VerticalCurvedList"/>
    <dgm:cxn modelId="{48DD0FCB-883A-4221-A833-425B4850AE68}" srcId="{4616C067-5FD5-4A02-ACBD-417F2A44892F}" destId="{0C890440-A4BE-4FAC-BC7F-6C765067B711}" srcOrd="3" destOrd="0" parTransId="{77942DB4-81B3-4295-815E-82780CEA0ACF}" sibTransId="{BB461F7F-333E-452B-A8D5-6A6A50F680F4}"/>
    <dgm:cxn modelId="{5969E3F7-87CA-4BBF-898F-853F1A5554FB}" type="presOf" srcId="{301D4759-D142-4E5D-9541-004ECE271761}" destId="{62CE68ED-5A77-49E7-A22D-11D0D55FA894}" srcOrd="0" destOrd="0" presId="urn:microsoft.com/office/officeart/2008/layout/VerticalCurvedList"/>
    <dgm:cxn modelId="{5B10D780-B481-405F-BA4D-EE80CB8A32E9}" type="presParOf" srcId="{C29184E8-33D9-41E1-B310-0648B9C56403}" destId="{D0E80034-E2A9-4EC8-863B-CDE7F82EE675}" srcOrd="0" destOrd="0" presId="urn:microsoft.com/office/officeart/2008/layout/VerticalCurvedList"/>
    <dgm:cxn modelId="{5CC8DC81-3836-4972-8C84-BE2936B92F10}" type="presParOf" srcId="{D0E80034-E2A9-4EC8-863B-CDE7F82EE675}" destId="{5967F07E-857D-4EAC-8916-F96BBA8214B6}" srcOrd="0" destOrd="0" presId="urn:microsoft.com/office/officeart/2008/layout/VerticalCurvedList"/>
    <dgm:cxn modelId="{990DBDD9-3569-4C41-92A7-06029D39AA0C}" type="presParOf" srcId="{5967F07E-857D-4EAC-8916-F96BBA8214B6}" destId="{31353E52-0D7B-4EE6-B062-159BA14A7404}" srcOrd="0" destOrd="0" presId="urn:microsoft.com/office/officeart/2008/layout/VerticalCurvedList"/>
    <dgm:cxn modelId="{866928F2-BCDF-45A4-9E29-203599C83926}" type="presParOf" srcId="{5967F07E-857D-4EAC-8916-F96BBA8214B6}" destId="{62CE68ED-5A77-49E7-A22D-11D0D55FA894}" srcOrd="1" destOrd="0" presId="urn:microsoft.com/office/officeart/2008/layout/VerticalCurvedList"/>
    <dgm:cxn modelId="{37993896-264A-49BE-AC21-25C57F1CA0C3}" type="presParOf" srcId="{5967F07E-857D-4EAC-8916-F96BBA8214B6}" destId="{6005722C-9122-4682-8CB5-37B040455F76}" srcOrd="2" destOrd="0" presId="urn:microsoft.com/office/officeart/2008/layout/VerticalCurvedList"/>
    <dgm:cxn modelId="{7176FAAB-E727-4336-9798-A7370678B557}" type="presParOf" srcId="{5967F07E-857D-4EAC-8916-F96BBA8214B6}" destId="{B78119EB-2233-462E-A92A-5A142FF4098A}" srcOrd="3" destOrd="0" presId="urn:microsoft.com/office/officeart/2008/layout/VerticalCurvedList"/>
    <dgm:cxn modelId="{99EB3C7C-203F-4392-BA3E-E69875F07DBD}" type="presParOf" srcId="{D0E80034-E2A9-4EC8-863B-CDE7F82EE675}" destId="{79034F9F-8620-4737-B2AD-45D779A7E4FC}" srcOrd="1" destOrd="0" presId="urn:microsoft.com/office/officeart/2008/layout/VerticalCurvedList"/>
    <dgm:cxn modelId="{8FF86D54-BCBB-4E6B-A34E-3136B5C78F43}" type="presParOf" srcId="{D0E80034-E2A9-4EC8-863B-CDE7F82EE675}" destId="{C74003EE-3AE0-4C15-A90C-884C07A0C4BA}" srcOrd="2" destOrd="0" presId="urn:microsoft.com/office/officeart/2008/layout/VerticalCurvedList"/>
    <dgm:cxn modelId="{D7F56A95-A83D-4578-B004-EE878F9DCBDE}" type="presParOf" srcId="{C74003EE-3AE0-4C15-A90C-884C07A0C4BA}" destId="{8277885C-7324-4B6C-9B0C-DE3712C9C713}" srcOrd="0" destOrd="0" presId="urn:microsoft.com/office/officeart/2008/layout/VerticalCurvedList"/>
    <dgm:cxn modelId="{801505D8-DF96-4313-868D-9B41DA24AC9F}" type="presParOf" srcId="{D0E80034-E2A9-4EC8-863B-CDE7F82EE675}" destId="{E181B99D-E59A-47DC-9F8B-69D69E4FFE6A}" srcOrd="3" destOrd="0" presId="urn:microsoft.com/office/officeart/2008/layout/VerticalCurvedList"/>
    <dgm:cxn modelId="{256A738B-48F2-4F1C-854A-14A9AC5AF39C}" type="presParOf" srcId="{D0E80034-E2A9-4EC8-863B-CDE7F82EE675}" destId="{9FEBE9E4-C328-4EFE-B9F9-AA4A03083046}" srcOrd="4" destOrd="0" presId="urn:microsoft.com/office/officeart/2008/layout/VerticalCurvedList"/>
    <dgm:cxn modelId="{A135986B-C0D3-45B7-BDBD-C0412099EC1B}" type="presParOf" srcId="{9FEBE9E4-C328-4EFE-B9F9-AA4A03083046}" destId="{8918B83C-2A8E-4175-B5BA-45C2A96A8D1D}" srcOrd="0" destOrd="0" presId="urn:microsoft.com/office/officeart/2008/layout/VerticalCurvedList"/>
    <dgm:cxn modelId="{F26FF0A4-7E5E-4E0E-AE80-75B62992F242}" type="presParOf" srcId="{D0E80034-E2A9-4EC8-863B-CDE7F82EE675}" destId="{46B23573-DAFB-4043-9409-39147D418C6E}" srcOrd="5" destOrd="0" presId="urn:microsoft.com/office/officeart/2008/layout/VerticalCurvedList"/>
    <dgm:cxn modelId="{BDB47415-E81B-4350-BAB2-89DA167AE427}" type="presParOf" srcId="{D0E80034-E2A9-4EC8-863B-CDE7F82EE675}" destId="{73A758CF-E9D8-4EC3-9926-74DA57D09027}" srcOrd="6" destOrd="0" presId="urn:microsoft.com/office/officeart/2008/layout/VerticalCurvedList"/>
    <dgm:cxn modelId="{24FD721C-D21A-461D-B9E8-DDB61DEAAC42}" type="presParOf" srcId="{73A758CF-E9D8-4EC3-9926-74DA57D09027}" destId="{300DF0D9-3B03-477E-A1F6-47784808E27F}" srcOrd="0" destOrd="0" presId="urn:microsoft.com/office/officeart/2008/layout/VerticalCurvedList"/>
    <dgm:cxn modelId="{4AC1CB76-B453-4779-91D0-FDCAA962BC2D}" type="presParOf" srcId="{D0E80034-E2A9-4EC8-863B-CDE7F82EE675}" destId="{A0202472-9CAE-4227-94B3-8533467D02DE}" srcOrd="7" destOrd="0" presId="urn:microsoft.com/office/officeart/2008/layout/VerticalCurvedList"/>
    <dgm:cxn modelId="{94A868A8-EFE0-4CCD-BD30-F7482DD5AB7C}" type="presParOf" srcId="{D0E80034-E2A9-4EC8-863B-CDE7F82EE675}" destId="{F3463292-E588-48F1-A179-DA7A5EDB9085}" srcOrd="8" destOrd="0" presId="urn:microsoft.com/office/officeart/2008/layout/VerticalCurvedList"/>
    <dgm:cxn modelId="{1C07069E-2D47-4EA1-9B9D-ACE4A667B616}" type="presParOf" srcId="{F3463292-E588-48F1-A179-DA7A5EDB9085}" destId="{53ABEEFB-3389-48EA-A5D3-09236AD515A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109B6D60-8E86-45EB-AA7D-A02A30AC11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CBE6FD-B10E-4907-B55C-D19F0A19F8DF}">
      <dgm:prSet/>
      <dgm:spPr/>
      <dgm:t>
        <a:bodyPr/>
        <a:lstStyle/>
        <a:p>
          <a:r>
            <a:rPr lang="uk-UA" b="0" i="0" baseline="0"/>
            <a:t>адміністративно-територіальна одиниця, на які поділялися землі Вольностей Війська Запорозького</a:t>
          </a:r>
          <a:endParaRPr lang="uk-UA"/>
        </a:p>
      </dgm:t>
    </dgm:pt>
    <dgm:pt modelId="{6DC3892D-16AA-4DBB-8D13-EDEB57FC9C99}" type="parTrans" cxnId="{F5C7670C-14C4-4913-B5B8-F8FD8D14AB0C}">
      <dgm:prSet/>
      <dgm:spPr/>
      <dgm:t>
        <a:bodyPr/>
        <a:lstStyle/>
        <a:p>
          <a:endParaRPr lang="uk-UA"/>
        </a:p>
      </dgm:t>
    </dgm:pt>
    <dgm:pt modelId="{18A278A6-73A5-4082-A410-B19934C18432}" type="sibTrans" cxnId="{F5C7670C-14C4-4913-B5B8-F8FD8D14AB0C}">
      <dgm:prSet/>
      <dgm:spPr/>
      <dgm:t>
        <a:bodyPr/>
        <a:lstStyle/>
        <a:p>
          <a:endParaRPr lang="uk-UA"/>
        </a:p>
      </dgm:t>
    </dgm:pt>
    <dgm:pt modelId="{F44D2AEF-9E25-4B6B-A7CE-D69910B653A3}">
      <dgm:prSet/>
      <dgm:spPr/>
      <dgm:t>
        <a:bodyPr/>
        <a:lstStyle/>
        <a:p>
          <a:r>
            <a:rPr lang="uk-UA" b="0" i="0" baseline="0"/>
            <a:t>велике багатогалузеве господарство, засноване на праці кріпосних селян та орієнтоване на виробництво збіжжя на продаж</a:t>
          </a:r>
          <a:endParaRPr lang="uk-UA"/>
        </a:p>
      </dgm:t>
    </dgm:pt>
    <dgm:pt modelId="{C12D03C1-82CB-4CA1-8C12-042232ED7624}" type="parTrans" cxnId="{27E92D6F-B929-4E6C-8DAD-43EF917D5CDC}">
      <dgm:prSet/>
      <dgm:spPr/>
      <dgm:t>
        <a:bodyPr/>
        <a:lstStyle/>
        <a:p>
          <a:endParaRPr lang="uk-UA"/>
        </a:p>
      </dgm:t>
    </dgm:pt>
    <dgm:pt modelId="{063E3937-18D7-4EAB-9407-4D325D0D2CED}" type="sibTrans" cxnId="{27E92D6F-B929-4E6C-8DAD-43EF917D5CDC}">
      <dgm:prSet/>
      <dgm:spPr/>
      <dgm:t>
        <a:bodyPr/>
        <a:lstStyle/>
        <a:p>
          <a:endParaRPr lang="uk-UA"/>
        </a:p>
      </dgm:t>
    </dgm:pt>
    <dgm:pt modelId="{D9A3DD3A-2715-4E22-9F6E-DFC62653A843}">
      <dgm:prSet/>
      <dgm:spPr/>
      <dgm:t>
        <a:bodyPr/>
        <a:lstStyle/>
        <a:p>
          <a:r>
            <a:rPr lang="uk-UA" b="0" i="0" baseline="0" dirty="0"/>
            <a:t>військова й адміністративно-територіальна одиниця Лівобережної Гетьманщини та Слобідської України</a:t>
          </a:r>
          <a:endParaRPr lang="uk-UA" dirty="0"/>
        </a:p>
      </dgm:t>
    </dgm:pt>
    <dgm:pt modelId="{D6A90453-73A0-4762-BAAB-6B73F3877488}" type="parTrans" cxnId="{BC3AF37E-00E3-4FA4-AF19-F80A58BF8725}">
      <dgm:prSet/>
      <dgm:spPr/>
      <dgm:t>
        <a:bodyPr/>
        <a:lstStyle/>
        <a:p>
          <a:endParaRPr lang="uk-UA"/>
        </a:p>
      </dgm:t>
    </dgm:pt>
    <dgm:pt modelId="{1A63467C-1621-44B7-A765-8184180D242B}" type="sibTrans" cxnId="{BC3AF37E-00E3-4FA4-AF19-F80A58BF8725}">
      <dgm:prSet/>
      <dgm:spPr/>
      <dgm:t>
        <a:bodyPr/>
        <a:lstStyle/>
        <a:p>
          <a:endParaRPr lang="uk-UA"/>
        </a:p>
      </dgm:t>
    </dgm:pt>
    <dgm:pt modelId="{675C96ED-04BA-43FF-A8A9-85AE4EB94E32}">
      <dgm:prSet/>
      <dgm:spPr/>
      <dgm:t>
        <a:bodyPr/>
        <a:lstStyle/>
        <a:p>
          <a:r>
            <a:rPr lang="uk-UA" b="0" i="0" baseline="0"/>
            <a:t>орган самоврядування в містах, що користувалися магдебурзьким правом</a:t>
          </a:r>
          <a:endParaRPr lang="uk-UA"/>
        </a:p>
      </dgm:t>
    </dgm:pt>
    <dgm:pt modelId="{4A3DC1F9-5C38-489E-8CFB-513713483A48}" type="parTrans" cxnId="{6AFA1787-BC8C-46DE-8B6E-46866105CE65}">
      <dgm:prSet/>
      <dgm:spPr/>
      <dgm:t>
        <a:bodyPr/>
        <a:lstStyle/>
        <a:p>
          <a:endParaRPr lang="uk-UA"/>
        </a:p>
      </dgm:t>
    </dgm:pt>
    <dgm:pt modelId="{1F29EAA2-CEFA-479D-943F-460DC50D117E}" type="sibTrans" cxnId="{6AFA1787-BC8C-46DE-8B6E-46866105CE65}">
      <dgm:prSet/>
      <dgm:spPr/>
      <dgm:t>
        <a:bodyPr/>
        <a:lstStyle/>
        <a:p>
          <a:endParaRPr lang="uk-UA"/>
        </a:p>
      </dgm:t>
    </dgm:pt>
    <dgm:pt modelId="{575501CE-6AED-42E1-92C4-F05C05F74B98}">
      <dgm:prSet/>
      <dgm:spPr/>
      <dgm:t>
        <a:bodyPr/>
        <a:lstStyle/>
        <a:p>
          <a:r>
            <a:rPr lang="uk-UA" b="0" i="0" baseline="0"/>
            <a:t>спадкова земельна власність (землі, будівлі, інвентар) та пов’язане із нею право на феодально залежних селян</a:t>
          </a:r>
          <a:endParaRPr lang="uk-UA"/>
        </a:p>
      </dgm:t>
    </dgm:pt>
    <dgm:pt modelId="{7C869D80-130C-45B2-8A70-BDC309077FF0}" type="parTrans" cxnId="{F24AA993-0A5D-432E-8098-BEF1937C9BDF}">
      <dgm:prSet/>
      <dgm:spPr/>
      <dgm:t>
        <a:bodyPr/>
        <a:lstStyle/>
        <a:p>
          <a:endParaRPr lang="uk-UA"/>
        </a:p>
      </dgm:t>
    </dgm:pt>
    <dgm:pt modelId="{4B6D6AD6-2F38-4AE9-91E4-0ECB3ECC76AC}" type="sibTrans" cxnId="{F24AA993-0A5D-432E-8098-BEF1937C9BDF}">
      <dgm:prSet/>
      <dgm:spPr/>
      <dgm:t>
        <a:bodyPr/>
        <a:lstStyle/>
        <a:p>
          <a:endParaRPr lang="uk-UA"/>
        </a:p>
      </dgm:t>
    </dgm:pt>
    <dgm:pt modelId="{35547C44-53F1-41C2-ABE3-F378EB3212E6}" type="pres">
      <dgm:prSet presAssocID="{109B6D60-8E86-45EB-AA7D-A02A30AC11BA}" presName="linear" presStyleCnt="0">
        <dgm:presLayoutVars>
          <dgm:animLvl val="lvl"/>
          <dgm:resizeHandles val="exact"/>
        </dgm:presLayoutVars>
      </dgm:prSet>
      <dgm:spPr/>
    </dgm:pt>
    <dgm:pt modelId="{B8EC7EDB-C59F-48FE-A090-5833925CBDB7}" type="pres">
      <dgm:prSet presAssocID="{93CBE6FD-B10E-4907-B55C-D19F0A19F8D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11DDE83-4613-45F6-BBBD-46DCAB97AEC1}" type="pres">
      <dgm:prSet presAssocID="{18A278A6-73A5-4082-A410-B19934C18432}" presName="spacer" presStyleCnt="0"/>
      <dgm:spPr/>
    </dgm:pt>
    <dgm:pt modelId="{365C366A-E91F-4DCD-BF56-E708ACF3B5B2}" type="pres">
      <dgm:prSet presAssocID="{F44D2AEF-9E25-4B6B-A7CE-D69910B653A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2D0A046-B4D1-4E23-B556-7D2DC980C5A4}" type="pres">
      <dgm:prSet presAssocID="{063E3937-18D7-4EAB-9407-4D325D0D2CED}" presName="spacer" presStyleCnt="0"/>
      <dgm:spPr/>
    </dgm:pt>
    <dgm:pt modelId="{C0A6E508-24A4-4AE2-9EF3-284A934A5058}" type="pres">
      <dgm:prSet presAssocID="{D9A3DD3A-2715-4E22-9F6E-DFC62653A84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342A28-B973-4469-BFB2-BAB6789C5A1E}" type="pres">
      <dgm:prSet presAssocID="{1A63467C-1621-44B7-A765-8184180D242B}" presName="spacer" presStyleCnt="0"/>
      <dgm:spPr/>
    </dgm:pt>
    <dgm:pt modelId="{4FA50DE0-ECCE-4487-879D-FE77BB133CBC}" type="pres">
      <dgm:prSet presAssocID="{675C96ED-04BA-43FF-A8A9-85AE4EB94E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84BEF01-FD3D-46B6-8C19-23CDEDD5F0C4}" type="pres">
      <dgm:prSet presAssocID="{1F29EAA2-CEFA-479D-943F-460DC50D117E}" presName="spacer" presStyleCnt="0"/>
      <dgm:spPr/>
    </dgm:pt>
    <dgm:pt modelId="{C6C7A7BF-E10A-46A3-BBE1-864009A42180}" type="pres">
      <dgm:prSet presAssocID="{575501CE-6AED-42E1-92C4-F05C05F74B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5C7670C-14C4-4913-B5B8-F8FD8D14AB0C}" srcId="{109B6D60-8E86-45EB-AA7D-A02A30AC11BA}" destId="{93CBE6FD-B10E-4907-B55C-D19F0A19F8DF}" srcOrd="0" destOrd="0" parTransId="{6DC3892D-16AA-4DBB-8D13-EDEB57FC9C99}" sibTransId="{18A278A6-73A5-4082-A410-B19934C18432}"/>
    <dgm:cxn modelId="{27E92D6F-B929-4E6C-8DAD-43EF917D5CDC}" srcId="{109B6D60-8E86-45EB-AA7D-A02A30AC11BA}" destId="{F44D2AEF-9E25-4B6B-A7CE-D69910B653A3}" srcOrd="1" destOrd="0" parTransId="{C12D03C1-82CB-4CA1-8C12-042232ED7624}" sibTransId="{063E3937-18D7-4EAB-9407-4D325D0D2CED}"/>
    <dgm:cxn modelId="{A0F4AE4F-61D6-424E-841C-E4ED20A7FF56}" type="presOf" srcId="{575501CE-6AED-42E1-92C4-F05C05F74B98}" destId="{C6C7A7BF-E10A-46A3-BBE1-864009A42180}" srcOrd="0" destOrd="0" presId="urn:microsoft.com/office/officeart/2005/8/layout/vList2"/>
    <dgm:cxn modelId="{BC3AF37E-00E3-4FA4-AF19-F80A58BF8725}" srcId="{109B6D60-8E86-45EB-AA7D-A02A30AC11BA}" destId="{D9A3DD3A-2715-4E22-9F6E-DFC62653A843}" srcOrd="2" destOrd="0" parTransId="{D6A90453-73A0-4762-BAAB-6B73F3877488}" sibTransId="{1A63467C-1621-44B7-A765-8184180D242B}"/>
    <dgm:cxn modelId="{6AFA1787-BC8C-46DE-8B6E-46866105CE65}" srcId="{109B6D60-8E86-45EB-AA7D-A02A30AC11BA}" destId="{675C96ED-04BA-43FF-A8A9-85AE4EB94E32}" srcOrd="3" destOrd="0" parTransId="{4A3DC1F9-5C38-489E-8CFB-513713483A48}" sibTransId="{1F29EAA2-CEFA-479D-943F-460DC50D117E}"/>
    <dgm:cxn modelId="{F24AA993-0A5D-432E-8098-BEF1937C9BDF}" srcId="{109B6D60-8E86-45EB-AA7D-A02A30AC11BA}" destId="{575501CE-6AED-42E1-92C4-F05C05F74B98}" srcOrd="4" destOrd="0" parTransId="{7C869D80-130C-45B2-8A70-BDC309077FF0}" sibTransId="{4B6D6AD6-2F38-4AE9-91E4-0ECB3ECC76AC}"/>
    <dgm:cxn modelId="{A607E8B9-297E-47FF-9085-76692649903A}" type="presOf" srcId="{93CBE6FD-B10E-4907-B55C-D19F0A19F8DF}" destId="{B8EC7EDB-C59F-48FE-A090-5833925CBDB7}" srcOrd="0" destOrd="0" presId="urn:microsoft.com/office/officeart/2005/8/layout/vList2"/>
    <dgm:cxn modelId="{49F6ECCC-27D1-448C-814E-9EB56DEB3ABC}" type="presOf" srcId="{109B6D60-8E86-45EB-AA7D-A02A30AC11BA}" destId="{35547C44-53F1-41C2-ABE3-F378EB3212E6}" srcOrd="0" destOrd="0" presId="urn:microsoft.com/office/officeart/2005/8/layout/vList2"/>
    <dgm:cxn modelId="{E0243DCF-EF98-47CD-8F8F-E385D0758B60}" type="presOf" srcId="{D9A3DD3A-2715-4E22-9F6E-DFC62653A843}" destId="{C0A6E508-24A4-4AE2-9EF3-284A934A5058}" srcOrd="0" destOrd="0" presId="urn:microsoft.com/office/officeart/2005/8/layout/vList2"/>
    <dgm:cxn modelId="{7357C7DE-1183-4A53-909E-24104C605142}" type="presOf" srcId="{675C96ED-04BA-43FF-A8A9-85AE4EB94E32}" destId="{4FA50DE0-ECCE-4487-879D-FE77BB133CBC}" srcOrd="0" destOrd="0" presId="urn:microsoft.com/office/officeart/2005/8/layout/vList2"/>
    <dgm:cxn modelId="{1DE9A4ED-15C4-4D0F-8C6A-E2FCC2C1BB31}" type="presOf" srcId="{F44D2AEF-9E25-4B6B-A7CE-D69910B653A3}" destId="{365C366A-E91F-4DCD-BF56-E708ACF3B5B2}" srcOrd="0" destOrd="0" presId="urn:microsoft.com/office/officeart/2005/8/layout/vList2"/>
    <dgm:cxn modelId="{7D980571-15D4-4309-809F-CF6AD30DAD6D}" type="presParOf" srcId="{35547C44-53F1-41C2-ABE3-F378EB3212E6}" destId="{B8EC7EDB-C59F-48FE-A090-5833925CBDB7}" srcOrd="0" destOrd="0" presId="urn:microsoft.com/office/officeart/2005/8/layout/vList2"/>
    <dgm:cxn modelId="{33D3258A-7D97-40A2-9D85-D84EF3410916}" type="presParOf" srcId="{35547C44-53F1-41C2-ABE3-F378EB3212E6}" destId="{C11DDE83-4613-45F6-BBBD-46DCAB97AEC1}" srcOrd="1" destOrd="0" presId="urn:microsoft.com/office/officeart/2005/8/layout/vList2"/>
    <dgm:cxn modelId="{5280853E-8F97-4BF8-A270-4D9F2E2DF88C}" type="presParOf" srcId="{35547C44-53F1-41C2-ABE3-F378EB3212E6}" destId="{365C366A-E91F-4DCD-BF56-E708ACF3B5B2}" srcOrd="2" destOrd="0" presId="urn:microsoft.com/office/officeart/2005/8/layout/vList2"/>
    <dgm:cxn modelId="{6945B17F-C467-4771-AD27-07A93A2662BD}" type="presParOf" srcId="{35547C44-53F1-41C2-ABE3-F378EB3212E6}" destId="{82D0A046-B4D1-4E23-B556-7D2DC980C5A4}" srcOrd="3" destOrd="0" presId="urn:microsoft.com/office/officeart/2005/8/layout/vList2"/>
    <dgm:cxn modelId="{BCC18905-EA7B-4CE5-8ACB-9C39CC5DB356}" type="presParOf" srcId="{35547C44-53F1-41C2-ABE3-F378EB3212E6}" destId="{C0A6E508-24A4-4AE2-9EF3-284A934A5058}" srcOrd="4" destOrd="0" presId="urn:microsoft.com/office/officeart/2005/8/layout/vList2"/>
    <dgm:cxn modelId="{B9823C02-4C60-4B8F-AEA1-2E35DD991370}" type="presParOf" srcId="{35547C44-53F1-41C2-ABE3-F378EB3212E6}" destId="{DD342A28-B973-4469-BFB2-BAB6789C5A1E}" srcOrd="5" destOrd="0" presId="urn:microsoft.com/office/officeart/2005/8/layout/vList2"/>
    <dgm:cxn modelId="{FFB31736-0D81-429F-89F4-67036B6B371D}" type="presParOf" srcId="{35547C44-53F1-41C2-ABE3-F378EB3212E6}" destId="{4FA50DE0-ECCE-4487-879D-FE77BB133CBC}" srcOrd="6" destOrd="0" presId="urn:microsoft.com/office/officeart/2005/8/layout/vList2"/>
    <dgm:cxn modelId="{41C8953D-1638-4870-8FA8-792CCFB361C3}" type="presParOf" srcId="{35547C44-53F1-41C2-ABE3-F378EB3212E6}" destId="{484BEF01-FD3D-46B6-8C19-23CDEDD5F0C4}" srcOrd="7" destOrd="0" presId="urn:microsoft.com/office/officeart/2005/8/layout/vList2"/>
    <dgm:cxn modelId="{8166EDB3-494C-4FB7-AACE-63460C4DAAC5}" type="presParOf" srcId="{35547C44-53F1-41C2-ABE3-F378EB3212E6}" destId="{C6C7A7BF-E10A-46A3-BBE1-864009A4218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17094343-5D96-4A0E-AE8D-D7891A031E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B1E2A19-12DF-4790-8EED-F2C4853BF977}">
      <dgm:prSet/>
      <dgm:spPr/>
      <dgm:t>
        <a:bodyPr/>
        <a:lstStyle/>
        <a:p>
          <a:r>
            <a:rPr lang="ru-RU" b="0" i="0" baseline="0"/>
            <a:t>«Займанщина»</a:t>
          </a:r>
          <a:endParaRPr lang="uk-UA"/>
        </a:p>
      </dgm:t>
    </dgm:pt>
    <dgm:pt modelId="{20E3E9BD-3E51-472A-A996-572A83214B29}" type="parTrans" cxnId="{A0F43AF8-69DF-41B9-8622-A39624D31A90}">
      <dgm:prSet/>
      <dgm:spPr/>
      <dgm:t>
        <a:bodyPr/>
        <a:lstStyle/>
        <a:p>
          <a:endParaRPr lang="uk-UA"/>
        </a:p>
      </dgm:t>
    </dgm:pt>
    <dgm:pt modelId="{EF3CCE55-2CEE-4759-A965-0CD98C1A4C9A}" type="sibTrans" cxnId="{A0F43AF8-69DF-41B9-8622-A39624D31A90}">
      <dgm:prSet/>
      <dgm:spPr/>
      <dgm:t>
        <a:bodyPr/>
        <a:lstStyle/>
        <a:p>
          <a:endParaRPr lang="uk-UA"/>
        </a:p>
      </dgm:t>
    </dgm:pt>
    <dgm:pt modelId="{051BCD92-5E8B-441D-B733-F69DC04E3C96}">
      <dgm:prSet/>
      <dgm:spPr/>
      <dgm:t>
        <a:bodyPr/>
        <a:lstStyle/>
        <a:p>
          <a:r>
            <a:rPr lang="ru-RU" b="0" i="0" baseline="0"/>
            <a:t>«Паланка»</a:t>
          </a:r>
          <a:endParaRPr lang="uk-UA"/>
        </a:p>
      </dgm:t>
    </dgm:pt>
    <dgm:pt modelId="{6AB6116E-CE3D-43BA-B61E-D1BFF106D606}" type="parTrans" cxnId="{0847E5DB-B0A1-446E-B7C1-131BA919A85D}">
      <dgm:prSet/>
      <dgm:spPr/>
      <dgm:t>
        <a:bodyPr/>
        <a:lstStyle/>
        <a:p>
          <a:endParaRPr lang="uk-UA"/>
        </a:p>
      </dgm:t>
    </dgm:pt>
    <dgm:pt modelId="{E148C02B-E6BF-49F2-BB01-A81B0DB1B0A4}" type="sibTrans" cxnId="{0847E5DB-B0A1-446E-B7C1-131BA919A85D}">
      <dgm:prSet/>
      <dgm:spPr/>
      <dgm:t>
        <a:bodyPr/>
        <a:lstStyle/>
        <a:p>
          <a:endParaRPr lang="uk-UA"/>
        </a:p>
      </dgm:t>
    </dgm:pt>
    <dgm:pt modelId="{47772DAE-4028-4A32-B617-37856538515C}">
      <dgm:prSet/>
      <dgm:spPr/>
      <dgm:t>
        <a:bodyPr/>
        <a:lstStyle/>
        <a:p>
          <a:r>
            <a:rPr lang="ru-RU" b="0" i="0" baseline="0"/>
            <a:t>«Зимівник»</a:t>
          </a:r>
          <a:endParaRPr lang="uk-UA"/>
        </a:p>
      </dgm:t>
    </dgm:pt>
    <dgm:pt modelId="{E8176C78-310A-4D7B-8390-816806D0C408}" type="parTrans" cxnId="{E1BB5090-7F20-4217-BAFB-591FA727A251}">
      <dgm:prSet/>
      <dgm:spPr/>
      <dgm:t>
        <a:bodyPr/>
        <a:lstStyle/>
        <a:p>
          <a:endParaRPr lang="uk-UA"/>
        </a:p>
      </dgm:t>
    </dgm:pt>
    <dgm:pt modelId="{4B962DC4-9E72-4C5C-98EB-DE57827E7FAA}" type="sibTrans" cxnId="{E1BB5090-7F20-4217-BAFB-591FA727A251}">
      <dgm:prSet/>
      <dgm:spPr/>
      <dgm:t>
        <a:bodyPr/>
        <a:lstStyle/>
        <a:p>
          <a:endParaRPr lang="uk-UA"/>
        </a:p>
      </dgm:t>
    </dgm:pt>
    <dgm:pt modelId="{1F70A87D-56D9-4D1E-8E12-489BEB8DAFA6}">
      <dgm:prSet/>
      <dgm:spPr/>
      <dgm:t>
        <a:bodyPr/>
        <a:lstStyle/>
        <a:p>
          <a:r>
            <a:rPr lang="ru-RU" b="0" i="0" baseline="0"/>
            <a:t>«Панщина»</a:t>
          </a:r>
          <a:endParaRPr lang="uk-UA"/>
        </a:p>
      </dgm:t>
    </dgm:pt>
    <dgm:pt modelId="{F6C3DA15-EBD1-44F3-857D-C5B45A0CDD15}" type="parTrans" cxnId="{5D459CBD-CAB6-49AA-AE96-334A971C18E6}">
      <dgm:prSet/>
      <dgm:spPr/>
      <dgm:t>
        <a:bodyPr/>
        <a:lstStyle/>
        <a:p>
          <a:endParaRPr lang="uk-UA"/>
        </a:p>
      </dgm:t>
    </dgm:pt>
    <dgm:pt modelId="{8936DAFC-9024-4C32-BED3-679E2873F9C0}" type="sibTrans" cxnId="{5D459CBD-CAB6-49AA-AE96-334A971C18E6}">
      <dgm:prSet/>
      <dgm:spPr/>
      <dgm:t>
        <a:bodyPr/>
        <a:lstStyle/>
        <a:p>
          <a:endParaRPr lang="uk-UA"/>
        </a:p>
      </dgm:t>
    </dgm:pt>
    <dgm:pt modelId="{559999AD-7C1C-42E1-AA9C-8587E45BE648}" type="pres">
      <dgm:prSet presAssocID="{17094343-5D96-4A0E-AE8D-D7891A031EF9}" presName="matrix" presStyleCnt="0">
        <dgm:presLayoutVars>
          <dgm:chMax val="1"/>
          <dgm:dir/>
          <dgm:resizeHandles val="exact"/>
        </dgm:presLayoutVars>
      </dgm:prSet>
      <dgm:spPr/>
    </dgm:pt>
    <dgm:pt modelId="{FDAA24FB-5435-40B6-AC0F-EBDB6650F5C0}" type="pres">
      <dgm:prSet presAssocID="{17094343-5D96-4A0E-AE8D-D7891A031EF9}" presName="diamond" presStyleLbl="bgShp" presStyleIdx="0" presStyleCnt="1"/>
      <dgm:spPr/>
    </dgm:pt>
    <dgm:pt modelId="{82C5F7E1-8916-4F9A-900E-4054F84D51A5}" type="pres">
      <dgm:prSet presAssocID="{17094343-5D96-4A0E-AE8D-D7891A031E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047AE95-C88B-4505-A2A8-73308BC91AF0}" type="pres">
      <dgm:prSet presAssocID="{17094343-5D96-4A0E-AE8D-D7891A031E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5D1DB7A-BB6E-47BF-9493-326D94467199}" type="pres">
      <dgm:prSet presAssocID="{17094343-5D96-4A0E-AE8D-D7891A031E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3C5F45E-3A3A-4388-9ADD-968FA2A8FB7E}" type="pres">
      <dgm:prSet presAssocID="{17094343-5D96-4A0E-AE8D-D7891A031E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7EE7D00-D707-420D-B479-F0EE6C154DE1}" type="presOf" srcId="{1F70A87D-56D9-4D1E-8E12-489BEB8DAFA6}" destId="{03C5F45E-3A3A-4388-9ADD-968FA2A8FB7E}" srcOrd="0" destOrd="0" presId="urn:microsoft.com/office/officeart/2005/8/layout/matrix3"/>
    <dgm:cxn modelId="{6A32F857-46A8-499E-810D-727544983B00}" type="presOf" srcId="{47772DAE-4028-4A32-B617-37856538515C}" destId="{95D1DB7A-BB6E-47BF-9493-326D94467199}" srcOrd="0" destOrd="0" presId="urn:microsoft.com/office/officeart/2005/8/layout/matrix3"/>
    <dgm:cxn modelId="{E1BB5090-7F20-4217-BAFB-591FA727A251}" srcId="{17094343-5D96-4A0E-AE8D-D7891A031EF9}" destId="{47772DAE-4028-4A32-B617-37856538515C}" srcOrd="2" destOrd="0" parTransId="{E8176C78-310A-4D7B-8390-816806D0C408}" sibTransId="{4B962DC4-9E72-4C5C-98EB-DE57827E7FAA}"/>
    <dgm:cxn modelId="{569E59A4-478C-4F9B-8C8E-15C6EDECB5C9}" type="presOf" srcId="{051BCD92-5E8B-441D-B733-F69DC04E3C96}" destId="{8047AE95-C88B-4505-A2A8-73308BC91AF0}" srcOrd="0" destOrd="0" presId="urn:microsoft.com/office/officeart/2005/8/layout/matrix3"/>
    <dgm:cxn modelId="{7B2BBAA6-686B-42D6-9149-ED8C5ADA28AB}" type="presOf" srcId="{1B1E2A19-12DF-4790-8EED-F2C4853BF977}" destId="{82C5F7E1-8916-4F9A-900E-4054F84D51A5}" srcOrd="0" destOrd="0" presId="urn:microsoft.com/office/officeart/2005/8/layout/matrix3"/>
    <dgm:cxn modelId="{5D459CBD-CAB6-49AA-AE96-334A971C18E6}" srcId="{17094343-5D96-4A0E-AE8D-D7891A031EF9}" destId="{1F70A87D-56D9-4D1E-8E12-489BEB8DAFA6}" srcOrd="3" destOrd="0" parTransId="{F6C3DA15-EBD1-44F3-857D-C5B45A0CDD15}" sibTransId="{8936DAFC-9024-4C32-BED3-679E2873F9C0}"/>
    <dgm:cxn modelId="{404102C3-2676-4000-B2C9-A2E0BCEF0D7A}" type="presOf" srcId="{17094343-5D96-4A0E-AE8D-D7891A031EF9}" destId="{559999AD-7C1C-42E1-AA9C-8587E45BE648}" srcOrd="0" destOrd="0" presId="urn:microsoft.com/office/officeart/2005/8/layout/matrix3"/>
    <dgm:cxn modelId="{0847E5DB-B0A1-446E-B7C1-131BA919A85D}" srcId="{17094343-5D96-4A0E-AE8D-D7891A031EF9}" destId="{051BCD92-5E8B-441D-B733-F69DC04E3C96}" srcOrd="1" destOrd="0" parTransId="{6AB6116E-CE3D-43BA-B61E-D1BFF106D606}" sibTransId="{E148C02B-E6BF-49F2-BB01-A81B0DB1B0A4}"/>
    <dgm:cxn modelId="{A0F43AF8-69DF-41B9-8622-A39624D31A90}" srcId="{17094343-5D96-4A0E-AE8D-D7891A031EF9}" destId="{1B1E2A19-12DF-4790-8EED-F2C4853BF977}" srcOrd="0" destOrd="0" parTransId="{20E3E9BD-3E51-472A-A996-572A83214B29}" sibTransId="{EF3CCE55-2CEE-4759-A965-0CD98C1A4C9A}"/>
    <dgm:cxn modelId="{B235B2B4-4621-426C-9603-D5381385E535}" type="presParOf" srcId="{559999AD-7C1C-42E1-AA9C-8587E45BE648}" destId="{FDAA24FB-5435-40B6-AC0F-EBDB6650F5C0}" srcOrd="0" destOrd="0" presId="urn:microsoft.com/office/officeart/2005/8/layout/matrix3"/>
    <dgm:cxn modelId="{4AFA9E93-9444-4DD6-A5C5-E278C0B0BB07}" type="presParOf" srcId="{559999AD-7C1C-42E1-AA9C-8587E45BE648}" destId="{82C5F7E1-8916-4F9A-900E-4054F84D51A5}" srcOrd="1" destOrd="0" presId="urn:microsoft.com/office/officeart/2005/8/layout/matrix3"/>
    <dgm:cxn modelId="{29AA2E25-11D6-4126-A6F2-49C5EF09302A}" type="presParOf" srcId="{559999AD-7C1C-42E1-AA9C-8587E45BE648}" destId="{8047AE95-C88B-4505-A2A8-73308BC91AF0}" srcOrd="2" destOrd="0" presId="urn:microsoft.com/office/officeart/2005/8/layout/matrix3"/>
    <dgm:cxn modelId="{8C85B266-4ED1-41A5-891D-C651AB5912FF}" type="presParOf" srcId="{559999AD-7C1C-42E1-AA9C-8587E45BE648}" destId="{95D1DB7A-BB6E-47BF-9493-326D94467199}" srcOrd="3" destOrd="0" presId="urn:microsoft.com/office/officeart/2005/8/layout/matrix3"/>
    <dgm:cxn modelId="{0E84D4AB-4A81-40D8-B24E-8318A317CDE4}" type="presParOf" srcId="{559999AD-7C1C-42E1-AA9C-8587E45BE648}" destId="{03C5F45E-3A3A-4388-9ADD-968FA2A8FB7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4726CA02-5A73-4639-90AD-9BEE484C48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8938CB-3F04-46AA-A299-B1647B7987C1}">
      <dgm:prSet/>
      <dgm:spPr/>
      <dgm:t>
        <a:bodyPr/>
        <a:lstStyle/>
        <a:p>
          <a:r>
            <a:rPr lang="ru-RU" b="0" i="0" baseline="0" dirty="0" err="1"/>
            <a:t>Військова</a:t>
          </a:r>
          <a:r>
            <a:rPr lang="ru-RU" b="0" i="0" baseline="0" dirty="0"/>
            <a:t>, </a:t>
          </a:r>
          <a:r>
            <a:rPr lang="ru-RU" b="0" i="0" baseline="0" dirty="0" err="1"/>
            <a:t>адміністративно-територіальна</a:t>
          </a:r>
          <a:r>
            <a:rPr lang="ru-RU" b="0" i="0" baseline="0" dirty="0"/>
            <a:t>, </a:t>
          </a:r>
          <a:r>
            <a:rPr lang="ru-RU" b="0" i="0" baseline="0" dirty="0" err="1"/>
            <a:t>господарська</a:t>
          </a:r>
          <a:r>
            <a:rPr lang="ru-RU" b="0" i="0" baseline="0" dirty="0"/>
            <a:t> </a:t>
          </a:r>
          <a:r>
            <a:rPr lang="ru-RU" b="0" i="0" baseline="0" dirty="0" err="1"/>
            <a:t>одиниця</a:t>
          </a:r>
          <a:r>
            <a:rPr lang="ru-RU" b="0" i="0" baseline="0" dirty="0"/>
            <a:t> </a:t>
          </a:r>
          <a:r>
            <a:rPr lang="ru-RU" b="0" i="0" baseline="0" dirty="0" err="1"/>
            <a:t>Запорозької</a:t>
          </a:r>
          <a:r>
            <a:rPr lang="ru-RU" b="0" i="0" baseline="0" dirty="0"/>
            <a:t> (</a:t>
          </a:r>
          <a:r>
            <a:rPr lang="ru-RU" b="0" i="0" baseline="0" dirty="0" err="1"/>
            <a:t>Нової</a:t>
          </a:r>
          <a:r>
            <a:rPr lang="ru-RU" b="0" i="0" baseline="0" dirty="0"/>
            <a:t>) </a:t>
          </a:r>
          <a:r>
            <a:rPr lang="ru-RU" b="0" i="0" baseline="0" dirty="0" err="1"/>
            <a:t>Січі</a:t>
          </a:r>
          <a:r>
            <a:rPr lang="ru-RU" b="0" i="0" baseline="0" dirty="0"/>
            <a:t>.</a:t>
          </a:r>
          <a:endParaRPr lang="uk-UA" dirty="0"/>
        </a:p>
      </dgm:t>
    </dgm:pt>
    <dgm:pt modelId="{25DCD2D4-66B0-4AC9-93A6-C1C7468F60A9}" type="parTrans" cxnId="{D28D594C-B195-4725-8C4D-B5C0F84BBF7F}">
      <dgm:prSet/>
      <dgm:spPr/>
      <dgm:t>
        <a:bodyPr/>
        <a:lstStyle/>
        <a:p>
          <a:endParaRPr lang="uk-UA"/>
        </a:p>
      </dgm:t>
    </dgm:pt>
    <dgm:pt modelId="{F903FDBC-7BCA-431A-A6FF-34DB6478747C}" type="sibTrans" cxnId="{D28D594C-B195-4725-8C4D-B5C0F84BBF7F}">
      <dgm:prSet/>
      <dgm:spPr/>
      <dgm:t>
        <a:bodyPr/>
        <a:lstStyle/>
        <a:p>
          <a:endParaRPr lang="uk-UA"/>
        </a:p>
      </dgm:t>
    </dgm:pt>
    <dgm:pt modelId="{68EDDC21-E216-45E5-8018-72DB3FE61118}">
      <dgm:prSet/>
      <dgm:spPr/>
      <dgm:t>
        <a:bodyPr/>
        <a:lstStyle/>
        <a:p>
          <a:r>
            <a:rPr lang="ru-RU" b="0" i="0" baseline="0"/>
            <a:t>Форма визиску селянства, примусове виконання певного обсягу робіт на користь землевласника.</a:t>
          </a:r>
          <a:endParaRPr lang="uk-UA"/>
        </a:p>
      </dgm:t>
    </dgm:pt>
    <dgm:pt modelId="{82E134F0-5833-4682-9846-B42D250854D9}" type="parTrans" cxnId="{B53884D7-9003-4897-BEA5-FC66F7FFD4C5}">
      <dgm:prSet/>
      <dgm:spPr/>
      <dgm:t>
        <a:bodyPr/>
        <a:lstStyle/>
        <a:p>
          <a:endParaRPr lang="uk-UA"/>
        </a:p>
      </dgm:t>
    </dgm:pt>
    <dgm:pt modelId="{309AB11E-73AA-4502-AB56-C48BF06840B6}" type="sibTrans" cxnId="{B53884D7-9003-4897-BEA5-FC66F7FFD4C5}">
      <dgm:prSet/>
      <dgm:spPr/>
      <dgm:t>
        <a:bodyPr/>
        <a:lstStyle/>
        <a:p>
          <a:endParaRPr lang="uk-UA"/>
        </a:p>
      </dgm:t>
    </dgm:pt>
    <dgm:pt modelId="{D30958C6-A4A4-49A4-AAEB-74DC66792EF3}">
      <dgm:prSet/>
      <dgm:spPr/>
      <dgm:t>
        <a:bodyPr/>
        <a:lstStyle/>
        <a:p>
          <a:r>
            <a:rPr lang="ru-RU" b="0" i="0" baseline="0"/>
            <a:t>Система правових норм, що визначала залежність селянина від феодала.</a:t>
          </a:r>
          <a:endParaRPr lang="uk-UA"/>
        </a:p>
      </dgm:t>
    </dgm:pt>
    <dgm:pt modelId="{1B0A6FCD-E4DA-467E-947C-ACF5087E7FA8}" type="parTrans" cxnId="{FDAE7CE7-90EE-45EA-88BA-A28B203BA3E4}">
      <dgm:prSet/>
      <dgm:spPr/>
      <dgm:t>
        <a:bodyPr/>
        <a:lstStyle/>
        <a:p>
          <a:endParaRPr lang="uk-UA"/>
        </a:p>
      </dgm:t>
    </dgm:pt>
    <dgm:pt modelId="{41E39137-3AFD-4D82-B277-6C72852E5D25}" type="sibTrans" cxnId="{FDAE7CE7-90EE-45EA-88BA-A28B203BA3E4}">
      <dgm:prSet/>
      <dgm:spPr/>
      <dgm:t>
        <a:bodyPr/>
        <a:lstStyle/>
        <a:p>
          <a:endParaRPr lang="uk-UA"/>
        </a:p>
      </dgm:t>
    </dgm:pt>
    <dgm:pt modelId="{76176BE6-8574-49B6-95F2-C00E5A963E16}">
      <dgm:prSet/>
      <dgm:spPr/>
      <dgm:t>
        <a:bodyPr/>
        <a:lstStyle/>
        <a:p>
          <a:r>
            <a:rPr lang="ru-RU" b="0" i="0" baseline="0"/>
            <a:t>Елемент звичаєвого права, що дозволяв на підставі першості володіти землею.</a:t>
          </a:r>
          <a:endParaRPr lang="uk-UA"/>
        </a:p>
      </dgm:t>
    </dgm:pt>
    <dgm:pt modelId="{EAB2EB53-4063-4402-A0D5-1099BCAB24EA}" type="parTrans" cxnId="{B603A286-5CD8-4A78-92BA-58DF6648D87F}">
      <dgm:prSet/>
      <dgm:spPr/>
      <dgm:t>
        <a:bodyPr/>
        <a:lstStyle/>
        <a:p>
          <a:endParaRPr lang="uk-UA"/>
        </a:p>
      </dgm:t>
    </dgm:pt>
    <dgm:pt modelId="{5AAC83BA-E59E-4E72-824C-6285C58BAEF0}" type="sibTrans" cxnId="{B603A286-5CD8-4A78-92BA-58DF6648D87F}">
      <dgm:prSet/>
      <dgm:spPr/>
      <dgm:t>
        <a:bodyPr/>
        <a:lstStyle/>
        <a:p>
          <a:endParaRPr lang="uk-UA"/>
        </a:p>
      </dgm:t>
    </dgm:pt>
    <dgm:pt modelId="{828CBDC7-C549-4EE7-B66D-EB8549ED063D}">
      <dgm:prSet/>
      <dgm:spPr/>
      <dgm:t>
        <a:bodyPr/>
        <a:lstStyle/>
        <a:p>
          <a:r>
            <a:rPr lang="ru-RU" b="0" i="0" baseline="0"/>
            <a:t>Хутір, у якому запорозькі козаки займалися скотарством і землеробством</a:t>
          </a:r>
          <a:endParaRPr lang="uk-UA"/>
        </a:p>
      </dgm:t>
    </dgm:pt>
    <dgm:pt modelId="{0197F230-EC7E-4F96-AE0A-B3B0B82FADE8}" type="parTrans" cxnId="{3DEA919D-66D8-4F27-8476-B2466E75B75B}">
      <dgm:prSet/>
      <dgm:spPr/>
      <dgm:t>
        <a:bodyPr/>
        <a:lstStyle/>
        <a:p>
          <a:endParaRPr lang="uk-UA"/>
        </a:p>
      </dgm:t>
    </dgm:pt>
    <dgm:pt modelId="{199D7061-3C72-43FF-A2AE-1FF401C67FAD}" type="sibTrans" cxnId="{3DEA919D-66D8-4F27-8476-B2466E75B75B}">
      <dgm:prSet/>
      <dgm:spPr/>
      <dgm:t>
        <a:bodyPr/>
        <a:lstStyle/>
        <a:p>
          <a:endParaRPr lang="uk-UA"/>
        </a:p>
      </dgm:t>
    </dgm:pt>
    <dgm:pt modelId="{F3E78D58-9E00-46E5-A7BC-0BD4C1DB00E8}" type="pres">
      <dgm:prSet presAssocID="{4726CA02-5A73-4639-90AD-9BEE484C48B3}" presName="linear" presStyleCnt="0">
        <dgm:presLayoutVars>
          <dgm:animLvl val="lvl"/>
          <dgm:resizeHandles val="exact"/>
        </dgm:presLayoutVars>
      </dgm:prSet>
      <dgm:spPr/>
    </dgm:pt>
    <dgm:pt modelId="{53364A5C-051E-4971-8F62-00270765E707}" type="pres">
      <dgm:prSet presAssocID="{7C8938CB-3F04-46AA-A299-B1647B7987C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11DE507-E647-4552-9B15-D014DD87576F}" type="pres">
      <dgm:prSet presAssocID="{F903FDBC-7BCA-431A-A6FF-34DB6478747C}" presName="spacer" presStyleCnt="0"/>
      <dgm:spPr/>
    </dgm:pt>
    <dgm:pt modelId="{AA09628A-0862-4339-923D-FB5803462163}" type="pres">
      <dgm:prSet presAssocID="{68EDDC21-E216-45E5-8018-72DB3FE611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B611236-C8A2-4575-8B57-E84B770F083F}" type="pres">
      <dgm:prSet presAssocID="{309AB11E-73AA-4502-AB56-C48BF06840B6}" presName="spacer" presStyleCnt="0"/>
      <dgm:spPr/>
    </dgm:pt>
    <dgm:pt modelId="{23D8BD6E-735A-4536-B8EC-B6DBD7CC572A}" type="pres">
      <dgm:prSet presAssocID="{D30958C6-A4A4-49A4-AAEB-74DC66792EF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BC89697-B7A1-465D-A8D0-51B1B1B271B1}" type="pres">
      <dgm:prSet presAssocID="{41E39137-3AFD-4D82-B277-6C72852E5D25}" presName="spacer" presStyleCnt="0"/>
      <dgm:spPr/>
    </dgm:pt>
    <dgm:pt modelId="{AE5DA053-1C6E-4AD3-BDCB-A08A1AF1F85A}" type="pres">
      <dgm:prSet presAssocID="{76176BE6-8574-49B6-95F2-C00E5A963E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DE1C1CE-F510-4212-B4C4-244769742381}" type="pres">
      <dgm:prSet presAssocID="{5AAC83BA-E59E-4E72-824C-6285C58BAEF0}" presName="spacer" presStyleCnt="0"/>
      <dgm:spPr/>
    </dgm:pt>
    <dgm:pt modelId="{DE7698C8-A76F-483E-B759-386ABA519297}" type="pres">
      <dgm:prSet presAssocID="{828CBDC7-C549-4EE7-B66D-EB8549ED063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69D4802-8F59-4ADF-B905-0D76078D571C}" type="presOf" srcId="{76176BE6-8574-49B6-95F2-C00E5A963E16}" destId="{AE5DA053-1C6E-4AD3-BDCB-A08A1AF1F85A}" srcOrd="0" destOrd="0" presId="urn:microsoft.com/office/officeart/2005/8/layout/vList2"/>
    <dgm:cxn modelId="{18A4EC03-B468-4853-991C-5C7BBA68A6D9}" type="presOf" srcId="{68EDDC21-E216-45E5-8018-72DB3FE61118}" destId="{AA09628A-0862-4339-923D-FB5803462163}" srcOrd="0" destOrd="0" presId="urn:microsoft.com/office/officeart/2005/8/layout/vList2"/>
    <dgm:cxn modelId="{6DB3632E-4C8F-40FB-95C3-E29A52A12DE3}" type="presOf" srcId="{7C8938CB-3F04-46AA-A299-B1647B7987C1}" destId="{53364A5C-051E-4971-8F62-00270765E707}" srcOrd="0" destOrd="0" presId="urn:microsoft.com/office/officeart/2005/8/layout/vList2"/>
    <dgm:cxn modelId="{06FBFC67-9E4F-439F-84E0-4867EEBFC640}" type="presOf" srcId="{D30958C6-A4A4-49A4-AAEB-74DC66792EF3}" destId="{23D8BD6E-735A-4536-B8EC-B6DBD7CC572A}" srcOrd="0" destOrd="0" presId="urn:microsoft.com/office/officeart/2005/8/layout/vList2"/>
    <dgm:cxn modelId="{D28D594C-B195-4725-8C4D-B5C0F84BBF7F}" srcId="{4726CA02-5A73-4639-90AD-9BEE484C48B3}" destId="{7C8938CB-3F04-46AA-A299-B1647B7987C1}" srcOrd="0" destOrd="0" parTransId="{25DCD2D4-66B0-4AC9-93A6-C1C7468F60A9}" sibTransId="{F903FDBC-7BCA-431A-A6FF-34DB6478747C}"/>
    <dgm:cxn modelId="{B603A286-5CD8-4A78-92BA-58DF6648D87F}" srcId="{4726CA02-5A73-4639-90AD-9BEE484C48B3}" destId="{76176BE6-8574-49B6-95F2-C00E5A963E16}" srcOrd="3" destOrd="0" parTransId="{EAB2EB53-4063-4402-A0D5-1099BCAB24EA}" sibTransId="{5AAC83BA-E59E-4E72-824C-6285C58BAEF0}"/>
    <dgm:cxn modelId="{1A785E9A-B28B-49BB-A0DE-5E8173C6AAFA}" type="presOf" srcId="{828CBDC7-C549-4EE7-B66D-EB8549ED063D}" destId="{DE7698C8-A76F-483E-B759-386ABA519297}" srcOrd="0" destOrd="0" presId="urn:microsoft.com/office/officeart/2005/8/layout/vList2"/>
    <dgm:cxn modelId="{A6FAA49C-CE52-429F-8A30-8AB67C4F739B}" type="presOf" srcId="{4726CA02-5A73-4639-90AD-9BEE484C48B3}" destId="{F3E78D58-9E00-46E5-A7BC-0BD4C1DB00E8}" srcOrd="0" destOrd="0" presId="urn:microsoft.com/office/officeart/2005/8/layout/vList2"/>
    <dgm:cxn modelId="{3DEA919D-66D8-4F27-8476-B2466E75B75B}" srcId="{4726CA02-5A73-4639-90AD-9BEE484C48B3}" destId="{828CBDC7-C549-4EE7-B66D-EB8549ED063D}" srcOrd="4" destOrd="0" parTransId="{0197F230-EC7E-4F96-AE0A-B3B0B82FADE8}" sibTransId="{199D7061-3C72-43FF-A2AE-1FF401C67FAD}"/>
    <dgm:cxn modelId="{B53884D7-9003-4897-BEA5-FC66F7FFD4C5}" srcId="{4726CA02-5A73-4639-90AD-9BEE484C48B3}" destId="{68EDDC21-E216-45E5-8018-72DB3FE61118}" srcOrd="1" destOrd="0" parTransId="{82E134F0-5833-4682-9846-B42D250854D9}" sibTransId="{309AB11E-73AA-4502-AB56-C48BF06840B6}"/>
    <dgm:cxn modelId="{FDAE7CE7-90EE-45EA-88BA-A28B203BA3E4}" srcId="{4726CA02-5A73-4639-90AD-9BEE484C48B3}" destId="{D30958C6-A4A4-49A4-AAEB-74DC66792EF3}" srcOrd="2" destOrd="0" parTransId="{1B0A6FCD-E4DA-467E-947C-ACF5087E7FA8}" sibTransId="{41E39137-3AFD-4D82-B277-6C72852E5D25}"/>
    <dgm:cxn modelId="{F19BE5E7-4021-473F-A1A4-573EDCBE4D96}" type="presParOf" srcId="{F3E78D58-9E00-46E5-A7BC-0BD4C1DB00E8}" destId="{53364A5C-051E-4971-8F62-00270765E707}" srcOrd="0" destOrd="0" presId="urn:microsoft.com/office/officeart/2005/8/layout/vList2"/>
    <dgm:cxn modelId="{233CB44B-D04E-4E4C-BE40-1063F2D27902}" type="presParOf" srcId="{F3E78D58-9E00-46E5-A7BC-0BD4C1DB00E8}" destId="{611DE507-E647-4552-9B15-D014DD87576F}" srcOrd="1" destOrd="0" presId="urn:microsoft.com/office/officeart/2005/8/layout/vList2"/>
    <dgm:cxn modelId="{EDC3A487-0D86-4940-8269-F016D87278EF}" type="presParOf" srcId="{F3E78D58-9E00-46E5-A7BC-0BD4C1DB00E8}" destId="{AA09628A-0862-4339-923D-FB5803462163}" srcOrd="2" destOrd="0" presId="urn:microsoft.com/office/officeart/2005/8/layout/vList2"/>
    <dgm:cxn modelId="{AF6C1B42-C80A-4004-B583-1B88B9082403}" type="presParOf" srcId="{F3E78D58-9E00-46E5-A7BC-0BD4C1DB00E8}" destId="{2B611236-C8A2-4575-8B57-E84B770F083F}" srcOrd="3" destOrd="0" presId="urn:microsoft.com/office/officeart/2005/8/layout/vList2"/>
    <dgm:cxn modelId="{A83BA466-96B8-4F26-8BA4-B74D9EC2DE03}" type="presParOf" srcId="{F3E78D58-9E00-46E5-A7BC-0BD4C1DB00E8}" destId="{23D8BD6E-735A-4536-B8EC-B6DBD7CC572A}" srcOrd="4" destOrd="0" presId="urn:microsoft.com/office/officeart/2005/8/layout/vList2"/>
    <dgm:cxn modelId="{1E66B11F-1FC6-4DE8-9EBA-02F11023912E}" type="presParOf" srcId="{F3E78D58-9E00-46E5-A7BC-0BD4C1DB00E8}" destId="{CBC89697-B7A1-465D-A8D0-51B1B1B271B1}" srcOrd="5" destOrd="0" presId="urn:microsoft.com/office/officeart/2005/8/layout/vList2"/>
    <dgm:cxn modelId="{E5C9415A-5F31-47AB-8F29-B28B02CF7D22}" type="presParOf" srcId="{F3E78D58-9E00-46E5-A7BC-0BD4C1DB00E8}" destId="{AE5DA053-1C6E-4AD3-BDCB-A08A1AF1F85A}" srcOrd="6" destOrd="0" presId="urn:microsoft.com/office/officeart/2005/8/layout/vList2"/>
    <dgm:cxn modelId="{4EA258A3-E9F6-4703-A688-41353AD6D00A}" type="presParOf" srcId="{F3E78D58-9E00-46E5-A7BC-0BD4C1DB00E8}" destId="{FDE1C1CE-F510-4212-B4C4-244769742381}" srcOrd="7" destOrd="0" presId="urn:microsoft.com/office/officeart/2005/8/layout/vList2"/>
    <dgm:cxn modelId="{3D0BD6C3-4911-48AC-867A-D337CF192E02}" type="presParOf" srcId="{F3E78D58-9E00-46E5-A7BC-0BD4C1DB00E8}" destId="{DE7698C8-A76F-483E-B759-386ABA51929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D9908FD7-3877-429B-A043-C2E0C401ACD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01308B-7CA5-42FF-8C11-0F13B6C63E46}">
      <dgm:prSet/>
      <dgm:spPr/>
      <dgm:t>
        <a:bodyPr/>
        <a:lstStyle/>
        <a:p>
          <a:r>
            <a:rPr lang="uk-UA" b="0" i="0" baseline="0"/>
            <a:t>поділ Гетьманщини на Лівобережну та Правобережну</a:t>
          </a:r>
          <a:endParaRPr lang="uk-UA"/>
        </a:p>
      </dgm:t>
    </dgm:pt>
    <dgm:pt modelId="{69E7D735-85FC-4CFD-81B8-E5BBB0E6F969}" type="parTrans" cxnId="{83D507AD-6850-4750-A0E7-52FF034F6A8F}">
      <dgm:prSet/>
      <dgm:spPr/>
      <dgm:t>
        <a:bodyPr/>
        <a:lstStyle/>
        <a:p>
          <a:endParaRPr lang="uk-UA"/>
        </a:p>
      </dgm:t>
    </dgm:pt>
    <dgm:pt modelId="{B21894D2-5D5F-46BE-BF42-2E231AEA8E51}" type="sibTrans" cxnId="{83D507AD-6850-4750-A0E7-52FF034F6A8F}">
      <dgm:prSet/>
      <dgm:spPr/>
      <dgm:t>
        <a:bodyPr/>
        <a:lstStyle/>
        <a:p>
          <a:endParaRPr lang="uk-UA"/>
        </a:p>
      </dgm:t>
    </dgm:pt>
    <dgm:pt modelId="{3FA462FC-4EE0-4296-A00E-D8FEE4D8FD2B}">
      <dgm:prSet/>
      <dgm:spPr/>
      <dgm:t>
        <a:bodyPr/>
        <a:lstStyle/>
        <a:p>
          <a:r>
            <a:rPr lang="uk-UA" b="0" i="0" baseline="0"/>
            <a:t>переформування козацьких полків на регулярні кінні полки російської армії</a:t>
          </a:r>
          <a:endParaRPr lang="uk-UA"/>
        </a:p>
      </dgm:t>
    </dgm:pt>
    <dgm:pt modelId="{63336FCA-03DF-4A09-889D-815958CCF961}" type="parTrans" cxnId="{033BA130-3666-42B2-821D-1D01BD09FB0C}">
      <dgm:prSet/>
      <dgm:spPr/>
      <dgm:t>
        <a:bodyPr/>
        <a:lstStyle/>
        <a:p>
          <a:endParaRPr lang="uk-UA"/>
        </a:p>
      </dgm:t>
    </dgm:pt>
    <dgm:pt modelId="{295124E3-42B9-4D7F-B105-B57A9E25808A}" type="sibTrans" cxnId="{033BA130-3666-42B2-821D-1D01BD09FB0C}">
      <dgm:prSet/>
      <dgm:spPr/>
      <dgm:t>
        <a:bodyPr/>
        <a:lstStyle/>
        <a:p>
          <a:endParaRPr lang="uk-UA"/>
        </a:p>
      </dgm:t>
    </dgm:pt>
    <dgm:pt modelId="{28DB902D-2130-448D-B944-30D60DFE421E}">
      <dgm:prSet/>
      <dgm:spPr/>
      <dgm:t>
        <a:bodyPr/>
        <a:lstStyle/>
        <a:p>
          <a:r>
            <a:rPr lang="uk-UA" b="0" i="0" baseline="0" dirty="0"/>
            <a:t>остаточна ліквідація російськими військами Запорозької Січі</a:t>
          </a:r>
          <a:endParaRPr lang="uk-UA" dirty="0"/>
        </a:p>
      </dgm:t>
    </dgm:pt>
    <dgm:pt modelId="{28DCFAF2-82DB-4619-923E-2DC1F3516AE7}" type="parTrans" cxnId="{4B88A956-2EC7-4481-867D-237FFB232AD0}">
      <dgm:prSet/>
      <dgm:spPr/>
      <dgm:t>
        <a:bodyPr/>
        <a:lstStyle/>
        <a:p>
          <a:endParaRPr lang="uk-UA"/>
        </a:p>
      </dgm:t>
    </dgm:pt>
    <dgm:pt modelId="{1D9B7348-999D-4938-A905-A86704E38D55}" type="sibTrans" cxnId="{4B88A956-2EC7-4481-867D-237FFB232AD0}">
      <dgm:prSet/>
      <dgm:spPr/>
      <dgm:t>
        <a:bodyPr/>
        <a:lstStyle/>
        <a:p>
          <a:endParaRPr lang="uk-UA"/>
        </a:p>
      </dgm:t>
    </dgm:pt>
    <dgm:pt modelId="{32227100-3BEE-4B09-9C50-B90B99C8440E}">
      <dgm:prSet/>
      <dgm:spPr/>
      <dgm:t>
        <a:bodyPr/>
        <a:lstStyle/>
        <a:p>
          <a:r>
            <a:rPr lang="uk-UA" b="0" i="0" baseline="0" dirty="0"/>
            <a:t>утворення Першої Малоросійської колегії</a:t>
          </a:r>
          <a:endParaRPr lang="uk-UA" dirty="0"/>
        </a:p>
      </dgm:t>
    </dgm:pt>
    <dgm:pt modelId="{B0559609-A19A-436F-906F-D6633063A57C}" type="parTrans" cxnId="{748BD87B-61DE-4EA5-8F43-3C32CB0815DC}">
      <dgm:prSet/>
      <dgm:spPr/>
      <dgm:t>
        <a:bodyPr/>
        <a:lstStyle/>
        <a:p>
          <a:endParaRPr lang="uk-UA"/>
        </a:p>
      </dgm:t>
    </dgm:pt>
    <dgm:pt modelId="{B1EC951D-40AE-4327-B4A4-7E6A579458DD}" type="sibTrans" cxnId="{748BD87B-61DE-4EA5-8F43-3C32CB0815DC}">
      <dgm:prSet/>
      <dgm:spPr/>
      <dgm:t>
        <a:bodyPr/>
        <a:lstStyle/>
        <a:p>
          <a:endParaRPr lang="uk-UA"/>
        </a:p>
      </dgm:t>
    </dgm:pt>
    <dgm:pt modelId="{75049B04-9D17-41BD-9948-567664D8F499}" type="pres">
      <dgm:prSet presAssocID="{D9908FD7-3877-429B-A043-C2E0C401ACD5}" presName="linear" presStyleCnt="0">
        <dgm:presLayoutVars>
          <dgm:animLvl val="lvl"/>
          <dgm:resizeHandles val="exact"/>
        </dgm:presLayoutVars>
      </dgm:prSet>
      <dgm:spPr/>
    </dgm:pt>
    <dgm:pt modelId="{E2A93EA6-144F-4691-8440-61CEF262A0EF}" type="pres">
      <dgm:prSet presAssocID="{D701308B-7CA5-42FF-8C11-0F13B6C63E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4CA40E-2E5F-40BB-B265-979D3344366C}" type="pres">
      <dgm:prSet presAssocID="{B21894D2-5D5F-46BE-BF42-2E231AEA8E51}" presName="spacer" presStyleCnt="0"/>
      <dgm:spPr/>
    </dgm:pt>
    <dgm:pt modelId="{3B1CCABF-ED96-4B8D-A533-22E74C4D000D}" type="pres">
      <dgm:prSet presAssocID="{3FA462FC-4EE0-4296-A00E-D8FEE4D8FD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A842579-7C6C-42E9-B854-92DB586E85BE}" type="pres">
      <dgm:prSet presAssocID="{295124E3-42B9-4D7F-B105-B57A9E25808A}" presName="spacer" presStyleCnt="0"/>
      <dgm:spPr/>
    </dgm:pt>
    <dgm:pt modelId="{9B65E4E2-94A7-43E0-801C-CC670A0D8B2C}" type="pres">
      <dgm:prSet presAssocID="{28DB902D-2130-448D-B944-30D60DFE42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446A889-F0D4-4AC5-B02E-CDFEE7B73AEE}" type="pres">
      <dgm:prSet presAssocID="{1D9B7348-999D-4938-A905-A86704E38D55}" presName="spacer" presStyleCnt="0"/>
      <dgm:spPr/>
    </dgm:pt>
    <dgm:pt modelId="{0DB86218-0C7E-44BA-A9F4-A699D52F1F12}" type="pres">
      <dgm:prSet presAssocID="{32227100-3BEE-4B09-9C50-B90B99C844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33BA130-3666-42B2-821D-1D01BD09FB0C}" srcId="{D9908FD7-3877-429B-A043-C2E0C401ACD5}" destId="{3FA462FC-4EE0-4296-A00E-D8FEE4D8FD2B}" srcOrd="1" destOrd="0" parTransId="{63336FCA-03DF-4A09-889D-815958CCF961}" sibTransId="{295124E3-42B9-4D7F-B105-B57A9E25808A}"/>
    <dgm:cxn modelId="{80780C71-0980-43A7-B4D7-75F0CC1C4549}" type="presOf" srcId="{D701308B-7CA5-42FF-8C11-0F13B6C63E46}" destId="{E2A93EA6-144F-4691-8440-61CEF262A0EF}" srcOrd="0" destOrd="0" presId="urn:microsoft.com/office/officeart/2005/8/layout/vList2"/>
    <dgm:cxn modelId="{21CF5B74-DB1C-4469-9E45-BE7C4788F1F4}" type="presOf" srcId="{32227100-3BEE-4B09-9C50-B90B99C8440E}" destId="{0DB86218-0C7E-44BA-A9F4-A699D52F1F12}" srcOrd="0" destOrd="0" presId="urn:microsoft.com/office/officeart/2005/8/layout/vList2"/>
    <dgm:cxn modelId="{4B88A956-2EC7-4481-867D-237FFB232AD0}" srcId="{D9908FD7-3877-429B-A043-C2E0C401ACD5}" destId="{28DB902D-2130-448D-B944-30D60DFE421E}" srcOrd="2" destOrd="0" parTransId="{28DCFAF2-82DB-4619-923E-2DC1F3516AE7}" sibTransId="{1D9B7348-999D-4938-A905-A86704E38D55}"/>
    <dgm:cxn modelId="{748BD87B-61DE-4EA5-8F43-3C32CB0815DC}" srcId="{D9908FD7-3877-429B-A043-C2E0C401ACD5}" destId="{32227100-3BEE-4B09-9C50-B90B99C8440E}" srcOrd="3" destOrd="0" parTransId="{B0559609-A19A-436F-906F-D6633063A57C}" sibTransId="{B1EC951D-40AE-4327-B4A4-7E6A579458DD}"/>
    <dgm:cxn modelId="{EF9F4A83-C1F5-4768-B1D1-AD16F278031A}" type="presOf" srcId="{D9908FD7-3877-429B-A043-C2E0C401ACD5}" destId="{75049B04-9D17-41BD-9948-567664D8F499}" srcOrd="0" destOrd="0" presId="urn:microsoft.com/office/officeart/2005/8/layout/vList2"/>
    <dgm:cxn modelId="{EF04D1AB-3DB6-4260-AA00-2EBA67E67756}" type="presOf" srcId="{3FA462FC-4EE0-4296-A00E-D8FEE4D8FD2B}" destId="{3B1CCABF-ED96-4B8D-A533-22E74C4D000D}" srcOrd="0" destOrd="0" presId="urn:microsoft.com/office/officeart/2005/8/layout/vList2"/>
    <dgm:cxn modelId="{83D507AD-6850-4750-A0E7-52FF034F6A8F}" srcId="{D9908FD7-3877-429B-A043-C2E0C401ACD5}" destId="{D701308B-7CA5-42FF-8C11-0F13B6C63E46}" srcOrd="0" destOrd="0" parTransId="{69E7D735-85FC-4CFD-81B8-E5BBB0E6F969}" sibTransId="{B21894D2-5D5F-46BE-BF42-2E231AEA8E51}"/>
    <dgm:cxn modelId="{2ACBF7D6-FD91-499A-B853-D2D3195A6B5E}" type="presOf" srcId="{28DB902D-2130-448D-B944-30D60DFE421E}" destId="{9B65E4E2-94A7-43E0-801C-CC670A0D8B2C}" srcOrd="0" destOrd="0" presId="urn:microsoft.com/office/officeart/2005/8/layout/vList2"/>
    <dgm:cxn modelId="{BDC6BDCD-37A6-4D55-94B8-2F17956ADED7}" type="presParOf" srcId="{75049B04-9D17-41BD-9948-567664D8F499}" destId="{E2A93EA6-144F-4691-8440-61CEF262A0EF}" srcOrd="0" destOrd="0" presId="urn:microsoft.com/office/officeart/2005/8/layout/vList2"/>
    <dgm:cxn modelId="{53AC8670-5DB3-43AD-970C-B0F3B4324FE0}" type="presParOf" srcId="{75049B04-9D17-41BD-9948-567664D8F499}" destId="{664CA40E-2E5F-40BB-B265-979D3344366C}" srcOrd="1" destOrd="0" presId="urn:microsoft.com/office/officeart/2005/8/layout/vList2"/>
    <dgm:cxn modelId="{6DF51D78-5DA7-42A3-AD9B-6B0B9D2C05C5}" type="presParOf" srcId="{75049B04-9D17-41BD-9948-567664D8F499}" destId="{3B1CCABF-ED96-4B8D-A533-22E74C4D000D}" srcOrd="2" destOrd="0" presId="urn:microsoft.com/office/officeart/2005/8/layout/vList2"/>
    <dgm:cxn modelId="{4ED9DCF8-1716-4B65-8040-09E6F0382978}" type="presParOf" srcId="{75049B04-9D17-41BD-9948-567664D8F499}" destId="{BA842579-7C6C-42E9-B854-92DB586E85BE}" srcOrd="3" destOrd="0" presId="urn:microsoft.com/office/officeart/2005/8/layout/vList2"/>
    <dgm:cxn modelId="{E3E4B9A8-DC9B-4E60-B59F-44C85C9708C8}" type="presParOf" srcId="{75049B04-9D17-41BD-9948-567664D8F499}" destId="{9B65E4E2-94A7-43E0-801C-CC670A0D8B2C}" srcOrd="4" destOrd="0" presId="urn:microsoft.com/office/officeart/2005/8/layout/vList2"/>
    <dgm:cxn modelId="{84DE31ED-6A15-43C1-B6B6-0EC0238ABE43}" type="presParOf" srcId="{75049B04-9D17-41BD-9948-567664D8F499}" destId="{6446A889-F0D4-4AC5-B02E-CDFEE7B73AEE}" srcOrd="5" destOrd="0" presId="urn:microsoft.com/office/officeart/2005/8/layout/vList2"/>
    <dgm:cxn modelId="{F84E272B-6E4E-462D-9594-350B55001B36}" type="presParOf" srcId="{75049B04-9D17-41BD-9948-567664D8F499}" destId="{0DB86218-0C7E-44BA-A9F4-A699D52F1F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1DCB2C42-E946-4637-A44C-0CB514BAC37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9E00DD-8820-47D3-8E2D-47CA72BA8124}">
      <dgm:prSet/>
      <dgm:spPr/>
      <dgm:t>
        <a:bodyPr/>
        <a:lstStyle/>
        <a:p>
          <a:r>
            <a:rPr lang="ru-RU" b="0" i="0" baseline="0"/>
            <a:t>1651 р.</a:t>
          </a:r>
          <a:endParaRPr lang="uk-UA"/>
        </a:p>
      </dgm:t>
    </dgm:pt>
    <dgm:pt modelId="{E38BFED0-3964-4014-AC49-C9574A75C131}" type="parTrans" cxnId="{FC8C52B2-823A-407D-865A-53D8170E921E}">
      <dgm:prSet/>
      <dgm:spPr/>
      <dgm:t>
        <a:bodyPr/>
        <a:lstStyle/>
        <a:p>
          <a:endParaRPr lang="uk-UA"/>
        </a:p>
      </dgm:t>
    </dgm:pt>
    <dgm:pt modelId="{2113FA43-076A-42F3-B2BC-1922AA779356}" type="sibTrans" cxnId="{FC8C52B2-823A-407D-865A-53D8170E921E}">
      <dgm:prSet/>
      <dgm:spPr/>
      <dgm:t>
        <a:bodyPr/>
        <a:lstStyle/>
        <a:p>
          <a:endParaRPr lang="uk-UA"/>
        </a:p>
      </dgm:t>
    </dgm:pt>
    <dgm:pt modelId="{99CFFDF8-ECF8-4AC6-A39B-C14CB4F76323}">
      <dgm:prSet/>
      <dgm:spPr/>
      <dgm:t>
        <a:bodyPr/>
        <a:lstStyle/>
        <a:p>
          <a:r>
            <a:rPr lang="ru-RU" b="0" i="0" baseline="0"/>
            <a:t>1681 р.</a:t>
          </a:r>
          <a:endParaRPr lang="uk-UA"/>
        </a:p>
      </dgm:t>
    </dgm:pt>
    <dgm:pt modelId="{0BD6A604-1BCC-432D-88D5-088B6F65E279}" type="parTrans" cxnId="{68FD0D47-AED0-4FF8-BC86-351103FC0D3A}">
      <dgm:prSet/>
      <dgm:spPr/>
      <dgm:t>
        <a:bodyPr/>
        <a:lstStyle/>
        <a:p>
          <a:endParaRPr lang="uk-UA"/>
        </a:p>
      </dgm:t>
    </dgm:pt>
    <dgm:pt modelId="{B2330953-1C6A-4482-A22D-03F968550C12}" type="sibTrans" cxnId="{68FD0D47-AED0-4FF8-BC86-351103FC0D3A}">
      <dgm:prSet/>
      <dgm:spPr/>
      <dgm:t>
        <a:bodyPr/>
        <a:lstStyle/>
        <a:p>
          <a:endParaRPr lang="uk-UA"/>
        </a:p>
      </dgm:t>
    </dgm:pt>
    <dgm:pt modelId="{7DEBF225-DEBE-46F0-9B30-29C942C1E4D7}">
      <dgm:prSet/>
      <dgm:spPr/>
      <dgm:t>
        <a:bodyPr/>
        <a:lstStyle/>
        <a:p>
          <a:r>
            <a:rPr lang="ru-RU" b="0" i="0" baseline="0"/>
            <a:t>1686 р.</a:t>
          </a:r>
          <a:endParaRPr lang="uk-UA"/>
        </a:p>
      </dgm:t>
    </dgm:pt>
    <dgm:pt modelId="{5E4C272F-E1DA-4E20-A7C0-2FFA8C41B9DB}" type="parTrans" cxnId="{57822582-2286-4FED-9B93-ED2E4F25B80C}">
      <dgm:prSet/>
      <dgm:spPr/>
      <dgm:t>
        <a:bodyPr/>
        <a:lstStyle/>
        <a:p>
          <a:endParaRPr lang="uk-UA"/>
        </a:p>
      </dgm:t>
    </dgm:pt>
    <dgm:pt modelId="{8B650E07-D3B8-4852-BDF5-9BE4F29C415D}" type="sibTrans" cxnId="{57822582-2286-4FED-9B93-ED2E4F25B80C}">
      <dgm:prSet/>
      <dgm:spPr/>
      <dgm:t>
        <a:bodyPr/>
        <a:lstStyle/>
        <a:p>
          <a:endParaRPr lang="uk-UA"/>
        </a:p>
      </dgm:t>
    </dgm:pt>
    <dgm:pt modelId="{844FB76F-B4CF-4E0C-AAC8-02C5C867D0C5}">
      <dgm:prSet/>
      <dgm:spPr/>
      <dgm:t>
        <a:bodyPr/>
        <a:lstStyle/>
        <a:p>
          <a:r>
            <a:rPr lang="ru-RU" b="0" i="0" baseline="0"/>
            <a:t>1710 р.</a:t>
          </a:r>
          <a:endParaRPr lang="uk-UA"/>
        </a:p>
      </dgm:t>
    </dgm:pt>
    <dgm:pt modelId="{5AD6E94A-F305-45B5-86E2-585D55130407}" type="parTrans" cxnId="{34B602E7-91F8-4F3D-9591-EB9447BEBE62}">
      <dgm:prSet/>
      <dgm:spPr/>
      <dgm:t>
        <a:bodyPr/>
        <a:lstStyle/>
        <a:p>
          <a:endParaRPr lang="uk-UA"/>
        </a:p>
      </dgm:t>
    </dgm:pt>
    <dgm:pt modelId="{5205700E-BD46-40C5-B045-CFA56035C8CD}" type="sibTrans" cxnId="{34B602E7-91F8-4F3D-9591-EB9447BEBE62}">
      <dgm:prSet/>
      <dgm:spPr/>
      <dgm:t>
        <a:bodyPr/>
        <a:lstStyle/>
        <a:p>
          <a:endParaRPr lang="uk-UA"/>
        </a:p>
      </dgm:t>
    </dgm:pt>
    <dgm:pt modelId="{BD67A587-BDB4-4F4B-A297-1B56CBD37F45}" type="pres">
      <dgm:prSet presAssocID="{1DCB2C42-E946-4637-A44C-0CB514BAC377}" presName="matrix" presStyleCnt="0">
        <dgm:presLayoutVars>
          <dgm:chMax val="1"/>
          <dgm:dir/>
          <dgm:resizeHandles val="exact"/>
        </dgm:presLayoutVars>
      </dgm:prSet>
      <dgm:spPr/>
    </dgm:pt>
    <dgm:pt modelId="{D4E6281A-2D56-4E2F-B0C2-DE74AFB6DB32}" type="pres">
      <dgm:prSet presAssocID="{1DCB2C42-E946-4637-A44C-0CB514BAC377}" presName="diamond" presStyleLbl="bgShp" presStyleIdx="0" presStyleCnt="1"/>
      <dgm:spPr/>
    </dgm:pt>
    <dgm:pt modelId="{6B40C444-799E-4F4D-89CD-27B3B43A6A59}" type="pres">
      <dgm:prSet presAssocID="{1DCB2C42-E946-4637-A44C-0CB514BAC37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7264BE5-86CA-452C-80FD-68795FE39331}" type="pres">
      <dgm:prSet presAssocID="{1DCB2C42-E946-4637-A44C-0CB514BAC37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BF7A17-AA27-4BE3-8A8C-DB2CD862BF7B}" type="pres">
      <dgm:prSet presAssocID="{1DCB2C42-E946-4637-A44C-0CB514BAC37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78C1467-943D-4A60-A15C-8EC3F26F3BFF}" type="pres">
      <dgm:prSet presAssocID="{1DCB2C42-E946-4637-A44C-0CB514BAC37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EED4B38-A550-42FE-9EF5-C36FCF5C393B}" type="presOf" srcId="{844FB76F-B4CF-4E0C-AAC8-02C5C867D0C5}" destId="{F78C1467-943D-4A60-A15C-8EC3F26F3BFF}" srcOrd="0" destOrd="0" presId="urn:microsoft.com/office/officeart/2005/8/layout/matrix3"/>
    <dgm:cxn modelId="{D674793F-036B-4A29-B566-EC3C739B8B10}" type="presOf" srcId="{99CFFDF8-ECF8-4AC6-A39B-C14CB4F76323}" destId="{27264BE5-86CA-452C-80FD-68795FE39331}" srcOrd="0" destOrd="0" presId="urn:microsoft.com/office/officeart/2005/8/layout/matrix3"/>
    <dgm:cxn modelId="{68FD0D47-AED0-4FF8-BC86-351103FC0D3A}" srcId="{1DCB2C42-E946-4637-A44C-0CB514BAC377}" destId="{99CFFDF8-ECF8-4AC6-A39B-C14CB4F76323}" srcOrd="1" destOrd="0" parTransId="{0BD6A604-1BCC-432D-88D5-088B6F65E279}" sibTransId="{B2330953-1C6A-4482-A22D-03F968550C12}"/>
    <dgm:cxn modelId="{57822582-2286-4FED-9B93-ED2E4F25B80C}" srcId="{1DCB2C42-E946-4637-A44C-0CB514BAC377}" destId="{7DEBF225-DEBE-46F0-9B30-29C942C1E4D7}" srcOrd="2" destOrd="0" parTransId="{5E4C272F-E1DA-4E20-A7C0-2FFA8C41B9DB}" sibTransId="{8B650E07-D3B8-4852-BDF5-9BE4F29C415D}"/>
    <dgm:cxn modelId="{37F3E296-D368-45CB-B911-F8697F7DB06E}" type="presOf" srcId="{499E00DD-8820-47D3-8E2D-47CA72BA8124}" destId="{6B40C444-799E-4F4D-89CD-27B3B43A6A59}" srcOrd="0" destOrd="0" presId="urn:microsoft.com/office/officeart/2005/8/layout/matrix3"/>
    <dgm:cxn modelId="{FC8C52B2-823A-407D-865A-53D8170E921E}" srcId="{1DCB2C42-E946-4637-A44C-0CB514BAC377}" destId="{499E00DD-8820-47D3-8E2D-47CA72BA8124}" srcOrd="0" destOrd="0" parTransId="{E38BFED0-3964-4014-AC49-C9574A75C131}" sibTransId="{2113FA43-076A-42F3-B2BC-1922AA779356}"/>
    <dgm:cxn modelId="{7D63ACB8-A46F-4AAD-B497-7899E04ACCF7}" type="presOf" srcId="{1DCB2C42-E946-4637-A44C-0CB514BAC377}" destId="{BD67A587-BDB4-4F4B-A297-1B56CBD37F45}" srcOrd="0" destOrd="0" presId="urn:microsoft.com/office/officeart/2005/8/layout/matrix3"/>
    <dgm:cxn modelId="{34B602E7-91F8-4F3D-9591-EB9447BEBE62}" srcId="{1DCB2C42-E946-4637-A44C-0CB514BAC377}" destId="{844FB76F-B4CF-4E0C-AAC8-02C5C867D0C5}" srcOrd="3" destOrd="0" parTransId="{5AD6E94A-F305-45B5-86E2-585D55130407}" sibTransId="{5205700E-BD46-40C5-B045-CFA56035C8CD}"/>
    <dgm:cxn modelId="{AE5335F2-DA7A-49ED-A6CA-60E0CDB88D3C}" type="presOf" srcId="{7DEBF225-DEBE-46F0-9B30-29C942C1E4D7}" destId="{BFBF7A17-AA27-4BE3-8A8C-DB2CD862BF7B}" srcOrd="0" destOrd="0" presId="urn:microsoft.com/office/officeart/2005/8/layout/matrix3"/>
    <dgm:cxn modelId="{F3B34BFD-51AF-447D-AD7E-CC81C9747F4A}" type="presParOf" srcId="{BD67A587-BDB4-4F4B-A297-1B56CBD37F45}" destId="{D4E6281A-2D56-4E2F-B0C2-DE74AFB6DB32}" srcOrd="0" destOrd="0" presId="urn:microsoft.com/office/officeart/2005/8/layout/matrix3"/>
    <dgm:cxn modelId="{0E9699F6-BCD3-4A42-A1E3-EBCCFAAB35DF}" type="presParOf" srcId="{BD67A587-BDB4-4F4B-A297-1B56CBD37F45}" destId="{6B40C444-799E-4F4D-89CD-27B3B43A6A59}" srcOrd="1" destOrd="0" presId="urn:microsoft.com/office/officeart/2005/8/layout/matrix3"/>
    <dgm:cxn modelId="{0ACB5B2B-E797-4934-95A2-720366DDB425}" type="presParOf" srcId="{BD67A587-BDB4-4F4B-A297-1B56CBD37F45}" destId="{27264BE5-86CA-452C-80FD-68795FE39331}" srcOrd="2" destOrd="0" presId="urn:microsoft.com/office/officeart/2005/8/layout/matrix3"/>
    <dgm:cxn modelId="{8ECB3138-4E05-467A-BBBF-88EB31172515}" type="presParOf" srcId="{BD67A587-BDB4-4F4B-A297-1B56CBD37F45}" destId="{BFBF7A17-AA27-4BE3-8A8C-DB2CD862BF7B}" srcOrd="3" destOrd="0" presId="urn:microsoft.com/office/officeart/2005/8/layout/matrix3"/>
    <dgm:cxn modelId="{3E8BBAE0-8818-4281-980F-983160DDC2BC}" type="presParOf" srcId="{BD67A587-BDB4-4F4B-A297-1B56CBD37F45}" destId="{F78C1467-943D-4A60-A15C-8EC3F26F3BF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B657F32B-AE54-4F54-B314-15376E85773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BB5ECC-4158-4903-9C85-611182F3E2DF}">
      <dgm:prSet/>
      <dgm:spPr/>
      <dgm:t>
        <a:bodyPr/>
        <a:lstStyle/>
        <a:p>
          <a:r>
            <a:rPr lang="uk-UA" b="0" i="0" baseline="0"/>
            <a:t>Батурин</a:t>
          </a:r>
          <a:endParaRPr lang="uk-UA"/>
        </a:p>
      </dgm:t>
    </dgm:pt>
    <dgm:pt modelId="{3B926CE7-123E-490E-8F10-5FBFB2CC0240}" type="parTrans" cxnId="{F9CD7CFC-EF16-4D26-A37F-E08C5DF3185F}">
      <dgm:prSet/>
      <dgm:spPr/>
      <dgm:t>
        <a:bodyPr/>
        <a:lstStyle/>
        <a:p>
          <a:endParaRPr lang="uk-UA"/>
        </a:p>
      </dgm:t>
    </dgm:pt>
    <dgm:pt modelId="{C8C7DCDB-3146-4839-8D03-AA3AE896ADD7}" type="sibTrans" cxnId="{F9CD7CFC-EF16-4D26-A37F-E08C5DF3185F}">
      <dgm:prSet/>
      <dgm:spPr/>
      <dgm:t>
        <a:bodyPr/>
        <a:lstStyle/>
        <a:p>
          <a:endParaRPr lang="uk-UA"/>
        </a:p>
      </dgm:t>
    </dgm:pt>
    <dgm:pt modelId="{7B907807-BAA5-43A1-92E6-C23B4BA4453F}">
      <dgm:prSet/>
      <dgm:spPr/>
      <dgm:t>
        <a:bodyPr/>
        <a:lstStyle/>
        <a:p>
          <a:r>
            <a:rPr lang="uk-UA" b="0" i="0" baseline="0"/>
            <a:t>Глухів</a:t>
          </a:r>
          <a:endParaRPr lang="uk-UA"/>
        </a:p>
      </dgm:t>
    </dgm:pt>
    <dgm:pt modelId="{2CAC2B9A-D215-4258-81DB-73F8EEA5F140}" type="parTrans" cxnId="{FD84950E-63D4-4EFC-9F21-65016A33B042}">
      <dgm:prSet/>
      <dgm:spPr/>
      <dgm:t>
        <a:bodyPr/>
        <a:lstStyle/>
        <a:p>
          <a:endParaRPr lang="uk-UA"/>
        </a:p>
      </dgm:t>
    </dgm:pt>
    <dgm:pt modelId="{4BF6638C-37C9-4DD4-97A3-B50E810A7CE0}" type="sibTrans" cxnId="{FD84950E-63D4-4EFC-9F21-65016A33B042}">
      <dgm:prSet/>
      <dgm:spPr/>
      <dgm:t>
        <a:bodyPr/>
        <a:lstStyle/>
        <a:p>
          <a:endParaRPr lang="uk-UA"/>
        </a:p>
      </dgm:t>
    </dgm:pt>
    <dgm:pt modelId="{C4912586-A433-4462-8FDE-C0C11321A737}">
      <dgm:prSet/>
      <dgm:spPr/>
      <dgm:t>
        <a:bodyPr/>
        <a:lstStyle/>
        <a:p>
          <a:r>
            <a:rPr lang="uk-UA" b="0" i="0" baseline="0"/>
            <a:t>Київ</a:t>
          </a:r>
          <a:endParaRPr lang="uk-UA"/>
        </a:p>
      </dgm:t>
    </dgm:pt>
    <dgm:pt modelId="{80B1675C-2F08-4F76-A3D1-1A61AE77D43D}" type="parTrans" cxnId="{92362BDA-C739-4B1D-BD48-5183CE2AFEF0}">
      <dgm:prSet/>
      <dgm:spPr/>
      <dgm:t>
        <a:bodyPr/>
        <a:lstStyle/>
        <a:p>
          <a:endParaRPr lang="uk-UA"/>
        </a:p>
      </dgm:t>
    </dgm:pt>
    <dgm:pt modelId="{4E8349DE-D8B2-43DB-8450-6CB0F5F8D08B}" type="sibTrans" cxnId="{92362BDA-C739-4B1D-BD48-5183CE2AFEF0}">
      <dgm:prSet/>
      <dgm:spPr/>
      <dgm:t>
        <a:bodyPr/>
        <a:lstStyle/>
        <a:p>
          <a:endParaRPr lang="uk-UA"/>
        </a:p>
      </dgm:t>
    </dgm:pt>
    <dgm:pt modelId="{0D117A23-C861-44E7-A53D-EAD2363C3C20}">
      <dgm:prSet/>
      <dgm:spPr/>
      <dgm:t>
        <a:bodyPr/>
        <a:lstStyle/>
        <a:p>
          <a:r>
            <a:rPr lang="uk-UA" b="0" i="0" baseline="0"/>
            <a:t>Чигирин</a:t>
          </a:r>
          <a:endParaRPr lang="uk-UA"/>
        </a:p>
      </dgm:t>
    </dgm:pt>
    <dgm:pt modelId="{64D8910A-6302-4F4E-8477-115851A047DF}" type="parTrans" cxnId="{C4BB55C1-CB8C-42F3-A0D5-9462FA28FC4A}">
      <dgm:prSet/>
      <dgm:spPr/>
      <dgm:t>
        <a:bodyPr/>
        <a:lstStyle/>
        <a:p>
          <a:endParaRPr lang="uk-UA"/>
        </a:p>
      </dgm:t>
    </dgm:pt>
    <dgm:pt modelId="{3340E893-5B63-4A13-847C-09E1809D0DD1}" type="sibTrans" cxnId="{C4BB55C1-CB8C-42F3-A0D5-9462FA28FC4A}">
      <dgm:prSet/>
      <dgm:spPr/>
      <dgm:t>
        <a:bodyPr/>
        <a:lstStyle/>
        <a:p>
          <a:endParaRPr lang="uk-UA"/>
        </a:p>
      </dgm:t>
    </dgm:pt>
    <dgm:pt modelId="{F87FB83D-9AE6-43F2-9BB6-EB21A2AA813C}" type="pres">
      <dgm:prSet presAssocID="{B657F32B-AE54-4F54-B314-15376E857733}" presName="matrix" presStyleCnt="0">
        <dgm:presLayoutVars>
          <dgm:chMax val="1"/>
          <dgm:dir/>
          <dgm:resizeHandles val="exact"/>
        </dgm:presLayoutVars>
      </dgm:prSet>
      <dgm:spPr/>
    </dgm:pt>
    <dgm:pt modelId="{310F2D29-6FEB-4700-ADDD-ECD28C99CE08}" type="pres">
      <dgm:prSet presAssocID="{B657F32B-AE54-4F54-B314-15376E857733}" presName="diamond" presStyleLbl="bgShp" presStyleIdx="0" presStyleCnt="1"/>
      <dgm:spPr/>
    </dgm:pt>
    <dgm:pt modelId="{498A6FFF-18DC-4ED5-AAA9-5952001B2C5B}" type="pres">
      <dgm:prSet presAssocID="{B657F32B-AE54-4F54-B314-15376E85773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295F005-0DDD-435E-94CB-227A10E99D82}" type="pres">
      <dgm:prSet presAssocID="{B657F32B-AE54-4F54-B314-15376E85773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0ED715F-2D0D-4321-9A46-ED0FB4718ABC}" type="pres">
      <dgm:prSet presAssocID="{B657F32B-AE54-4F54-B314-15376E85773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F68157A-5936-4E8A-B9EA-45007EE80BD9}" type="pres">
      <dgm:prSet presAssocID="{B657F32B-AE54-4F54-B314-15376E85773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D84950E-63D4-4EFC-9F21-65016A33B042}" srcId="{B657F32B-AE54-4F54-B314-15376E857733}" destId="{7B907807-BAA5-43A1-92E6-C23B4BA4453F}" srcOrd="1" destOrd="0" parTransId="{2CAC2B9A-D215-4258-81DB-73F8EEA5F140}" sibTransId="{4BF6638C-37C9-4DD4-97A3-B50E810A7CE0}"/>
    <dgm:cxn modelId="{1DB81511-31EC-49BF-879B-218612E3C382}" type="presOf" srcId="{C4912586-A433-4462-8FDE-C0C11321A737}" destId="{80ED715F-2D0D-4321-9A46-ED0FB4718ABC}" srcOrd="0" destOrd="0" presId="urn:microsoft.com/office/officeart/2005/8/layout/matrix3"/>
    <dgm:cxn modelId="{2CBF155D-C3B5-4323-8CE7-1832CFB68049}" type="presOf" srcId="{7B907807-BAA5-43A1-92E6-C23B4BA4453F}" destId="{D295F005-0DDD-435E-94CB-227A10E99D82}" srcOrd="0" destOrd="0" presId="urn:microsoft.com/office/officeart/2005/8/layout/matrix3"/>
    <dgm:cxn modelId="{C4BB55C1-CB8C-42F3-A0D5-9462FA28FC4A}" srcId="{B657F32B-AE54-4F54-B314-15376E857733}" destId="{0D117A23-C861-44E7-A53D-EAD2363C3C20}" srcOrd="3" destOrd="0" parTransId="{64D8910A-6302-4F4E-8477-115851A047DF}" sibTransId="{3340E893-5B63-4A13-847C-09E1809D0DD1}"/>
    <dgm:cxn modelId="{147C79C5-76A2-497F-BC1E-0B2ECDFD44D8}" type="presOf" srcId="{B657F32B-AE54-4F54-B314-15376E857733}" destId="{F87FB83D-9AE6-43F2-9BB6-EB21A2AA813C}" srcOrd="0" destOrd="0" presId="urn:microsoft.com/office/officeart/2005/8/layout/matrix3"/>
    <dgm:cxn modelId="{43158ACF-0FCC-4A73-975E-406D1EA63D19}" type="presOf" srcId="{0D117A23-C861-44E7-A53D-EAD2363C3C20}" destId="{CF68157A-5936-4E8A-B9EA-45007EE80BD9}" srcOrd="0" destOrd="0" presId="urn:microsoft.com/office/officeart/2005/8/layout/matrix3"/>
    <dgm:cxn modelId="{92362BDA-C739-4B1D-BD48-5183CE2AFEF0}" srcId="{B657F32B-AE54-4F54-B314-15376E857733}" destId="{C4912586-A433-4462-8FDE-C0C11321A737}" srcOrd="2" destOrd="0" parTransId="{80B1675C-2F08-4F76-A3D1-1A61AE77D43D}" sibTransId="{4E8349DE-D8B2-43DB-8450-6CB0F5F8D08B}"/>
    <dgm:cxn modelId="{9EF45ADA-F818-4BB6-A14C-7F1EC6326621}" type="presOf" srcId="{47BB5ECC-4158-4903-9C85-611182F3E2DF}" destId="{498A6FFF-18DC-4ED5-AAA9-5952001B2C5B}" srcOrd="0" destOrd="0" presId="urn:microsoft.com/office/officeart/2005/8/layout/matrix3"/>
    <dgm:cxn modelId="{F9CD7CFC-EF16-4D26-A37F-E08C5DF3185F}" srcId="{B657F32B-AE54-4F54-B314-15376E857733}" destId="{47BB5ECC-4158-4903-9C85-611182F3E2DF}" srcOrd="0" destOrd="0" parTransId="{3B926CE7-123E-490E-8F10-5FBFB2CC0240}" sibTransId="{C8C7DCDB-3146-4839-8D03-AA3AE896ADD7}"/>
    <dgm:cxn modelId="{755C6F92-5E30-4D97-96AF-6CD74212017A}" type="presParOf" srcId="{F87FB83D-9AE6-43F2-9BB6-EB21A2AA813C}" destId="{310F2D29-6FEB-4700-ADDD-ECD28C99CE08}" srcOrd="0" destOrd="0" presId="urn:microsoft.com/office/officeart/2005/8/layout/matrix3"/>
    <dgm:cxn modelId="{195A09B4-4E46-4817-AE33-86D6CCC445E2}" type="presParOf" srcId="{F87FB83D-9AE6-43F2-9BB6-EB21A2AA813C}" destId="{498A6FFF-18DC-4ED5-AAA9-5952001B2C5B}" srcOrd="1" destOrd="0" presId="urn:microsoft.com/office/officeart/2005/8/layout/matrix3"/>
    <dgm:cxn modelId="{72CE64FF-57BE-4750-9265-C0AF0791D1DC}" type="presParOf" srcId="{F87FB83D-9AE6-43F2-9BB6-EB21A2AA813C}" destId="{D295F005-0DDD-435E-94CB-227A10E99D82}" srcOrd="2" destOrd="0" presId="urn:microsoft.com/office/officeart/2005/8/layout/matrix3"/>
    <dgm:cxn modelId="{0F83BA93-5595-4A0F-8E5C-A874B271EA56}" type="presParOf" srcId="{F87FB83D-9AE6-43F2-9BB6-EB21A2AA813C}" destId="{80ED715F-2D0D-4321-9A46-ED0FB4718ABC}" srcOrd="3" destOrd="0" presId="urn:microsoft.com/office/officeart/2005/8/layout/matrix3"/>
    <dgm:cxn modelId="{CB042D25-7F24-4F50-B37F-726F2F6B4604}" type="presParOf" srcId="{F87FB83D-9AE6-43F2-9BB6-EB21A2AA813C}" destId="{CF68157A-5936-4E8A-B9EA-45007EE80BD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3375D9A5-935B-4876-BF02-C93C2C3CB23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A37C85-7F8F-41E9-B019-AA9849254ED6}">
      <dgm:prSet/>
      <dgm:spPr/>
      <dgm:t>
        <a:bodyPr/>
        <a:lstStyle/>
        <a:p>
          <a:r>
            <a:rPr lang="uk-UA" b="0" i="0" baseline="0"/>
            <a:t>московські.</a:t>
          </a:r>
          <a:endParaRPr lang="uk-UA"/>
        </a:p>
      </dgm:t>
    </dgm:pt>
    <dgm:pt modelId="{D0920D50-4541-4115-9084-070298BC17EC}" type="parTrans" cxnId="{8A2693CC-20A7-49CA-B3A9-3F25B8D8E7AD}">
      <dgm:prSet/>
      <dgm:spPr/>
      <dgm:t>
        <a:bodyPr/>
        <a:lstStyle/>
        <a:p>
          <a:endParaRPr lang="uk-UA"/>
        </a:p>
      </dgm:t>
    </dgm:pt>
    <dgm:pt modelId="{674DB5E2-B4A7-44FA-93A4-386835195956}" type="sibTrans" cxnId="{8A2693CC-20A7-49CA-B3A9-3F25B8D8E7AD}">
      <dgm:prSet/>
      <dgm:spPr/>
      <dgm:t>
        <a:bodyPr/>
        <a:lstStyle/>
        <a:p>
          <a:endParaRPr lang="uk-UA"/>
        </a:p>
      </dgm:t>
    </dgm:pt>
    <dgm:pt modelId="{3CBDAB90-8501-4BD6-85E1-AD1479114D5D}">
      <dgm:prSet/>
      <dgm:spPr/>
      <dgm:t>
        <a:bodyPr/>
        <a:lstStyle/>
        <a:p>
          <a:r>
            <a:rPr lang="uk-UA" b="0" i="0" baseline="0"/>
            <a:t>турецькі.</a:t>
          </a:r>
          <a:endParaRPr lang="uk-UA"/>
        </a:p>
      </dgm:t>
    </dgm:pt>
    <dgm:pt modelId="{18AF1609-6A28-43AB-9C78-C8298B54BCBF}" type="parTrans" cxnId="{74E62176-A0ED-4087-9AF3-E869136C3580}">
      <dgm:prSet/>
      <dgm:spPr/>
      <dgm:t>
        <a:bodyPr/>
        <a:lstStyle/>
        <a:p>
          <a:endParaRPr lang="uk-UA"/>
        </a:p>
      </dgm:t>
    </dgm:pt>
    <dgm:pt modelId="{FEFA3EED-836A-4303-B052-C844C1D5203A}" type="sibTrans" cxnId="{74E62176-A0ED-4087-9AF3-E869136C3580}">
      <dgm:prSet/>
      <dgm:spPr/>
      <dgm:t>
        <a:bodyPr/>
        <a:lstStyle/>
        <a:p>
          <a:endParaRPr lang="uk-UA"/>
        </a:p>
      </dgm:t>
    </dgm:pt>
    <dgm:pt modelId="{2AD8C9DC-D132-451C-918A-1ED233C79D19}">
      <dgm:prSet/>
      <dgm:spPr/>
      <dgm:t>
        <a:bodyPr/>
        <a:lstStyle/>
        <a:p>
          <a:r>
            <a:rPr lang="uk-UA" b="0" i="0" baseline="0"/>
            <a:t>шведські.</a:t>
          </a:r>
          <a:endParaRPr lang="uk-UA"/>
        </a:p>
      </dgm:t>
    </dgm:pt>
    <dgm:pt modelId="{4D722E6A-42DD-4E9F-A9B8-F20011612BE1}" type="parTrans" cxnId="{9A8208E7-D12B-4A7B-BE73-1A0D354180B6}">
      <dgm:prSet/>
      <dgm:spPr/>
      <dgm:t>
        <a:bodyPr/>
        <a:lstStyle/>
        <a:p>
          <a:endParaRPr lang="uk-UA"/>
        </a:p>
      </dgm:t>
    </dgm:pt>
    <dgm:pt modelId="{607DCE24-9B4E-4BCE-A9FC-910B073F45B5}" type="sibTrans" cxnId="{9A8208E7-D12B-4A7B-BE73-1A0D354180B6}">
      <dgm:prSet/>
      <dgm:spPr/>
      <dgm:t>
        <a:bodyPr/>
        <a:lstStyle/>
        <a:p>
          <a:endParaRPr lang="uk-UA"/>
        </a:p>
      </dgm:t>
    </dgm:pt>
    <dgm:pt modelId="{9B4475A9-A4AC-4EF0-98E4-BE9BCF22EE99}">
      <dgm:prSet/>
      <dgm:spPr/>
      <dgm:t>
        <a:bodyPr/>
        <a:lstStyle/>
        <a:p>
          <a:r>
            <a:rPr lang="uk-UA" b="0" i="0" baseline="0"/>
            <a:t>польські.</a:t>
          </a:r>
          <a:endParaRPr lang="uk-UA"/>
        </a:p>
      </dgm:t>
    </dgm:pt>
    <dgm:pt modelId="{FC00C582-824B-4C00-A693-BFF861AE4A2F}" type="parTrans" cxnId="{968D3F5F-775B-4D1F-8CF4-C1946F7ED3CF}">
      <dgm:prSet/>
      <dgm:spPr/>
      <dgm:t>
        <a:bodyPr/>
        <a:lstStyle/>
        <a:p>
          <a:endParaRPr lang="uk-UA"/>
        </a:p>
      </dgm:t>
    </dgm:pt>
    <dgm:pt modelId="{D2086FE5-070F-475F-A032-A4F70AC22439}" type="sibTrans" cxnId="{968D3F5F-775B-4D1F-8CF4-C1946F7ED3CF}">
      <dgm:prSet/>
      <dgm:spPr/>
      <dgm:t>
        <a:bodyPr/>
        <a:lstStyle/>
        <a:p>
          <a:endParaRPr lang="uk-UA"/>
        </a:p>
      </dgm:t>
    </dgm:pt>
    <dgm:pt modelId="{6F2A0C5C-5CC5-4A38-BC41-7CFCB587CEEC}" type="pres">
      <dgm:prSet presAssocID="{3375D9A5-935B-4876-BF02-C93C2C3CB239}" presName="matrix" presStyleCnt="0">
        <dgm:presLayoutVars>
          <dgm:chMax val="1"/>
          <dgm:dir/>
          <dgm:resizeHandles val="exact"/>
        </dgm:presLayoutVars>
      </dgm:prSet>
      <dgm:spPr/>
    </dgm:pt>
    <dgm:pt modelId="{441A9FB0-AD24-4AC6-B856-5E900D699DF6}" type="pres">
      <dgm:prSet presAssocID="{3375D9A5-935B-4876-BF02-C93C2C3CB239}" presName="diamond" presStyleLbl="bgShp" presStyleIdx="0" presStyleCnt="1"/>
      <dgm:spPr/>
    </dgm:pt>
    <dgm:pt modelId="{97B79F44-229B-4A93-8134-86E5ACC231B9}" type="pres">
      <dgm:prSet presAssocID="{3375D9A5-935B-4876-BF02-C93C2C3CB2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B776DD7-63B6-4B6A-9D8B-9B9DB41AAD0F}" type="pres">
      <dgm:prSet presAssocID="{3375D9A5-935B-4876-BF02-C93C2C3CB2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AB33ED0-1558-45A1-9A81-2002894FEEB2}" type="pres">
      <dgm:prSet presAssocID="{3375D9A5-935B-4876-BF02-C93C2C3CB2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3C4FE6D-77CD-4C0B-A609-D3EFCBF6BE80}" type="pres">
      <dgm:prSet presAssocID="{3375D9A5-935B-4876-BF02-C93C2C3CB2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4A3F107-DA82-482E-8083-E9E107A84BC1}" type="presOf" srcId="{9B4475A9-A4AC-4EF0-98E4-BE9BCF22EE99}" destId="{13C4FE6D-77CD-4C0B-A609-D3EFCBF6BE80}" srcOrd="0" destOrd="0" presId="urn:microsoft.com/office/officeart/2005/8/layout/matrix3"/>
    <dgm:cxn modelId="{DCEE3638-BCE0-4727-9ED1-345EA34356A1}" type="presOf" srcId="{3375D9A5-935B-4876-BF02-C93C2C3CB239}" destId="{6F2A0C5C-5CC5-4A38-BC41-7CFCB587CEEC}" srcOrd="0" destOrd="0" presId="urn:microsoft.com/office/officeart/2005/8/layout/matrix3"/>
    <dgm:cxn modelId="{968D3F5F-775B-4D1F-8CF4-C1946F7ED3CF}" srcId="{3375D9A5-935B-4876-BF02-C93C2C3CB239}" destId="{9B4475A9-A4AC-4EF0-98E4-BE9BCF22EE99}" srcOrd="3" destOrd="0" parTransId="{FC00C582-824B-4C00-A693-BFF861AE4A2F}" sibTransId="{D2086FE5-070F-475F-A032-A4F70AC22439}"/>
    <dgm:cxn modelId="{5F6EBC44-7901-424F-A70B-238938426ECD}" type="presOf" srcId="{3CBDAB90-8501-4BD6-85E1-AD1479114D5D}" destId="{7B776DD7-63B6-4B6A-9D8B-9B9DB41AAD0F}" srcOrd="0" destOrd="0" presId="urn:microsoft.com/office/officeart/2005/8/layout/matrix3"/>
    <dgm:cxn modelId="{8C4F9C4A-8561-419E-9D39-348395E4A16B}" type="presOf" srcId="{13A37C85-7F8F-41E9-B019-AA9849254ED6}" destId="{97B79F44-229B-4A93-8134-86E5ACC231B9}" srcOrd="0" destOrd="0" presId="urn:microsoft.com/office/officeart/2005/8/layout/matrix3"/>
    <dgm:cxn modelId="{74E62176-A0ED-4087-9AF3-E869136C3580}" srcId="{3375D9A5-935B-4876-BF02-C93C2C3CB239}" destId="{3CBDAB90-8501-4BD6-85E1-AD1479114D5D}" srcOrd="1" destOrd="0" parTransId="{18AF1609-6A28-43AB-9C78-C8298B54BCBF}" sibTransId="{FEFA3EED-836A-4303-B052-C844C1D5203A}"/>
    <dgm:cxn modelId="{AFAA087B-1610-4A53-919D-3B20D06C4E78}" type="presOf" srcId="{2AD8C9DC-D132-451C-918A-1ED233C79D19}" destId="{FAB33ED0-1558-45A1-9A81-2002894FEEB2}" srcOrd="0" destOrd="0" presId="urn:microsoft.com/office/officeart/2005/8/layout/matrix3"/>
    <dgm:cxn modelId="{8A2693CC-20A7-49CA-B3A9-3F25B8D8E7AD}" srcId="{3375D9A5-935B-4876-BF02-C93C2C3CB239}" destId="{13A37C85-7F8F-41E9-B019-AA9849254ED6}" srcOrd="0" destOrd="0" parTransId="{D0920D50-4541-4115-9084-070298BC17EC}" sibTransId="{674DB5E2-B4A7-44FA-93A4-386835195956}"/>
    <dgm:cxn modelId="{9A8208E7-D12B-4A7B-BE73-1A0D354180B6}" srcId="{3375D9A5-935B-4876-BF02-C93C2C3CB239}" destId="{2AD8C9DC-D132-451C-918A-1ED233C79D19}" srcOrd="2" destOrd="0" parTransId="{4D722E6A-42DD-4E9F-A9B8-F20011612BE1}" sibTransId="{607DCE24-9B4E-4BCE-A9FC-910B073F45B5}"/>
    <dgm:cxn modelId="{F9716C70-C5F9-4E11-BBC3-0372EC20CB5C}" type="presParOf" srcId="{6F2A0C5C-5CC5-4A38-BC41-7CFCB587CEEC}" destId="{441A9FB0-AD24-4AC6-B856-5E900D699DF6}" srcOrd="0" destOrd="0" presId="urn:microsoft.com/office/officeart/2005/8/layout/matrix3"/>
    <dgm:cxn modelId="{7934FEC4-FE39-422F-A0F8-6EDE7C765685}" type="presParOf" srcId="{6F2A0C5C-5CC5-4A38-BC41-7CFCB587CEEC}" destId="{97B79F44-229B-4A93-8134-86E5ACC231B9}" srcOrd="1" destOrd="0" presId="urn:microsoft.com/office/officeart/2005/8/layout/matrix3"/>
    <dgm:cxn modelId="{4D74B0D4-5CB0-4A69-8213-0417D98BA793}" type="presParOf" srcId="{6F2A0C5C-5CC5-4A38-BC41-7CFCB587CEEC}" destId="{7B776DD7-63B6-4B6A-9D8B-9B9DB41AAD0F}" srcOrd="2" destOrd="0" presId="urn:microsoft.com/office/officeart/2005/8/layout/matrix3"/>
    <dgm:cxn modelId="{F46C77E0-87C7-46D9-9CAA-07E7D21EFBD1}" type="presParOf" srcId="{6F2A0C5C-5CC5-4A38-BC41-7CFCB587CEEC}" destId="{FAB33ED0-1558-45A1-9A81-2002894FEEB2}" srcOrd="3" destOrd="0" presId="urn:microsoft.com/office/officeart/2005/8/layout/matrix3"/>
    <dgm:cxn modelId="{3A3F8EDB-5A8A-4B7E-A485-FADA091E7A3D}" type="presParOf" srcId="{6F2A0C5C-5CC5-4A38-BC41-7CFCB587CEEC}" destId="{13C4FE6D-77CD-4C0B-A609-D3EFCBF6BE8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502068C3-74CD-44A7-9669-7428BACC2FF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2FBAE7-3110-46D1-9B9C-CAB5B4E267B2}">
      <dgm:prSet/>
      <dgm:spPr/>
      <dgm:t>
        <a:bodyPr/>
        <a:lstStyle/>
        <a:p>
          <a:r>
            <a:rPr lang="uk-UA" b="0" i="0" baseline="0"/>
            <a:t>драма</a:t>
          </a:r>
          <a:endParaRPr lang="uk-UA"/>
        </a:p>
      </dgm:t>
    </dgm:pt>
    <dgm:pt modelId="{5B7DB2CD-86E2-4718-9A44-E43D081A5886}" type="parTrans" cxnId="{4F3C4107-8607-43E4-8AEA-E75EF16213EB}">
      <dgm:prSet/>
      <dgm:spPr/>
      <dgm:t>
        <a:bodyPr/>
        <a:lstStyle/>
        <a:p>
          <a:endParaRPr lang="uk-UA"/>
        </a:p>
      </dgm:t>
    </dgm:pt>
    <dgm:pt modelId="{67916805-36B2-47B0-BB86-58167F69A73E}" type="sibTrans" cxnId="{4F3C4107-8607-43E4-8AEA-E75EF16213EB}">
      <dgm:prSet/>
      <dgm:spPr/>
      <dgm:t>
        <a:bodyPr/>
        <a:lstStyle/>
        <a:p>
          <a:endParaRPr lang="uk-UA"/>
        </a:p>
      </dgm:t>
    </dgm:pt>
    <dgm:pt modelId="{F4F2D1FA-7534-4BDC-87E1-FF6AA7011CB4}">
      <dgm:prSet/>
      <dgm:spPr/>
      <dgm:t>
        <a:bodyPr/>
        <a:lstStyle/>
        <a:p>
          <a:r>
            <a:rPr lang="uk-UA" b="0" i="0" baseline="0"/>
            <a:t>вертеп</a:t>
          </a:r>
          <a:endParaRPr lang="uk-UA"/>
        </a:p>
      </dgm:t>
    </dgm:pt>
    <dgm:pt modelId="{921E7B0E-E153-4B08-A21A-8092126B5585}" type="parTrans" cxnId="{C53AB78B-8E5B-4B93-BFE3-D797C4D87AB7}">
      <dgm:prSet/>
      <dgm:spPr/>
      <dgm:t>
        <a:bodyPr/>
        <a:lstStyle/>
        <a:p>
          <a:endParaRPr lang="uk-UA"/>
        </a:p>
      </dgm:t>
    </dgm:pt>
    <dgm:pt modelId="{2691FDD4-B21C-4F84-8DFB-1B23E2732E3C}" type="sibTrans" cxnId="{C53AB78B-8E5B-4B93-BFE3-D797C4D87AB7}">
      <dgm:prSet/>
      <dgm:spPr/>
      <dgm:t>
        <a:bodyPr/>
        <a:lstStyle/>
        <a:p>
          <a:endParaRPr lang="uk-UA"/>
        </a:p>
      </dgm:t>
    </dgm:pt>
    <dgm:pt modelId="{5310BEF2-1CEE-4AF3-AE76-0DB5E098CA9C}">
      <dgm:prSet/>
      <dgm:spPr/>
      <dgm:t>
        <a:bodyPr/>
        <a:lstStyle/>
        <a:p>
          <a:r>
            <a:rPr lang="uk-UA" b="0" i="0" baseline="0"/>
            <a:t>інтермедія</a:t>
          </a:r>
          <a:endParaRPr lang="uk-UA"/>
        </a:p>
      </dgm:t>
    </dgm:pt>
    <dgm:pt modelId="{D649775E-DA4E-47F3-8435-1E8F9487B1C5}" type="parTrans" cxnId="{D1BC6663-B64A-434C-9BB8-6B6781CF1397}">
      <dgm:prSet/>
      <dgm:spPr/>
      <dgm:t>
        <a:bodyPr/>
        <a:lstStyle/>
        <a:p>
          <a:endParaRPr lang="uk-UA"/>
        </a:p>
      </dgm:t>
    </dgm:pt>
    <dgm:pt modelId="{FABF8054-CE5C-4D36-9D30-36841FAF2898}" type="sibTrans" cxnId="{D1BC6663-B64A-434C-9BB8-6B6781CF1397}">
      <dgm:prSet/>
      <dgm:spPr/>
      <dgm:t>
        <a:bodyPr/>
        <a:lstStyle/>
        <a:p>
          <a:endParaRPr lang="uk-UA"/>
        </a:p>
      </dgm:t>
    </dgm:pt>
    <dgm:pt modelId="{D7D6D2B3-23D2-4C4B-86C8-91F7A78216B7}">
      <dgm:prSet/>
      <dgm:spPr/>
      <dgm:t>
        <a:bodyPr/>
        <a:lstStyle/>
        <a:p>
          <a:r>
            <a:rPr lang="uk-UA" b="0" i="0" baseline="0"/>
            <a:t>гравюра</a:t>
          </a:r>
          <a:endParaRPr lang="uk-UA"/>
        </a:p>
      </dgm:t>
    </dgm:pt>
    <dgm:pt modelId="{F509F8C1-9E13-483C-9A70-82043E9048E9}" type="parTrans" cxnId="{B25D8567-2F25-4B1B-B71A-2EED9394C8BB}">
      <dgm:prSet/>
      <dgm:spPr/>
      <dgm:t>
        <a:bodyPr/>
        <a:lstStyle/>
        <a:p>
          <a:endParaRPr lang="uk-UA"/>
        </a:p>
      </dgm:t>
    </dgm:pt>
    <dgm:pt modelId="{3B5D5B6D-761A-45D0-90DE-31B8DC208845}" type="sibTrans" cxnId="{B25D8567-2F25-4B1B-B71A-2EED9394C8BB}">
      <dgm:prSet/>
      <dgm:spPr/>
      <dgm:t>
        <a:bodyPr/>
        <a:lstStyle/>
        <a:p>
          <a:endParaRPr lang="uk-UA"/>
        </a:p>
      </dgm:t>
    </dgm:pt>
    <dgm:pt modelId="{B0EDE9B1-61E2-4809-85FC-4A4BC9037955}" type="pres">
      <dgm:prSet presAssocID="{502068C3-74CD-44A7-9669-7428BACC2FFB}" presName="Name0" presStyleCnt="0">
        <dgm:presLayoutVars>
          <dgm:chMax val="7"/>
          <dgm:chPref val="7"/>
          <dgm:dir/>
        </dgm:presLayoutVars>
      </dgm:prSet>
      <dgm:spPr/>
    </dgm:pt>
    <dgm:pt modelId="{35714B60-141D-47B3-9211-5C11796CE42E}" type="pres">
      <dgm:prSet presAssocID="{502068C3-74CD-44A7-9669-7428BACC2FFB}" presName="Name1" presStyleCnt="0"/>
      <dgm:spPr/>
    </dgm:pt>
    <dgm:pt modelId="{31FB2507-0301-4F72-B38D-4E0E1112B3A7}" type="pres">
      <dgm:prSet presAssocID="{502068C3-74CD-44A7-9669-7428BACC2FFB}" presName="cycle" presStyleCnt="0"/>
      <dgm:spPr/>
    </dgm:pt>
    <dgm:pt modelId="{D225D7A8-9FAA-4C33-BB27-EA713E7080DF}" type="pres">
      <dgm:prSet presAssocID="{502068C3-74CD-44A7-9669-7428BACC2FFB}" presName="srcNode" presStyleLbl="node1" presStyleIdx="0" presStyleCnt="4"/>
      <dgm:spPr/>
    </dgm:pt>
    <dgm:pt modelId="{CA4EC3D8-9ECE-4992-A3DF-CBF4C89F86D2}" type="pres">
      <dgm:prSet presAssocID="{502068C3-74CD-44A7-9669-7428BACC2FFB}" presName="conn" presStyleLbl="parChTrans1D2" presStyleIdx="0" presStyleCnt="1"/>
      <dgm:spPr/>
    </dgm:pt>
    <dgm:pt modelId="{25BBFBA9-284B-473A-BB61-DD92E29193E7}" type="pres">
      <dgm:prSet presAssocID="{502068C3-74CD-44A7-9669-7428BACC2FFB}" presName="extraNode" presStyleLbl="node1" presStyleIdx="0" presStyleCnt="4"/>
      <dgm:spPr/>
    </dgm:pt>
    <dgm:pt modelId="{6FE83E2C-74F1-45EA-8CB8-2B66057E262F}" type="pres">
      <dgm:prSet presAssocID="{502068C3-74CD-44A7-9669-7428BACC2FFB}" presName="dstNode" presStyleLbl="node1" presStyleIdx="0" presStyleCnt="4"/>
      <dgm:spPr/>
    </dgm:pt>
    <dgm:pt modelId="{6915865D-EC37-407A-BB34-C6D2EF868E02}" type="pres">
      <dgm:prSet presAssocID="{4B2FBAE7-3110-46D1-9B9C-CAB5B4E267B2}" presName="text_1" presStyleLbl="node1" presStyleIdx="0" presStyleCnt="4">
        <dgm:presLayoutVars>
          <dgm:bulletEnabled val="1"/>
        </dgm:presLayoutVars>
      </dgm:prSet>
      <dgm:spPr/>
    </dgm:pt>
    <dgm:pt modelId="{C6F946C6-CB58-4ADD-96EB-58828CF3B295}" type="pres">
      <dgm:prSet presAssocID="{4B2FBAE7-3110-46D1-9B9C-CAB5B4E267B2}" presName="accent_1" presStyleCnt="0"/>
      <dgm:spPr/>
    </dgm:pt>
    <dgm:pt modelId="{17277B19-F206-4220-A939-CC9DE1228A16}" type="pres">
      <dgm:prSet presAssocID="{4B2FBAE7-3110-46D1-9B9C-CAB5B4E267B2}" presName="accentRepeatNode" presStyleLbl="solidFgAcc1" presStyleIdx="0" presStyleCnt="4"/>
      <dgm:spPr/>
    </dgm:pt>
    <dgm:pt modelId="{4132D748-EBAB-45F7-AC49-6838E245EF08}" type="pres">
      <dgm:prSet presAssocID="{F4F2D1FA-7534-4BDC-87E1-FF6AA7011CB4}" presName="text_2" presStyleLbl="node1" presStyleIdx="1" presStyleCnt="4">
        <dgm:presLayoutVars>
          <dgm:bulletEnabled val="1"/>
        </dgm:presLayoutVars>
      </dgm:prSet>
      <dgm:spPr/>
    </dgm:pt>
    <dgm:pt modelId="{0D2177E6-D62B-4873-A09D-9FB70BB7A5B1}" type="pres">
      <dgm:prSet presAssocID="{F4F2D1FA-7534-4BDC-87E1-FF6AA7011CB4}" presName="accent_2" presStyleCnt="0"/>
      <dgm:spPr/>
    </dgm:pt>
    <dgm:pt modelId="{1903F180-40A8-4F45-ACB9-FCEE9E3C132D}" type="pres">
      <dgm:prSet presAssocID="{F4F2D1FA-7534-4BDC-87E1-FF6AA7011CB4}" presName="accentRepeatNode" presStyleLbl="solidFgAcc1" presStyleIdx="1" presStyleCnt="4"/>
      <dgm:spPr/>
    </dgm:pt>
    <dgm:pt modelId="{804C093C-A310-4C21-B57B-7681F72A0D36}" type="pres">
      <dgm:prSet presAssocID="{5310BEF2-1CEE-4AF3-AE76-0DB5E098CA9C}" presName="text_3" presStyleLbl="node1" presStyleIdx="2" presStyleCnt="4">
        <dgm:presLayoutVars>
          <dgm:bulletEnabled val="1"/>
        </dgm:presLayoutVars>
      </dgm:prSet>
      <dgm:spPr/>
    </dgm:pt>
    <dgm:pt modelId="{6C83BF25-16DF-46F0-AC06-0A66505E99BB}" type="pres">
      <dgm:prSet presAssocID="{5310BEF2-1CEE-4AF3-AE76-0DB5E098CA9C}" presName="accent_3" presStyleCnt="0"/>
      <dgm:spPr/>
    </dgm:pt>
    <dgm:pt modelId="{E1C860BE-581A-46FF-A9F3-C939617346A5}" type="pres">
      <dgm:prSet presAssocID="{5310BEF2-1CEE-4AF3-AE76-0DB5E098CA9C}" presName="accentRepeatNode" presStyleLbl="solidFgAcc1" presStyleIdx="2" presStyleCnt="4"/>
      <dgm:spPr/>
    </dgm:pt>
    <dgm:pt modelId="{0B327894-F0E9-46DD-BEEF-4C5A3CD49560}" type="pres">
      <dgm:prSet presAssocID="{D7D6D2B3-23D2-4C4B-86C8-91F7A78216B7}" presName="text_4" presStyleLbl="node1" presStyleIdx="3" presStyleCnt="4">
        <dgm:presLayoutVars>
          <dgm:bulletEnabled val="1"/>
        </dgm:presLayoutVars>
      </dgm:prSet>
      <dgm:spPr/>
    </dgm:pt>
    <dgm:pt modelId="{79C918AA-721F-458D-B159-2C282EBBB5EB}" type="pres">
      <dgm:prSet presAssocID="{D7D6D2B3-23D2-4C4B-86C8-91F7A78216B7}" presName="accent_4" presStyleCnt="0"/>
      <dgm:spPr/>
    </dgm:pt>
    <dgm:pt modelId="{FFC7BC5A-8481-41AB-BF91-3138BA565A44}" type="pres">
      <dgm:prSet presAssocID="{D7D6D2B3-23D2-4C4B-86C8-91F7A78216B7}" presName="accentRepeatNode" presStyleLbl="solidFgAcc1" presStyleIdx="3" presStyleCnt="4"/>
      <dgm:spPr/>
    </dgm:pt>
  </dgm:ptLst>
  <dgm:cxnLst>
    <dgm:cxn modelId="{4F3C4107-8607-43E4-8AEA-E75EF16213EB}" srcId="{502068C3-74CD-44A7-9669-7428BACC2FFB}" destId="{4B2FBAE7-3110-46D1-9B9C-CAB5B4E267B2}" srcOrd="0" destOrd="0" parTransId="{5B7DB2CD-86E2-4718-9A44-E43D081A5886}" sibTransId="{67916805-36B2-47B0-BB86-58167F69A73E}"/>
    <dgm:cxn modelId="{6DCD6507-C410-4A75-9D74-358BF36BEE3F}" type="presOf" srcId="{5310BEF2-1CEE-4AF3-AE76-0DB5E098CA9C}" destId="{804C093C-A310-4C21-B57B-7681F72A0D36}" srcOrd="0" destOrd="0" presId="urn:microsoft.com/office/officeart/2008/layout/VerticalCurvedList"/>
    <dgm:cxn modelId="{FD67215E-95EC-4E9B-945E-27C9DDB746BD}" type="presOf" srcId="{F4F2D1FA-7534-4BDC-87E1-FF6AA7011CB4}" destId="{4132D748-EBAB-45F7-AC49-6838E245EF08}" srcOrd="0" destOrd="0" presId="urn:microsoft.com/office/officeart/2008/layout/VerticalCurvedList"/>
    <dgm:cxn modelId="{D1BC6663-B64A-434C-9BB8-6B6781CF1397}" srcId="{502068C3-74CD-44A7-9669-7428BACC2FFB}" destId="{5310BEF2-1CEE-4AF3-AE76-0DB5E098CA9C}" srcOrd="2" destOrd="0" parTransId="{D649775E-DA4E-47F3-8435-1E8F9487B1C5}" sibTransId="{FABF8054-CE5C-4D36-9D30-36841FAF2898}"/>
    <dgm:cxn modelId="{C2CC8E43-3F28-4FCC-B226-84E8E7BD9D25}" type="presOf" srcId="{4B2FBAE7-3110-46D1-9B9C-CAB5B4E267B2}" destId="{6915865D-EC37-407A-BB34-C6D2EF868E02}" srcOrd="0" destOrd="0" presId="urn:microsoft.com/office/officeart/2008/layout/VerticalCurvedList"/>
    <dgm:cxn modelId="{B25D8567-2F25-4B1B-B71A-2EED9394C8BB}" srcId="{502068C3-74CD-44A7-9669-7428BACC2FFB}" destId="{D7D6D2B3-23D2-4C4B-86C8-91F7A78216B7}" srcOrd="3" destOrd="0" parTransId="{F509F8C1-9E13-483C-9A70-82043E9048E9}" sibTransId="{3B5D5B6D-761A-45D0-90DE-31B8DC208845}"/>
    <dgm:cxn modelId="{E34E306D-9660-46C5-AA04-6CF1D0071760}" type="presOf" srcId="{502068C3-74CD-44A7-9669-7428BACC2FFB}" destId="{B0EDE9B1-61E2-4809-85FC-4A4BC9037955}" srcOrd="0" destOrd="0" presId="urn:microsoft.com/office/officeart/2008/layout/VerticalCurvedList"/>
    <dgm:cxn modelId="{C53AB78B-8E5B-4B93-BFE3-D797C4D87AB7}" srcId="{502068C3-74CD-44A7-9669-7428BACC2FFB}" destId="{F4F2D1FA-7534-4BDC-87E1-FF6AA7011CB4}" srcOrd="1" destOrd="0" parTransId="{921E7B0E-E153-4B08-A21A-8092126B5585}" sibTransId="{2691FDD4-B21C-4F84-8DFB-1B23E2732E3C}"/>
    <dgm:cxn modelId="{D83591D0-9E8D-42FF-B0CB-A3C5FA8AFCF1}" type="presOf" srcId="{D7D6D2B3-23D2-4C4B-86C8-91F7A78216B7}" destId="{0B327894-F0E9-46DD-BEEF-4C5A3CD49560}" srcOrd="0" destOrd="0" presId="urn:microsoft.com/office/officeart/2008/layout/VerticalCurvedList"/>
    <dgm:cxn modelId="{FB3D3CF3-D4F6-4748-A793-157C1ED50129}" type="presOf" srcId="{67916805-36B2-47B0-BB86-58167F69A73E}" destId="{CA4EC3D8-9ECE-4992-A3DF-CBF4C89F86D2}" srcOrd="0" destOrd="0" presId="urn:microsoft.com/office/officeart/2008/layout/VerticalCurvedList"/>
    <dgm:cxn modelId="{62B30BF2-6B4F-4DBB-A43B-D5439EB6B3EA}" type="presParOf" srcId="{B0EDE9B1-61E2-4809-85FC-4A4BC9037955}" destId="{35714B60-141D-47B3-9211-5C11796CE42E}" srcOrd="0" destOrd="0" presId="urn:microsoft.com/office/officeart/2008/layout/VerticalCurvedList"/>
    <dgm:cxn modelId="{FBDD05B1-85EF-4540-B88F-6B73FC1E9944}" type="presParOf" srcId="{35714B60-141D-47B3-9211-5C11796CE42E}" destId="{31FB2507-0301-4F72-B38D-4E0E1112B3A7}" srcOrd="0" destOrd="0" presId="urn:microsoft.com/office/officeart/2008/layout/VerticalCurvedList"/>
    <dgm:cxn modelId="{C6FD0AD8-A295-432B-963B-B620EF5F5299}" type="presParOf" srcId="{31FB2507-0301-4F72-B38D-4E0E1112B3A7}" destId="{D225D7A8-9FAA-4C33-BB27-EA713E7080DF}" srcOrd="0" destOrd="0" presId="urn:microsoft.com/office/officeart/2008/layout/VerticalCurvedList"/>
    <dgm:cxn modelId="{E3AEFF21-B5A7-4955-A7F6-8D02204F4F37}" type="presParOf" srcId="{31FB2507-0301-4F72-B38D-4E0E1112B3A7}" destId="{CA4EC3D8-9ECE-4992-A3DF-CBF4C89F86D2}" srcOrd="1" destOrd="0" presId="urn:microsoft.com/office/officeart/2008/layout/VerticalCurvedList"/>
    <dgm:cxn modelId="{33040C65-CD5A-49E6-BD68-699A2AC738A8}" type="presParOf" srcId="{31FB2507-0301-4F72-B38D-4E0E1112B3A7}" destId="{25BBFBA9-284B-473A-BB61-DD92E29193E7}" srcOrd="2" destOrd="0" presId="urn:microsoft.com/office/officeart/2008/layout/VerticalCurvedList"/>
    <dgm:cxn modelId="{8C036CB8-0221-4DF0-8E2A-FA81E499CEB9}" type="presParOf" srcId="{31FB2507-0301-4F72-B38D-4E0E1112B3A7}" destId="{6FE83E2C-74F1-45EA-8CB8-2B66057E262F}" srcOrd="3" destOrd="0" presId="urn:microsoft.com/office/officeart/2008/layout/VerticalCurvedList"/>
    <dgm:cxn modelId="{71222A55-F300-4C1F-AEB1-740CC1487F9F}" type="presParOf" srcId="{35714B60-141D-47B3-9211-5C11796CE42E}" destId="{6915865D-EC37-407A-BB34-C6D2EF868E02}" srcOrd="1" destOrd="0" presId="urn:microsoft.com/office/officeart/2008/layout/VerticalCurvedList"/>
    <dgm:cxn modelId="{2488BEA8-EEA6-4F51-BC96-05A013C681FD}" type="presParOf" srcId="{35714B60-141D-47B3-9211-5C11796CE42E}" destId="{C6F946C6-CB58-4ADD-96EB-58828CF3B295}" srcOrd="2" destOrd="0" presId="urn:microsoft.com/office/officeart/2008/layout/VerticalCurvedList"/>
    <dgm:cxn modelId="{C51ABF87-3A26-4BDF-BBAB-411C736DE51A}" type="presParOf" srcId="{C6F946C6-CB58-4ADD-96EB-58828CF3B295}" destId="{17277B19-F206-4220-A939-CC9DE1228A16}" srcOrd="0" destOrd="0" presId="urn:microsoft.com/office/officeart/2008/layout/VerticalCurvedList"/>
    <dgm:cxn modelId="{86FE7907-D387-4AD4-BFC3-ACCAB5394312}" type="presParOf" srcId="{35714B60-141D-47B3-9211-5C11796CE42E}" destId="{4132D748-EBAB-45F7-AC49-6838E245EF08}" srcOrd="3" destOrd="0" presId="urn:microsoft.com/office/officeart/2008/layout/VerticalCurvedList"/>
    <dgm:cxn modelId="{34695BCE-5071-4B2B-89EA-19D23F21E731}" type="presParOf" srcId="{35714B60-141D-47B3-9211-5C11796CE42E}" destId="{0D2177E6-D62B-4873-A09D-9FB70BB7A5B1}" srcOrd="4" destOrd="0" presId="urn:microsoft.com/office/officeart/2008/layout/VerticalCurvedList"/>
    <dgm:cxn modelId="{286158DB-074D-4504-8485-1906F8512373}" type="presParOf" srcId="{0D2177E6-D62B-4873-A09D-9FB70BB7A5B1}" destId="{1903F180-40A8-4F45-ACB9-FCEE9E3C132D}" srcOrd="0" destOrd="0" presId="urn:microsoft.com/office/officeart/2008/layout/VerticalCurvedList"/>
    <dgm:cxn modelId="{3FC9853B-6EF4-46DC-80FE-B2F6E7DB95BC}" type="presParOf" srcId="{35714B60-141D-47B3-9211-5C11796CE42E}" destId="{804C093C-A310-4C21-B57B-7681F72A0D36}" srcOrd="5" destOrd="0" presId="urn:microsoft.com/office/officeart/2008/layout/VerticalCurvedList"/>
    <dgm:cxn modelId="{0FC39B27-2976-4A60-89AC-C5CBD1035110}" type="presParOf" srcId="{35714B60-141D-47B3-9211-5C11796CE42E}" destId="{6C83BF25-16DF-46F0-AC06-0A66505E99BB}" srcOrd="6" destOrd="0" presId="urn:microsoft.com/office/officeart/2008/layout/VerticalCurvedList"/>
    <dgm:cxn modelId="{0F218E08-F9C5-47B2-8214-C7E5EA55D353}" type="presParOf" srcId="{6C83BF25-16DF-46F0-AC06-0A66505E99BB}" destId="{E1C860BE-581A-46FF-A9F3-C939617346A5}" srcOrd="0" destOrd="0" presId="urn:microsoft.com/office/officeart/2008/layout/VerticalCurvedList"/>
    <dgm:cxn modelId="{6A9751E9-1E29-4F7E-947D-4423D477A8F1}" type="presParOf" srcId="{35714B60-141D-47B3-9211-5C11796CE42E}" destId="{0B327894-F0E9-46DD-BEEF-4C5A3CD49560}" srcOrd="7" destOrd="0" presId="urn:microsoft.com/office/officeart/2008/layout/VerticalCurvedList"/>
    <dgm:cxn modelId="{FBBCA95C-A07C-47A8-A622-72E49FF53FB4}" type="presParOf" srcId="{35714B60-141D-47B3-9211-5C11796CE42E}" destId="{79C918AA-721F-458D-B159-2C282EBBB5EB}" srcOrd="8" destOrd="0" presId="urn:microsoft.com/office/officeart/2008/layout/VerticalCurvedList"/>
    <dgm:cxn modelId="{E775BB7C-6547-40A8-ACB7-9E612D5401C3}" type="presParOf" srcId="{79C918AA-721F-458D-B159-2C282EBBB5EB}" destId="{FFC7BC5A-8481-41AB-BF91-3138BA565A4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C0C9C25F-8CFA-41E5-BF78-8FAEFE8FF1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066E24-A328-471B-89F9-17950B86BAC3}">
      <dgm:prSet/>
      <dgm:spPr/>
      <dgm:t>
        <a:bodyPr/>
        <a:lstStyle/>
        <a:p>
          <a:r>
            <a:rPr lang="ru-RU" b="0" i="0" baseline="0"/>
            <a:t>вид мистецтва, у якому зображення є друкованим відбитком малюнка вирізьбленого на спеціально підготовленій дошці</a:t>
          </a:r>
          <a:endParaRPr lang="uk-UA"/>
        </a:p>
      </dgm:t>
    </dgm:pt>
    <dgm:pt modelId="{54B153ED-7E9F-4211-872A-DABB34F29216}" type="parTrans" cxnId="{F46F9676-9160-420F-9762-FD1709B68416}">
      <dgm:prSet/>
      <dgm:spPr/>
      <dgm:t>
        <a:bodyPr/>
        <a:lstStyle/>
        <a:p>
          <a:endParaRPr lang="uk-UA"/>
        </a:p>
      </dgm:t>
    </dgm:pt>
    <dgm:pt modelId="{4E6D4B3A-EA40-4063-9B3C-9CA7A0D45BD9}" type="sibTrans" cxnId="{F46F9676-9160-420F-9762-FD1709B68416}">
      <dgm:prSet/>
      <dgm:spPr/>
      <dgm:t>
        <a:bodyPr/>
        <a:lstStyle/>
        <a:p>
          <a:endParaRPr lang="uk-UA"/>
        </a:p>
      </dgm:t>
    </dgm:pt>
    <dgm:pt modelId="{D5FA7960-A113-4AF5-8C2C-7F0F9A3B5B4D}">
      <dgm:prSet/>
      <dgm:spPr/>
      <dgm:t>
        <a:bodyPr/>
        <a:lstStyle/>
        <a:p>
          <a:r>
            <a:rPr lang="ru-RU" b="0" i="0" baseline="0"/>
            <a:t>невеличка п'єса, переважно комедійного характеру на народну тематику, яку виконували між діями, актами спектаклю</a:t>
          </a:r>
          <a:endParaRPr lang="uk-UA"/>
        </a:p>
      </dgm:t>
    </dgm:pt>
    <dgm:pt modelId="{5811E562-8C1F-4AC2-AE78-5198EE89CBBF}" type="parTrans" cxnId="{0D740583-5F21-4BA3-8829-5BD1342F1E66}">
      <dgm:prSet/>
      <dgm:spPr/>
      <dgm:t>
        <a:bodyPr/>
        <a:lstStyle/>
        <a:p>
          <a:endParaRPr lang="uk-UA"/>
        </a:p>
      </dgm:t>
    </dgm:pt>
    <dgm:pt modelId="{1D41D7D6-49D8-4A53-A647-1A6CE45E975E}" type="sibTrans" cxnId="{0D740583-5F21-4BA3-8829-5BD1342F1E66}">
      <dgm:prSet/>
      <dgm:spPr/>
      <dgm:t>
        <a:bodyPr/>
        <a:lstStyle/>
        <a:p>
          <a:endParaRPr lang="uk-UA"/>
        </a:p>
      </dgm:t>
    </dgm:pt>
    <dgm:pt modelId="{59A828AE-C53A-4D3B-A9B7-79992023B8DA}">
      <dgm:prSet/>
      <dgm:spPr/>
      <dgm:t>
        <a:bodyPr/>
        <a:lstStyle/>
        <a:p>
          <a:r>
            <a:rPr lang="ru-RU" b="0" i="0" baseline="0"/>
            <a:t>промова, стаття церковно-теологічного спрямування, побудована на основі системи логічних міркувань, доказів</a:t>
          </a:r>
          <a:endParaRPr lang="uk-UA"/>
        </a:p>
      </dgm:t>
    </dgm:pt>
    <dgm:pt modelId="{80B485F7-CCCB-45E0-BD74-4278EBCAECCC}" type="parTrans" cxnId="{3762DA8F-2258-45C5-B507-9FBB069F0743}">
      <dgm:prSet/>
      <dgm:spPr/>
      <dgm:t>
        <a:bodyPr/>
        <a:lstStyle/>
        <a:p>
          <a:endParaRPr lang="uk-UA"/>
        </a:p>
      </dgm:t>
    </dgm:pt>
    <dgm:pt modelId="{040C883C-2345-45A6-9650-69FAF12E1579}" type="sibTrans" cxnId="{3762DA8F-2258-45C5-B507-9FBB069F0743}">
      <dgm:prSet/>
      <dgm:spPr/>
      <dgm:t>
        <a:bodyPr/>
        <a:lstStyle/>
        <a:p>
          <a:endParaRPr lang="uk-UA"/>
        </a:p>
      </dgm:t>
    </dgm:pt>
    <dgm:pt modelId="{875D13A3-67CD-42DB-AB0F-6263600D49B2}">
      <dgm:prSet/>
      <dgm:spPr/>
      <dgm:t>
        <a:bodyPr/>
        <a:lstStyle/>
        <a:p>
          <a:r>
            <a:rPr lang="ru-RU" b="0" i="0" baseline="0"/>
            <a:t>мандрівний ляльковий театр, призначений для показу як релігійних сцен, так і дотепних вистав із повсякденного життя</a:t>
          </a:r>
          <a:endParaRPr lang="uk-UA"/>
        </a:p>
      </dgm:t>
    </dgm:pt>
    <dgm:pt modelId="{111AEA35-9F17-412C-9DF4-1EEEAC3CF1CA}" type="parTrans" cxnId="{BF105359-7F2B-4A18-A490-7EBE9CD249A8}">
      <dgm:prSet/>
      <dgm:spPr/>
      <dgm:t>
        <a:bodyPr/>
        <a:lstStyle/>
        <a:p>
          <a:endParaRPr lang="uk-UA"/>
        </a:p>
      </dgm:t>
    </dgm:pt>
    <dgm:pt modelId="{938F9F6A-2F8C-4F92-9183-00D832FB5BEA}" type="sibTrans" cxnId="{BF105359-7F2B-4A18-A490-7EBE9CD249A8}">
      <dgm:prSet/>
      <dgm:spPr/>
      <dgm:t>
        <a:bodyPr/>
        <a:lstStyle/>
        <a:p>
          <a:endParaRPr lang="uk-UA"/>
        </a:p>
      </dgm:t>
    </dgm:pt>
    <dgm:pt modelId="{FA7365EA-5186-4EAE-9E20-235669E8E7F8}">
      <dgm:prSet/>
      <dgm:spPr/>
      <dgm:t>
        <a:bodyPr/>
        <a:lstStyle/>
        <a:p>
          <a:r>
            <a:rPr lang="ru-RU" b="0" i="0" baseline="0"/>
            <a:t>літературний твір, побудований у формі діалогу без авторської мови, який виголошували зі сцени учні братських шкіл, академій</a:t>
          </a:r>
          <a:endParaRPr lang="uk-UA"/>
        </a:p>
      </dgm:t>
    </dgm:pt>
    <dgm:pt modelId="{5F880868-B780-4260-92A8-B4C56ED2653E}" type="parTrans" cxnId="{718503F0-CA9E-4673-B4C2-1C4168A576D0}">
      <dgm:prSet/>
      <dgm:spPr/>
      <dgm:t>
        <a:bodyPr/>
        <a:lstStyle/>
        <a:p>
          <a:endParaRPr lang="uk-UA"/>
        </a:p>
      </dgm:t>
    </dgm:pt>
    <dgm:pt modelId="{4B908A31-B246-4AB2-9081-A007C39B683C}" type="sibTrans" cxnId="{718503F0-CA9E-4673-B4C2-1C4168A576D0}">
      <dgm:prSet/>
      <dgm:spPr/>
      <dgm:t>
        <a:bodyPr/>
        <a:lstStyle/>
        <a:p>
          <a:endParaRPr lang="uk-UA"/>
        </a:p>
      </dgm:t>
    </dgm:pt>
    <dgm:pt modelId="{33DFB146-2DC4-4046-90A1-B20CB0D3E381}" type="pres">
      <dgm:prSet presAssocID="{C0C9C25F-8CFA-41E5-BF78-8FAEFE8FF109}" presName="linear" presStyleCnt="0">
        <dgm:presLayoutVars>
          <dgm:animLvl val="lvl"/>
          <dgm:resizeHandles val="exact"/>
        </dgm:presLayoutVars>
      </dgm:prSet>
      <dgm:spPr/>
    </dgm:pt>
    <dgm:pt modelId="{5DDAEA6B-0FED-4E19-9398-9B316527AA98}" type="pres">
      <dgm:prSet presAssocID="{65066E24-A328-471B-89F9-17950B86BAC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55B4D8A-DC2F-4D85-A984-24A37B8F9631}" type="pres">
      <dgm:prSet presAssocID="{4E6D4B3A-EA40-4063-9B3C-9CA7A0D45BD9}" presName="spacer" presStyleCnt="0"/>
      <dgm:spPr/>
    </dgm:pt>
    <dgm:pt modelId="{00EBBECF-0508-4F7D-B608-CE1794813632}" type="pres">
      <dgm:prSet presAssocID="{D5FA7960-A113-4AF5-8C2C-7F0F9A3B5B4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84E452E-0286-49BF-A709-DD7AEDE3A70C}" type="pres">
      <dgm:prSet presAssocID="{1D41D7D6-49D8-4A53-A647-1A6CE45E975E}" presName="spacer" presStyleCnt="0"/>
      <dgm:spPr/>
    </dgm:pt>
    <dgm:pt modelId="{1A9DAE40-02DC-4427-BD54-F4894715D99B}" type="pres">
      <dgm:prSet presAssocID="{59A828AE-C53A-4D3B-A9B7-79992023B8D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8C9277-E2E7-43D1-827A-B8F05884CEB1}" type="pres">
      <dgm:prSet presAssocID="{040C883C-2345-45A6-9650-69FAF12E1579}" presName="spacer" presStyleCnt="0"/>
      <dgm:spPr/>
    </dgm:pt>
    <dgm:pt modelId="{F7CFCEA8-E263-4431-8B4A-8162C356C221}" type="pres">
      <dgm:prSet presAssocID="{875D13A3-67CD-42DB-AB0F-6263600D49B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B628791-8684-4164-8E60-5315E935A6A4}" type="pres">
      <dgm:prSet presAssocID="{938F9F6A-2F8C-4F92-9183-00D832FB5BEA}" presName="spacer" presStyleCnt="0"/>
      <dgm:spPr/>
    </dgm:pt>
    <dgm:pt modelId="{525CEAB5-6AB8-4ADE-B28F-07B97952C567}" type="pres">
      <dgm:prSet presAssocID="{FA7365EA-5186-4EAE-9E20-235669E8E7F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662870E-3379-4D9F-8343-6D92D7E6FC7E}" type="presOf" srcId="{C0C9C25F-8CFA-41E5-BF78-8FAEFE8FF109}" destId="{33DFB146-2DC4-4046-90A1-B20CB0D3E381}" srcOrd="0" destOrd="0" presId="urn:microsoft.com/office/officeart/2005/8/layout/vList2"/>
    <dgm:cxn modelId="{88719240-B8AF-4390-BD18-89EAB7EA1964}" type="presOf" srcId="{FA7365EA-5186-4EAE-9E20-235669E8E7F8}" destId="{525CEAB5-6AB8-4ADE-B28F-07B97952C567}" srcOrd="0" destOrd="0" presId="urn:microsoft.com/office/officeart/2005/8/layout/vList2"/>
    <dgm:cxn modelId="{34ACCE6D-2B36-4140-B37C-19BF96CB9865}" type="presOf" srcId="{D5FA7960-A113-4AF5-8C2C-7F0F9A3B5B4D}" destId="{00EBBECF-0508-4F7D-B608-CE1794813632}" srcOrd="0" destOrd="0" presId="urn:microsoft.com/office/officeart/2005/8/layout/vList2"/>
    <dgm:cxn modelId="{F46F9676-9160-420F-9762-FD1709B68416}" srcId="{C0C9C25F-8CFA-41E5-BF78-8FAEFE8FF109}" destId="{65066E24-A328-471B-89F9-17950B86BAC3}" srcOrd="0" destOrd="0" parTransId="{54B153ED-7E9F-4211-872A-DABB34F29216}" sibTransId="{4E6D4B3A-EA40-4063-9B3C-9CA7A0D45BD9}"/>
    <dgm:cxn modelId="{BF105359-7F2B-4A18-A490-7EBE9CD249A8}" srcId="{C0C9C25F-8CFA-41E5-BF78-8FAEFE8FF109}" destId="{875D13A3-67CD-42DB-AB0F-6263600D49B2}" srcOrd="3" destOrd="0" parTransId="{111AEA35-9F17-412C-9DF4-1EEEAC3CF1CA}" sibTransId="{938F9F6A-2F8C-4F92-9183-00D832FB5BEA}"/>
    <dgm:cxn modelId="{0D740583-5F21-4BA3-8829-5BD1342F1E66}" srcId="{C0C9C25F-8CFA-41E5-BF78-8FAEFE8FF109}" destId="{D5FA7960-A113-4AF5-8C2C-7F0F9A3B5B4D}" srcOrd="1" destOrd="0" parTransId="{5811E562-8C1F-4AC2-AE78-5198EE89CBBF}" sibTransId="{1D41D7D6-49D8-4A53-A647-1A6CE45E975E}"/>
    <dgm:cxn modelId="{1ACD3583-F7EE-453F-9E1C-2B180A413F8C}" type="presOf" srcId="{65066E24-A328-471B-89F9-17950B86BAC3}" destId="{5DDAEA6B-0FED-4E19-9398-9B316527AA98}" srcOrd="0" destOrd="0" presId="urn:microsoft.com/office/officeart/2005/8/layout/vList2"/>
    <dgm:cxn modelId="{3762DA8F-2258-45C5-B507-9FBB069F0743}" srcId="{C0C9C25F-8CFA-41E5-BF78-8FAEFE8FF109}" destId="{59A828AE-C53A-4D3B-A9B7-79992023B8DA}" srcOrd="2" destOrd="0" parTransId="{80B485F7-CCCB-45E0-BD74-4278EBCAECCC}" sibTransId="{040C883C-2345-45A6-9650-69FAF12E1579}"/>
    <dgm:cxn modelId="{718503F0-CA9E-4673-B4C2-1C4168A576D0}" srcId="{C0C9C25F-8CFA-41E5-BF78-8FAEFE8FF109}" destId="{FA7365EA-5186-4EAE-9E20-235669E8E7F8}" srcOrd="4" destOrd="0" parTransId="{5F880868-B780-4260-92A8-B4C56ED2653E}" sibTransId="{4B908A31-B246-4AB2-9081-A007C39B683C}"/>
    <dgm:cxn modelId="{C89C5BFD-122B-4495-BB8B-9436A16E3DCE}" type="presOf" srcId="{875D13A3-67CD-42DB-AB0F-6263600D49B2}" destId="{F7CFCEA8-E263-4431-8B4A-8162C356C221}" srcOrd="0" destOrd="0" presId="urn:microsoft.com/office/officeart/2005/8/layout/vList2"/>
    <dgm:cxn modelId="{7BEE76FF-DFE0-40A1-A8B9-8FC8D34C289D}" type="presOf" srcId="{59A828AE-C53A-4D3B-A9B7-79992023B8DA}" destId="{1A9DAE40-02DC-4427-BD54-F4894715D99B}" srcOrd="0" destOrd="0" presId="urn:microsoft.com/office/officeart/2005/8/layout/vList2"/>
    <dgm:cxn modelId="{97263974-D7DC-4A48-89AC-BD7DA0DF9DD8}" type="presParOf" srcId="{33DFB146-2DC4-4046-90A1-B20CB0D3E381}" destId="{5DDAEA6B-0FED-4E19-9398-9B316527AA98}" srcOrd="0" destOrd="0" presId="urn:microsoft.com/office/officeart/2005/8/layout/vList2"/>
    <dgm:cxn modelId="{792F66E5-C370-481D-AEF9-9DCD79490C9C}" type="presParOf" srcId="{33DFB146-2DC4-4046-90A1-B20CB0D3E381}" destId="{A55B4D8A-DC2F-4D85-A984-24A37B8F9631}" srcOrd="1" destOrd="0" presId="urn:microsoft.com/office/officeart/2005/8/layout/vList2"/>
    <dgm:cxn modelId="{D373B30E-CD0F-4C47-B96C-63105E6607E8}" type="presParOf" srcId="{33DFB146-2DC4-4046-90A1-B20CB0D3E381}" destId="{00EBBECF-0508-4F7D-B608-CE1794813632}" srcOrd="2" destOrd="0" presId="urn:microsoft.com/office/officeart/2005/8/layout/vList2"/>
    <dgm:cxn modelId="{E16954FC-994A-4E3A-AA27-5EB9557E58C9}" type="presParOf" srcId="{33DFB146-2DC4-4046-90A1-B20CB0D3E381}" destId="{984E452E-0286-49BF-A709-DD7AEDE3A70C}" srcOrd="3" destOrd="0" presId="urn:microsoft.com/office/officeart/2005/8/layout/vList2"/>
    <dgm:cxn modelId="{ED8E9E0E-2831-450B-BCB1-E700DCFBB062}" type="presParOf" srcId="{33DFB146-2DC4-4046-90A1-B20CB0D3E381}" destId="{1A9DAE40-02DC-4427-BD54-F4894715D99B}" srcOrd="4" destOrd="0" presId="urn:microsoft.com/office/officeart/2005/8/layout/vList2"/>
    <dgm:cxn modelId="{F888C162-A673-4430-8543-8F0021CE7723}" type="presParOf" srcId="{33DFB146-2DC4-4046-90A1-B20CB0D3E381}" destId="{E48C9277-E2E7-43D1-827A-B8F05884CEB1}" srcOrd="5" destOrd="0" presId="urn:microsoft.com/office/officeart/2005/8/layout/vList2"/>
    <dgm:cxn modelId="{C87613FA-0DA3-45B1-9A8B-56BB10353CDF}" type="presParOf" srcId="{33DFB146-2DC4-4046-90A1-B20CB0D3E381}" destId="{F7CFCEA8-E263-4431-8B4A-8162C356C221}" srcOrd="6" destOrd="0" presId="urn:microsoft.com/office/officeart/2005/8/layout/vList2"/>
    <dgm:cxn modelId="{2706D5D9-875F-44F1-9CE7-8B5BE2DDCD97}" type="presParOf" srcId="{33DFB146-2DC4-4046-90A1-B20CB0D3E381}" destId="{3B628791-8684-4164-8E60-5315E935A6A4}" srcOrd="7" destOrd="0" presId="urn:microsoft.com/office/officeart/2005/8/layout/vList2"/>
    <dgm:cxn modelId="{EDBA7E7C-B912-4F04-A485-C516B0262D87}" type="presParOf" srcId="{33DFB146-2DC4-4046-90A1-B20CB0D3E381}" destId="{525CEAB5-6AB8-4ADE-B28F-07B97952C56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F5A87136-E659-4868-BE87-006FF434D5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A74981-9AEC-4EDF-8B5F-B13542107220}">
      <dgm:prSet/>
      <dgm:spPr/>
      <dgm:t>
        <a:bodyPr/>
        <a:lstStyle/>
        <a:p>
          <a:r>
            <a:rPr lang="uk-UA" b="0" i="0" baseline="0"/>
            <a:t>селянство.</a:t>
          </a:r>
          <a:endParaRPr lang="uk-UA"/>
        </a:p>
      </dgm:t>
    </dgm:pt>
    <dgm:pt modelId="{D3BA359B-9C7B-4C39-9A00-4E2FA9E2C350}" type="parTrans" cxnId="{D0831288-2FB7-43C0-BD1A-AE38F3A8A4F9}">
      <dgm:prSet/>
      <dgm:spPr/>
      <dgm:t>
        <a:bodyPr/>
        <a:lstStyle/>
        <a:p>
          <a:endParaRPr lang="uk-UA"/>
        </a:p>
      </dgm:t>
    </dgm:pt>
    <dgm:pt modelId="{29D4B994-FD7E-4545-AD88-E09AA4564EC9}" type="sibTrans" cxnId="{D0831288-2FB7-43C0-BD1A-AE38F3A8A4F9}">
      <dgm:prSet/>
      <dgm:spPr/>
      <dgm:t>
        <a:bodyPr/>
        <a:lstStyle/>
        <a:p>
          <a:endParaRPr lang="uk-UA"/>
        </a:p>
      </dgm:t>
    </dgm:pt>
    <dgm:pt modelId="{7DB76584-BFB9-47CB-8C1F-35B78368BB6B}">
      <dgm:prSet/>
      <dgm:spPr/>
      <dgm:t>
        <a:bodyPr/>
        <a:lstStyle/>
        <a:p>
          <a:r>
            <a:rPr lang="uk-UA" b="0" i="0" baseline="0"/>
            <a:t>козацтво.</a:t>
          </a:r>
          <a:endParaRPr lang="uk-UA"/>
        </a:p>
      </dgm:t>
    </dgm:pt>
    <dgm:pt modelId="{6140F07D-359E-49F0-900E-E0197C436C8A}" type="parTrans" cxnId="{D9738453-2DC5-4C18-BF8C-20321F98101F}">
      <dgm:prSet/>
      <dgm:spPr/>
      <dgm:t>
        <a:bodyPr/>
        <a:lstStyle/>
        <a:p>
          <a:endParaRPr lang="uk-UA"/>
        </a:p>
      </dgm:t>
    </dgm:pt>
    <dgm:pt modelId="{FBFE04FC-57A2-4300-9D6E-3EB0EDDCEEAD}" type="sibTrans" cxnId="{D9738453-2DC5-4C18-BF8C-20321F98101F}">
      <dgm:prSet/>
      <dgm:spPr/>
      <dgm:t>
        <a:bodyPr/>
        <a:lstStyle/>
        <a:p>
          <a:endParaRPr lang="uk-UA"/>
        </a:p>
      </dgm:t>
    </dgm:pt>
    <dgm:pt modelId="{E021151B-060E-4012-8C36-F71C6AB099F6}">
      <dgm:prSet/>
      <dgm:spPr/>
      <dgm:t>
        <a:bodyPr/>
        <a:lstStyle/>
        <a:p>
          <a:r>
            <a:rPr lang="uk-UA" b="0" i="0" baseline="0"/>
            <a:t>міщанство.</a:t>
          </a:r>
          <a:endParaRPr lang="uk-UA"/>
        </a:p>
      </dgm:t>
    </dgm:pt>
    <dgm:pt modelId="{C0A82ECF-BFD8-49C7-A1FC-849B896BF590}" type="parTrans" cxnId="{E356566F-6E69-48D8-A2DD-A58FF7DF9BA9}">
      <dgm:prSet/>
      <dgm:spPr/>
      <dgm:t>
        <a:bodyPr/>
        <a:lstStyle/>
        <a:p>
          <a:endParaRPr lang="uk-UA"/>
        </a:p>
      </dgm:t>
    </dgm:pt>
    <dgm:pt modelId="{99F6A8A7-D57B-4CE7-9293-A7248E66E250}" type="sibTrans" cxnId="{E356566F-6E69-48D8-A2DD-A58FF7DF9BA9}">
      <dgm:prSet/>
      <dgm:spPr/>
      <dgm:t>
        <a:bodyPr/>
        <a:lstStyle/>
        <a:p>
          <a:endParaRPr lang="uk-UA"/>
        </a:p>
      </dgm:t>
    </dgm:pt>
    <dgm:pt modelId="{5E40FBC0-EE80-41C6-8EE1-3922E65FDCE9}">
      <dgm:prSet/>
      <dgm:spPr/>
      <dgm:t>
        <a:bodyPr/>
        <a:lstStyle/>
        <a:p>
          <a:r>
            <a:rPr lang="uk-UA" b="0" i="0" baseline="0"/>
            <a:t>духовенство</a:t>
          </a:r>
          <a:endParaRPr lang="uk-UA"/>
        </a:p>
      </dgm:t>
    </dgm:pt>
    <dgm:pt modelId="{AFA159F7-69A4-4044-8A9E-08321080431D}" type="parTrans" cxnId="{58DC47B5-8DD2-44C7-AAA7-D8E0AE745E89}">
      <dgm:prSet/>
      <dgm:spPr/>
      <dgm:t>
        <a:bodyPr/>
        <a:lstStyle/>
        <a:p>
          <a:endParaRPr lang="uk-UA"/>
        </a:p>
      </dgm:t>
    </dgm:pt>
    <dgm:pt modelId="{1CE0027D-8EC5-4D3A-BA67-5EFDE14D24D8}" type="sibTrans" cxnId="{58DC47B5-8DD2-44C7-AAA7-D8E0AE745E89}">
      <dgm:prSet/>
      <dgm:spPr/>
      <dgm:t>
        <a:bodyPr/>
        <a:lstStyle/>
        <a:p>
          <a:endParaRPr lang="uk-UA"/>
        </a:p>
      </dgm:t>
    </dgm:pt>
    <dgm:pt modelId="{92A935BD-6264-4B78-A18D-7EC5913A1682}" type="pres">
      <dgm:prSet presAssocID="{F5A87136-E659-4868-BE87-006FF434D59C}" presName="Name0" presStyleCnt="0">
        <dgm:presLayoutVars>
          <dgm:chMax val="7"/>
          <dgm:chPref val="7"/>
          <dgm:dir/>
        </dgm:presLayoutVars>
      </dgm:prSet>
      <dgm:spPr/>
    </dgm:pt>
    <dgm:pt modelId="{46618776-0CE4-45C5-BC83-EE819C178B6E}" type="pres">
      <dgm:prSet presAssocID="{F5A87136-E659-4868-BE87-006FF434D59C}" presName="Name1" presStyleCnt="0"/>
      <dgm:spPr/>
    </dgm:pt>
    <dgm:pt modelId="{F7ECA6E8-23EB-41FF-A0DD-8EE38686A310}" type="pres">
      <dgm:prSet presAssocID="{F5A87136-E659-4868-BE87-006FF434D59C}" presName="cycle" presStyleCnt="0"/>
      <dgm:spPr/>
    </dgm:pt>
    <dgm:pt modelId="{C668147F-68AA-4985-A056-15E7C809A7F4}" type="pres">
      <dgm:prSet presAssocID="{F5A87136-E659-4868-BE87-006FF434D59C}" presName="srcNode" presStyleLbl="node1" presStyleIdx="0" presStyleCnt="4"/>
      <dgm:spPr/>
    </dgm:pt>
    <dgm:pt modelId="{BBAF575F-E868-4E06-8DD5-12354C0CAEFC}" type="pres">
      <dgm:prSet presAssocID="{F5A87136-E659-4868-BE87-006FF434D59C}" presName="conn" presStyleLbl="parChTrans1D2" presStyleIdx="0" presStyleCnt="1"/>
      <dgm:spPr/>
    </dgm:pt>
    <dgm:pt modelId="{C14835C6-B5D9-437F-9E07-89E610096E66}" type="pres">
      <dgm:prSet presAssocID="{F5A87136-E659-4868-BE87-006FF434D59C}" presName="extraNode" presStyleLbl="node1" presStyleIdx="0" presStyleCnt="4"/>
      <dgm:spPr/>
    </dgm:pt>
    <dgm:pt modelId="{5638194F-B3DA-4207-AF12-40A6B8A55406}" type="pres">
      <dgm:prSet presAssocID="{F5A87136-E659-4868-BE87-006FF434D59C}" presName="dstNode" presStyleLbl="node1" presStyleIdx="0" presStyleCnt="4"/>
      <dgm:spPr/>
    </dgm:pt>
    <dgm:pt modelId="{DE76E52A-641B-4015-AACA-76D3ADF3825F}" type="pres">
      <dgm:prSet presAssocID="{92A74981-9AEC-4EDF-8B5F-B13542107220}" presName="text_1" presStyleLbl="node1" presStyleIdx="0" presStyleCnt="4">
        <dgm:presLayoutVars>
          <dgm:bulletEnabled val="1"/>
        </dgm:presLayoutVars>
      </dgm:prSet>
      <dgm:spPr/>
    </dgm:pt>
    <dgm:pt modelId="{BE3E6CC7-22AF-4288-8313-F0FAE7BE77FE}" type="pres">
      <dgm:prSet presAssocID="{92A74981-9AEC-4EDF-8B5F-B13542107220}" presName="accent_1" presStyleCnt="0"/>
      <dgm:spPr/>
    </dgm:pt>
    <dgm:pt modelId="{754C2529-CA68-49CA-BA31-0F1C32611B49}" type="pres">
      <dgm:prSet presAssocID="{92A74981-9AEC-4EDF-8B5F-B13542107220}" presName="accentRepeatNode" presStyleLbl="solidFgAcc1" presStyleIdx="0" presStyleCnt="4"/>
      <dgm:spPr/>
    </dgm:pt>
    <dgm:pt modelId="{3F7A3DF8-CB75-4461-B294-CEAE434BED3D}" type="pres">
      <dgm:prSet presAssocID="{7DB76584-BFB9-47CB-8C1F-35B78368BB6B}" presName="text_2" presStyleLbl="node1" presStyleIdx="1" presStyleCnt="4">
        <dgm:presLayoutVars>
          <dgm:bulletEnabled val="1"/>
        </dgm:presLayoutVars>
      </dgm:prSet>
      <dgm:spPr/>
    </dgm:pt>
    <dgm:pt modelId="{4A784EE9-5CB7-4223-B094-4BDB43FB18FA}" type="pres">
      <dgm:prSet presAssocID="{7DB76584-BFB9-47CB-8C1F-35B78368BB6B}" presName="accent_2" presStyleCnt="0"/>
      <dgm:spPr/>
    </dgm:pt>
    <dgm:pt modelId="{CFF09B98-34F0-4DDC-AAB3-E98F23F9A395}" type="pres">
      <dgm:prSet presAssocID="{7DB76584-BFB9-47CB-8C1F-35B78368BB6B}" presName="accentRepeatNode" presStyleLbl="solidFgAcc1" presStyleIdx="1" presStyleCnt="4"/>
      <dgm:spPr/>
    </dgm:pt>
    <dgm:pt modelId="{D68E6080-8E4C-42BD-B179-448B3797244F}" type="pres">
      <dgm:prSet presAssocID="{E021151B-060E-4012-8C36-F71C6AB099F6}" presName="text_3" presStyleLbl="node1" presStyleIdx="2" presStyleCnt="4">
        <dgm:presLayoutVars>
          <dgm:bulletEnabled val="1"/>
        </dgm:presLayoutVars>
      </dgm:prSet>
      <dgm:spPr/>
    </dgm:pt>
    <dgm:pt modelId="{A76438D1-A9C6-435F-BF2C-B88EAA3D5DE7}" type="pres">
      <dgm:prSet presAssocID="{E021151B-060E-4012-8C36-F71C6AB099F6}" presName="accent_3" presStyleCnt="0"/>
      <dgm:spPr/>
    </dgm:pt>
    <dgm:pt modelId="{9A53DBAD-4055-42B3-8511-26B757FEFCBA}" type="pres">
      <dgm:prSet presAssocID="{E021151B-060E-4012-8C36-F71C6AB099F6}" presName="accentRepeatNode" presStyleLbl="solidFgAcc1" presStyleIdx="2" presStyleCnt="4"/>
      <dgm:spPr/>
    </dgm:pt>
    <dgm:pt modelId="{1B8D65CD-439F-4527-AE34-E1A4A641AFD2}" type="pres">
      <dgm:prSet presAssocID="{5E40FBC0-EE80-41C6-8EE1-3922E65FDCE9}" presName="text_4" presStyleLbl="node1" presStyleIdx="3" presStyleCnt="4">
        <dgm:presLayoutVars>
          <dgm:bulletEnabled val="1"/>
        </dgm:presLayoutVars>
      </dgm:prSet>
      <dgm:spPr/>
    </dgm:pt>
    <dgm:pt modelId="{F9553480-5F93-4110-8162-34EA4AEA80F1}" type="pres">
      <dgm:prSet presAssocID="{5E40FBC0-EE80-41C6-8EE1-3922E65FDCE9}" presName="accent_4" presStyleCnt="0"/>
      <dgm:spPr/>
    </dgm:pt>
    <dgm:pt modelId="{448228DA-9575-4FE2-B088-814B2B643D8E}" type="pres">
      <dgm:prSet presAssocID="{5E40FBC0-EE80-41C6-8EE1-3922E65FDCE9}" presName="accentRepeatNode" presStyleLbl="solidFgAcc1" presStyleIdx="3" presStyleCnt="4"/>
      <dgm:spPr/>
    </dgm:pt>
  </dgm:ptLst>
  <dgm:cxnLst>
    <dgm:cxn modelId="{87D4461D-4695-4881-8178-0EB7ECA70484}" type="presOf" srcId="{92A74981-9AEC-4EDF-8B5F-B13542107220}" destId="{DE76E52A-641B-4015-AACA-76D3ADF3825F}" srcOrd="0" destOrd="0" presId="urn:microsoft.com/office/officeart/2008/layout/VerticalCurvedList"/>
    <dgm:cxn modelId="{9AE6FE5E-A502-409E-9C3D-34A6AC649139}" type="presOf" srcId="{5E40FBC0-EE80-41C6-8EE1-3922E65FDCE9}" destId="{1B8D65CD-439F-4527-AE34-E1A4A641AFD2}" srcOrd="0" destOrd="0" presId="urn:microsoft.com/office/officeart/2008/layout/VerticalCurvedList"/>
    <dgm:cxn modelId="{099E9562-9DAA-49C2-8B4C-4E3DF5B8EB6A}" type="presOf" srcId="{E021151B-060E-4012-8C36-F71C6AB099F6}" destId="{D68E6080-8E4C-42BD-B179-448B3797244F}" srcOrd="0" destOrd="0" presId="urn:microsoft.com/office/officeart/2008/layout/VerticalCurvedList"/>
    <dgm:cxn modelId="{D5F8C043-C4F5-4522-B8EC-2B202D56371C}" type="presOf" srcId="{F5A87136-E659-4868-BE87-006FF434D59C}" destId="{92A935BD-6264-4B78-A18D-7EC5913A1682}" srcOrd="0" destOrd="0" presId="urn:microsoft.com/office/officeart/2008/layout/VerticalCurvedList"/>
    <dgm:cxn modelId="{E356566F-6E69-48D8-A2DD-A58FF7DF9BA9}" srcId="{F5A87136-E659-4868-BE87-006FF434D59C}" destId="{E021151B-060E-4012-8C36-F71C6AB099F6}" srcOrd="2" destOrd="0" parTransId="{C0A82ECF-BFD8-49C7-A1FC-849B896BF590}" sibTransId="{99F6A8A7-D57B-4CE7-9293-A7248E66E250}"/>
    <dgm:cxn modelId="{D9738453-2DC5-4C18-BF8C-20321F98101F}" srcId="{F5A87136-E659-4868-BE87-006FF434D59C}" destId="{7DB76584-BFB9-47CB-8C1F-35B78368BB6B}" srcOrd="1" destOrd="0" parTransId="{6140F07D-359E-49F0-900E-E0197C436C8A}" sibTransId="{FBFE04FC-57A2-4300-9D6E-3EB0EDDCEEAD}"/>
    <dgm:cxn modelId="{BCC36679-452B-49F8-BEFF-7937E121CC38}" type="presOf" srcId="{7DB76584-BFB9-47CB-8C1F-35B78368BB6B}" destId="{3F7A3DF8-CB75-4461-B294-CEAE434BED3D}" srcOrd="0" destOrd="0" presId="urn:microsoft.com/office/officeart/2008/layout/VerticalCurvedList"/>
    <dgm:cxn modelId="{D0831288-2FB7-43C0-BD1A-AE38F3A8A4F9}" srcId="{F5A87136-E659-4868-BE87-006FF434D59C}" destId="{92A74981-9AEC-4EDF-8B5F-B13542107220}" srcOrd="0" destOrd="0" parTransId="{D3BA359B-9C7B-4C39-9A00-4E2FA9E2C350}" sibTransId="{29D4B994-FD7E-4545-AD88-E09AA4564EC9}"/>
    <dgm:cxn modelId="{2943449C-F882-4775-98A5-F7610558338F}" type="presOf" srcId="{29D4B994-FD7E-4545-AD88-E09AA4564EC9}" destId="{BBAF575F-E868-4E06-8DD5-12354C0CAEFC}" srcOrd="0" destOrd="0" presId="urn:microsoft.com/office/officeart/2008/layout/VerticalCurvedList"/>
    <dgm:cxn modelId="{58DC47B5-8DD2-44C7-AAA7-D8E0AE745E89}" srcId="{F5A87136-E659-4868-BE87-006FF434D59C}" destId="{5E40FBC0-EE80-41C6-8EE1-3922E65FDCE9}" srcOrd="3" destOrd="0" parTransId="{AFA159F7-69A4-4044-8A9E-08321080431D}" sibTransId="{1CE0027D-8EC5-4D3A-BA67-5EFDE14D24D8}"/>
    <dgm:cxn modelId="{560DE709-06B0-472F-A7FE-107390ACDBBB}" type="presParOf" srcId="{92A935BD-6264-4B78-A18D-7EC5913A1682}" destId="{46618776-0CE4-45C5-BC83-EE819C178B6E}" srcOrd="0" destOrd="0" presId="urn:microsoft.com/office/officeart/2008/layout/VerticalCurvedList"/>
    <dgm:cxn modelId="{C7772473-1B12-45D2-B31F-859F0882EDDD}" type="presParOf" srcId="{46618776-0CE4-45C5-BC83-EE819C178B6E}" destId="{F7ECA6E8-23EB-41FF-A0DD-8EE38686A310}" srcOrd="0" destOrd="0" presId="urn:microsoft.com/office/officeart/2008/layout/VerticalCurvedList"/>
    <dgm:cxn modelId="{541A2F96-A604-4AB4-9F97-0389323B5076}" type="presParOf" srcId="{F7ECA6E8-23EB-41FF-A0DD-8EE38686A310}" destId="{C668147F-68AA-4985-A056-15E7C809A7F4}" srcOrd="0" destOrd="0" presId="urn:microsoft.com/office/officeart/2008/layout/VerticalCurvedList"/>
    <dgm:cxn modelId="{EE5EF832-C8CC-4A34-A761-E5EA78553ADC}" type="presParOf" srcId="{F7ECA6E8-23EB-41FF-A0DD-8EE38686A310}" destId="{BBAF575F-E868-4E06-8DD5-12354C0CAEFC}" srcOrd="1" destOrd="0" presId="urn:microsoft.com/office/officeart/2008/layout/VerticalCurvedList"/>
    <dgm:cxn modelId="{E5F18ED7-72B1-4768-BBF3-F280CE386EDF}" type="presParOf" srcId="{F7ECA6E8-23EB-41FF-A0DD-8EE38686A310}" destId="{C14835C6-B5D9-437F-9E07-89E610096E66}" srcOrd="2" destOrd="0" presId="urn:microsoft.com/office/officeart/2008/layout/VerticalCurvedList"/>
    <dgm:cxn modelId="{03DF49DF-D1DB-424E-AD99-D026E90A0D30}" type="presParOf" srcId="{F7ECA6E8-23EB-41FF-A0DD-8EE38686A310}" destId="{5638194F-B3DA-4207-AF12-40A6B8A55406}" srcOrd="3" destOrd="0" presId="urn:microsoft.com/office/officeart/2008/layout/VerticalCurvedList"/>
    <dgm:cxn modelId="{D6A002AE-8E8D-4526-8146-297684943E8D}" type="presParOf" srcId="{46618776-0CE4-45C5-BC83-EE819C178B6E}" destId="{DE76E52A-641B-4015-AACA-76D3ADF3825F}" srcOrd="1" destOrd="0" presId="urn:microsoft.com/office/officeart/2008/layout/VerticalCurvedList"/>
    <dgm:cxn modelId="{ADE7FE04-591B-4A8C-BD65-DDA8CC414165}" type="presParOf" srcId="{46618776-0CE4-45C5-BC83-EE819C178B6E}" destId="{BE3E6CC7-22AF-4288-8313-F0FAE7BE77FE}" srcOrd="2" destOrd="0" presId="urn:microsoft.com/office/officeart/2008/layout/VerticalCurvedList"/>
    <dgm:cxn modelId="{A9A9D09F-E135-403A-8128-3C66155BD0BA}" type="presParOf" srcId="{BE3E6CC7-22AF-4288-8313-F0FAE7BE77FE}" destId="{754C2529-CA68-49CA-BA31-0F1C32611B49}" srcOrd="0" destOrd="0" presId="urn:microsoft.com/office/officeart/2008/layout/VerticalCurvedList"/>
    <dgm:cxn modelId="{EB189264-1D9F-47FF-9D27-66966B8E0319}" type="presParOf" srcId="{46618776-0CE4-45C5-BC83-EE819C178B6E}" destId="{3F7A3DF8-CB75-4461-B294-CEAE434BED3D}" srcOrd="3" destOrd="0" presId="urn:microsoft.com/office/officeart/2008/layout/VerticalCurvedList"/>
    <dgm:cxn modelId="{D9FB629B-A2E0-4E61-A3BD-705E6066D19A}" type="presParOf" srcId="{46618776-0CE4-45C5-BC83-EE819C178B6E}" destId="{4A784EE9-5CB7-4223-B094-4BDB43FB18FA}" srcOrd="4" destOrd="0" presId="urn:microsoft.com/office/officeart/2008/layout/VerticalCurvedList"/>
    <dgm:cxn modelId="{34B6F960-2FDA-463C-9960-1AF942158278}" type="presParOf" srcId="{4A784EE9-5CB7-4223-B094-4BDB43FB18FA}" destId="{CFF09B98-34F0-4DDC-AAB3-E98F23F9A395}" srcOrd="0" destOrd="0" presId="urn:microsoft.com/office/officeart/2008/layout/VerticalCurvedList"/>
    <dgm:cxn modelId="{0A335FC5-323F-4012-B052-237620502E48}" type="presParOf" srcId="{46618776-0CE4-45C5-BC83-EE819C178B6E}" destId="{D68E6080-8E4C-42BD-B179-448B3797244F}" srcOrd="5" destOrd="0" presId="urn:microsoft.com/office/officeart/2008/layout/VerticalCurvedList"/>
    <dgm:cxn modelId="{C52A675C-58DA-4108-96A0-A7699F4675D9}" type="presParOf" srcId="{46618776-0CE4-45C5-BC83-EE819C178B6E}" destId="{A76438D1-A9C6-435F-BF2C-B88EAA3D5DE7}" srcOrd="6" destOrd="0" presId="urn:microsoft.com/office/officeart/2008/layout/VerticalCurvedList"/>
    <dgm:cxn modelId="{41793E24-D2CE-4753-9444-19E296514277}" type="presParOf" srcId="{A76438D1-A9C6-435F-BF2C-B88EAA3D5DE7}" destId="{9A53DBAD-4055-42B3-8511-26B757FEFCBA}" srcOrd="0" destOrd="0" presId="urn:microsoft.com/office/officeart/2008/layout/VerticalCurvedList"/>
    <dgm:cxn modelId="{4CC13302-DC9B-4961-BE11-FAE41C0AF591}" type="presParOf" srcId="{46618776-0CE4-45C5-BC83-EE819C178B6E}" destId="{1B8D65CD-439F-4527-AE34-E1A4A641AFD2}" srcOrd="7" destOrd="0" presId="urn:microsoft.com/office/officeart/2008/layout/VerticalCurvedList"/>
    <dgm:cxn modelId="{3E1655EA-7675-48C5-92E8-EE3A659E2A6B}" type="presParOf" srcId="{46618776-0CE4-45C5-BC83-EE819C178B6E}" destId="{F9553480-5F93-4110-8162-34EA4AEA80F1}" srcOrd="8" destOrd="0" presId="urn:microsoft.com/office/officeart/2008/layout/VerticalCurvedList"/>
    <dgm:cxn modelId="{9FE9901C-7CB4-4532-B052-EBCAE1B4155C}" type="presParOf" srcId="{F9553480-5F93-4110-8162-34EA4AEA80F1}" destId="{448228DA-9575-4FE2-B088-814B2B643D8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B8B4B725-2B3F-441A-944C-48937A6BB0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E27A75B-C19E-4DC7-B750-BD2669E03F8F}">
      <dgm:prSet/>
      <dgm:spPr/>
      <dgm:t>
        <a:bodyPr/>
        <a:lstStyle/>
        <a:p>
          <a:r>
            <a:rPr lang="uk-UA" b="0" i="0" baseline="0"/>
            <a:t>«Літопис Самовидця»</a:t>
          </a:r>
          <a:endParaRPr lang="uk-UA"/>
        </a:p>
      </dgm:t>
    </dgm:pt>
    <dgm:pt modelId="{59BCA7A7-BBA5-4A8A-B0A0-6F66018591DE}" type="parTrans" cxnId="{ED1ACE09-8B35-466D-889F-CEEAEB8823E2}">
      <dgm:prSet/>
      <dgm:spPr/>
      <dgm:t>
        <a:bodyPr/>
        <a:lstStyle/>
        <a:p>
          <a:endParaRPr lang="uk-UA"/>
        </a:p>
      </dgm:t>
    </dgm:pt>
    <dgm:pt modelId="{C0C9318D-DD17-4391-A56B-D8EEA82427BC}" type="sibTrans" cxnId="{ED1ACE09-8B35-466D-889F-CEEAEB8823E2}">
      <dgm:prSet/>
      <dgm:spPr/>
      <dgm:t>
        <a:bodyPr/>
        <a:lstStyle/>
        <a:p>
          <a:endParaRPr lang="uk-UA"/>
        </a:p>
      </dgm:t>
    </dgm:pt>
    <dgm:pt modelId="{FF107BCB-A735-42FE-BC69-F792F966C7C1}">
      <dgm:prSet/>
      <dgm:spPr/>
      <dgm:t>
        <a:bodyPr/>
        <a:lstStyle/>
        <a:p>
          <a:r>
            <a:rPr lang="uk-UA" b="0" i="0" baseline="0"/>
            <a:t>«Хроніка з літописців стародавніх» Ф. Софоновича</a:t>
          </a:r>
          <a:endParaRPr lang="uk-UA"/>
        </a:p>
      </dgm:t>
    </dgm:pt>
    <dgm:pt modelId="{59D6F431-46B9-44DD-AA40-DA88C378A4A3}" type="parTrans" cxnId="{630D9F1E-3B66-4414-A3FF-2C0E70990F3D}">
      <dgm:prSet/>
      <dgm:spPr/>
      <dgm:t>
        <a:bodyPr/>
        <a:lstStyle/>
        <a:p>
          <a:endParaRPr lang="uk-UA"/>
        </a:p>
      </dgm:t>
    </dgm:pt>
    <dgm:pt modelId="{8FB976BE-D5D9-48AA-9043-8C6DAA4EA877}" type="sibTrans" cxnId="{630D9F1E-3B66-4414-A3FF-2C0E70990F3D}">
      <dgm:prSet/>
      <dgm:spPr/>
      <dgm:t>
        <a:bodyPr/>
        <a:lstStyle/>
        <a:p>
          <a:endParaRPr lang="uk-UA"/>
        </a:p>
      </dgm:t>
    </dgm:pt>
    <dgm:pt modelId="{72DDA1B4-B18F-4636-9CA2-EE9424C6669B}">
      <dgm:prSet/>
      <dgm:spPr/>
      <dgm:t>
        <a:bodyPr/>
        <a:lstStyle/>
        <a:p>
          <a:r>
            <a:rPr lang="uk-UA" b="0" i="0" baseline="0"/>
            <a:t>Літопис Г. Граб’янки</a:t>
          </a:r>
          <a:endParaRPr lang="uk-UA"/>
        </a:p>
      </dgm:t>
    </dgm:pt>
    <dgm:pt modelId="{84F88741-F4F4-47D6-B8EF-CAB86E59B07B}" type="parTrans" cxnId="{D9EF0AF5-4B1D-4DF5-80E5-3BB9488747BD}">
      <dgm:prSet/>
      <dgm:spPr/>
      <dgm:t>
        <a:bodyPr/>
        <a:lstStyle/>
        <a:p>
          <a:endParaRPr lang="uk-UA"/>
        </a:p>
      </dgm:t>
    </dgm:pt>
    <dgm:pt modelId="{F2157DDE-160F-4396-AF92-723342E31796}" type="sibTrans" cxnId="{D9EF0AF5-4B1D-4DF5-80E5-3BB9488747BD}">
      <dgm:prSet/>
      <dgm:spPr/>
      <dgm:t>
        <a:bodyPr/>
        <a:lstStyle/>
        <a:p>
          <a:endParaRPr lang="uk-UA"/>
        </a:p>
      </dgm:t>
    </dgm:pt>
    <dgm:pt modelId="{4ED106ED-14E9-42B3-B3D8-D7F40A934561}">
      <dgm:prSet/>
      <dgm:spPr/>
      <dgm:t>
        <a:bodyPr/>
        <a:lstStyle/>
        <a:p>
          <a:r>
            <a:rPr lang="uk-UA" b="0" i="0" baseline="0"/>
            <a:t>Літопис С. Величка</a:t>
          </a:r>
          <a:endParaRPr lang="uk-UA"/>
        </a:p>
      </dgm:t>
    </dgm:pt>
    <dgm:pt modelId="{156B3CA2-EFCC-4987-B500-CA1DADBC5C87}" type="parTrans" cxnId="{053C8F2B-064A-4CEC-BD0F-33E39F7CD2AB}">
      <dgm:prSet/>
      <dgm:spPr/>
      <dgm:t>
        <a:bodyPr/>
        <a:lstStyle/>
        <a:p>
          <a:endParaRPr lang="uk-UA"/>
        </a:p>
      </dgm:t>
    </dgm:pt>
    <dgm:pt modelId="{BEB8ADBA-3108-441D-A5E9-BAC245145E61}" type="sibTrans" cxnId="{053C8F2B-064A-4CEC-BD0F-33E39F7CD2AB}">
      <dgm:prSet/>
      <dgm:spPr/>
      <dgm:t>
        <a:bodyPr/>
        <a:lstStyle/>
        <a:p>
          <a:endParaRPr lang="uk-UA"/>
        </a:p>
      </dgm:t>
    </dgm:pt>
    <dgm:pt modelId="{1F7A9A40-2BCE-4001-92C6-A72D96483702}" type="pres">
      <dgm:prSet presAssocID="{B8B4B725-2B3F-441A-944C-48937A6BB04A}" presName="linear" presStyleCnt="0">
        <dgm:presLayoutVars>
          <dgm:animLvl val="lvl"/>
          <dgm:resizeHandles val="exact"/>
        </dgm:presLayoutVars>
      </dgm:prSet>
      <dgm:spPr/>
    </dgm:pt>
    <dgm:pt modelId="{FD946F87-6929-4EC0-A8AC-DFC73870E51D}" type="pres">
      <dgm:prSet presAssocID="{DE27A75B-C19E-4DC7-B750-BD2669E03F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F2AA7E-67B9-42A8-84C0-55172629388A}" type="pres">
      <dgm:prSet presAssocID="{C0C9318D-DD17-4391-A56B-D8EEA82427BC}" presName="spacer" presStyleCnt="0"/>
      <dgm:spPr/>
    </dgm:pt>
    <dgm:pt modelId="{49268BA5-1296-4AEF-B8B8-EFF66E73D8D6}" type="pres">
      <dgm:prSet presAssocID="{FF107BCB-A735-42FE-BC69-F792F966C7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03DA3E-6201-4567-B136-08939E42BBC1}" type="pres">
      <dgm:prSet presAssocID="{8FB976BE-D5D9-48AA-9043-8C6DAA4EA877}" presName="spacer" presStyleCnt="0"/>
      <dgm:spPr/>
    </dgm:pt>
    <dgm:pt modelId="{095CA303-7344-4851-81CA-83876EAD1A6C}" type="pres">
      <dgm:prSet presAssocID="{72DDA1B4-B18F-4636-9CA2-EE9424C666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630062-B395-4B33-A9FE-149550F109CC}" type="pres">
      <dgm:prSet presAssocID="{F2157DDE-160F-4396-AF92-723342E31796}" presName="spacer" presStyleCnt="0"/>
      <dgm:spPr/>
    </dgm:pt>
    <dgm:pt modelId="{72011E63-B033-4CD7-BBBC-1763B61BB923}" type="pres">
      <dgm:prSet presAssocID="{4ED106ED-14E9-42B3-B3D8-D7F40A9345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0A6600-DB26-4D1E-9A7A-DE7A343EF30A}" type="presOf" srcId="{B8B4B725-2B3F-441A-944C-48937A6BB04A}" destId="{1F7A9A40-2BCE-4001-92C6-A72D96483702}" srcOrd="0" destOrd="0" presId="urn:microsoft.com/office/officeart/2005/8/layout/vList2"/>
    <dgm:cxn modelId="{E7165F09-EA58-4072-8171-30F7C8FBCBFC}" type="presOf" srcId="{72DDA1B4-B18F-4636-9CA2-EE9424C6669B}" destId="{095CA303-7344-4851-81CA-83876EAD1A6C}" srcOrd="0" destOrd="0" presId="urn:microsoft.com/office/officeart/2005/8/layout/vList2"/>
    <dgm:cxn modelId="{ED1ACE09-8B35-466D-889F-CEEAEB8823E2}" srcId="{B8B4B725-2B3F-441A-944C-48937A6BB04A}" destId="{DE27A75B-C19E-4DC7-B750-BD2669E03F8F}" srcOrd="0" destOrd="0" parTransId="{59BCA7A7-BBA5-4A8A-B0A0-6F66018591DE}" sibTransId="{C0C9318D-DD17-4391-A56B-D8EEA82427BC}"/>
    <dgm:cxn modelId="{630D9F1E-3B66-4414-A3FF-2C0E70990F3D}" srcId="{B8B4B725-2B3F-441A-944C-48937A6BB04A}" destId="{FF107BCB-A735-42FE-BC69-F792F966C7C1}" srcOrd="1" destOrd="0" parTransId="{59D6F431-46B9-44DD-AA40-DA88C378A4A3}" sibTransId="{8FB976BE-D5D9-48AA-9043-8C6DAA4EA877}"/>
    <dgm:cxn modelId="{053C8F2B-064A-4CEC-BD0F-33E39F7CD2AB}" srcId="{B8B4B725-2B3F-441A-944C-48937A6BB04A}" destId="{4ED106ED-14E9-42B3-B3D8-D7F40A934561}" srcOrd="3" destOrd="0" parTransId="{156B3CA2-EFCC-4987-B500-CA1DADBC5C87}" sibTransId="{BEB8ADBA-3108-441D-A5E9-BAC245145E61}"/>
    <dgm:cxn modelId="{564D7C4D-D86F-47A0-9FA4-2D5B3986F1E9}" type="presOf" srcId="{DE27A75B-C19E-4DC7-B750-BD2669E03F8F}" destId="{FD946F87-6929-4EC0-A8AC-DFC73870E51D}" srcOrd="0" destOrd="0" presId="urn:microsoft.com/office/officeart/2005/8/layout/vList2"/>
    <dgm:cxn modelId="{73AFA8C6-D754-4DCC-83FE-4B66FDDF4290}" type="presOf" srcId="{4ED106ED-14E9-42B3-B3D8-D7F40A934561}" destId="{72011E63-B033-4CD7-BBBC-1763B61BB923}" srcOrd="0" destOrd="0" presId="urn:microsoft.com/office/officeart/2005/8/layout/vList2"/>
    <dgm:cxn modelId="{B394ABF3-C628-41C6-88F9-54DB2BA1D716}" type="presOf" srcId="{FF107BCB-A735-42FE-BC69-F792F966C7C1}" destId="{49268BA5-1296-4AEF-B8B8-EFF66E73D8D6}" srcOrd="0" destOrd="0" presId="urn:microsoft.com/office/officeart/2005/8/layout/vList2"/>
    <dgm:cxn modelId="{D9EF0AF5-4B1D-4DF5-80E5-3BB9488747BD}" srcId="{B8B4B725-2B3F-441A-944C-48937A6BB04A}" destId="{72DDA1B4-B18F-4636-9CA2-EE9424C6669B}" srcOrd="2" destOrd="0" parTransId="{84F88741-F4F4-47D6-B8EF-CAB86E59B07B}" sibTransId="{F2157DDE-160F-4396-AF92-723342E31796}"/>
    <dgm:cxn modelId="{36231527-1CEA-4F14-B1FA-210F9312A7C5}" type="presParOf" srcId="{1F7A9A40-2BCE-4001-92C6-A72D96483702}" destId="{FD946F87-6929-4EC0-A8AC-DFC73870E51D}" srcOrd="0" destOrd="0" presId="urn:microsoft.com/office/officeart/2005/8/layout/vList2"/>
    <dgm:cxn modelId="{AE439594-03F8-4D40-8C80-403850CBDC7D}" type="presParOf" srcId="{1F7A9A40-2BCE-4001-92C6-A72D96483702}" destId="{DFF2AA7E-67B9-42A8-84C0-55172629388A}" srcOrd="1" destOrd="0" presId="urn:microsoft.com/office/officeart/2005/8/layout/vList2"/>
    <dgm:cxn modelId="{65A8311E-E17D-4D61-AC41-58C297C36515}" type="presParOf" srcId="{1F7A9A40-2BCE-4001-92C6-A72D96483702}" destId="{49268BA5-1296-4AEF-B8B8-EFF66E73D8D6}" srcOrd="2" destOrd="0" presId="urn:microsoft.com/office/officeart/2005/8/layout/vList2"/>
    <dgm:cxn modelId="{4682170A-27AB-4B3A-825B-B085F07C9E50}" type="presParOf" srcId="{1F7A9A40-2BCE-4001-92C6-A72D96483702}" destId="{2B03DA3E-6201-4567-B136-08939E42BBC1}" srcOrd="3" destOrd="0" presId="urn:microsoft.com/office/officeart/2005/8/layout/vList2"/>
    <dgm:cxn modelId="{5401140E-7DED-4CBD-96F7-078F5AE28DE2}" type="presParOf" srcId="{1F7A9A40-2BCE-4001-92C6-A72D96483702}" destId="{095CA303-7344-4851-81CA-83876EAD1A6C}" srcOrd="4" destOrd="0" presId="urn:microsoft.com/office/officeart/2005/8/layout/vList2"/>
    <dgm:cxn modelId="{B6A74F7E-8443-412D-A827-9AFC22A2FF2E}" type="presParOf" srcId="{1F7A9A40-2BCE-4001-92C6-A72D96483702}" destId="{29630062-B395-4B33-A9FE-149550F109CC}" srcOrd="5" destOrd="0" presId="urn:microsoft.com/office/officeart/2005/8/layout/vList2"/>
    <dgm:cxn modelId="{BECA01DD-56C5-493E-B170-61572A7116A7}" type="presParOf" srcId="{1F7A9A40-2BCE-4001-92C6-A72D96483702}" destId="{72011E63-B033-4CD7-BBBC-1763B61BB92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08E41F6B-C07B-480A-96E1-0514F4EBA6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E78796-0142-4925-8186-89C0EEA66DEE}">
      <dgm:prSet/>
      <dgm:spPr/>
      <dgm:t>
        <a:bodyPr/>
        <a:lstStyle/>
        <a:p>
          <a:r>
            <a:rPr lang="uk-UA" b="0" i="0" baseline="0"/>
            <a:t>«...Прибув до Києва святійший патріарх єрусалимський Феофан. ...поставив і висвятив на митрополію Київську чоловіка гідного й чесного іменем Йов Борецький...»</a:t>
          </a:r>
          <a:endParaRPr lang="uk-UA"/>
        </a:p>
      </dgm:t>
    </dgm:pt>
    <dgm:pt modelId="{6FA2EF07-564C-47D0-8390-BDBE89CF202F}" type="parTrans" cxnId="{0CBD3D8E-D7A3-4B6D-9246-2BD85B678785}">
      <dgm:prSet/>
      <dgm:spPr/>
      <dgm:t>
        <a:bodyPr/>
        <a:lstStyle/>
        <a:p>
          <a:endParaRPr lang="uk-UA"/>
        </a:p>
      </dgm:t>
    </dgm:pt>
    <dgm:pt modelId="{3B4A6726-0E97-48F3-8411-74136812B678}" type="sibTrans" cxnId="{0CBD3D8E-D7A3-4B6D-9246-2BD85B678785}">
      <dgm:prSet/>
      <dgm:spPr/>
      <dgm:t>
        <a:bodyPr/>
        <a:lstStyle/>
        <a:p>
          <a:endParaRPr lang="uk-UA"/>
        </a:p>
      </dgm:t>
    </dgm:pt>
    <dgm:pt modelId="{DF5D64A3-7FFC-44E1-92C4-2F1D1187E5E5}">
      <dgm:prSet/>
      <dgm:spPr/>
      <dgm:t>
        <a:bodyPr/>
        <a:lstStyle/>
        <a:p>
          <a:r>
            <a:rPr lang="uk-UA" b="0" i="0" baseline="0"/>
            <a:t>«...Генералісимус Василь Голіцин сказав козакам, що царі, згідно зі старим звичаєм, дозволили їм обрати вільними голосами гетьмана... Згодом почулися голоси, що хочуть вибрати Мазепу...»</a:t>
          </a:r>
          <a:endParaRPr lang="uk-UA"/>
        </a:p>
      </dgm:t>
    </dgm:pt>
    <dgm:pt modelId="{DFD86438-5BE5-412E-947F-E8AF3B97DD83}" type="parTrans" cxnId="{74BF3A8B-B0DC-44AD-BB53-0B6992540EF3}">
      <dgm:prSet/>
      <dgm:spPr/>
      <dgm:t>
        <a:bodyPr/>
        <a:lstStyle/>
        <a:p>
          <a:endParaRPr lang="uk-UA"/>
        </a:p>
      </dgm:t>
    </dgm:pt>
    <dgm:pt modelId="{F4C88182-9B20-4EE4-ABE7-3AE9DBDA6396}" type="sibTrans" cxnId="{74BF3A8B-B0DC-44AD-BB53-0B6992540EF3}">
      <dgm:prSet/>
      <dgm:spPr/>
      <dgm:t>
        <a:bodyPr/>
        <a:lstStyle/>
        <a:p>
          <a:endParaRPr lang="uk-UA"/>
        </a:p>
      </dgm:t>
    </dgm:pt>
    <dgm:pt modelId="{58C63259-491B-48EA-9C12-FBF39A051F29}" type="pres">
      <dgm:prSet presAssocID="{08E41F6B-C07B-480A-96E1-0514F4EBA6E7}" presName="linear" presStyleCnt="0">
        <dgm:presLayoutVars>
          <dgm:animLvl val="lvl"/>
          <dgm:resizeHandles val="exact"/>
        </dgm:presLayoutVars>
      </dgm:prSet>
      <dgm:spPr/>
    </dgm:pt>
    <dgm:pt modelId="{17A24529-0F1F-49EA-940F-F96B1009DD15}" type="pres">
      <dgm:prSet presAssocID="{15E78796-0142-4925-8186-89C0EEA66D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8298E4-98DF-49E2-97B4-E0BA41D764C9}" type="pres">
      <dgm:prSet presAssocID="{3B4A6726-0E97-48F3-8411-74136812B678}" presName="spacer" presStyleCnt="0"/>
      <dgm:spPr/>
    </dgm:pt>
    <dgm:pt modelId="{3C07626E-308D-4CA3-AE71-6B01C5BC04DA}" type="pres">
      <dgm:prSet presAssocID="{DF5D64A3-7FFC-44E1-92C4-2F1D1187E5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1693E34-4F17-455A-ADC0-2F8B49E1339E}" type="presOf" srcId="{08E41F6B-C07B-480A-96E1-0514F4EBA6E7}" destId="{58C63259-491B-48EA-9C12-FBF39A051F29}" srcOrd="0" destOrd="0" presId="urn:microsoft.com/office/officeart/2005/8/layout/vList2"/>
    <dgm:cxn modelId="{C69CB93F-4ECD-4A78-B69F-740D106F3D66}" type="presOf" srcId="{15E78796-0142-4925-8186-89C0EEA66DEE}" destId="{17A24529-0F1F-49EA-940F-F96B1009DD15}" srcOrd="0" destOrd="0" presId="urn:microsoft.com/office/officeart/2005/8/layout/vList2"/>
    <dgm:cxn modelId="{74BF3A8B-B0DC-44AD-BB53-0B6992540EF3}" srcId="{08E41F6B-C07B-480A-96E1-0514F4EBA6E7}" destId="{DF5D64A3-7FFC-44E1-92C4-2F1D1187E5E5}" srcOrd="1" destOrd="0" parTransId="{DFD86438-5BE5-412E-947F-E8AF3B97DD83}" sibTransId="{F4C88182-9B20-4EE4-ABE7-3AE9DBDA6396}"/>
    <dgm:cxn modelId="{0CBD3D8E-D7A3-4B6D-9246-2BD85B678785}" srcId="{08E41F6B-C07B-480A-96E1-0514F4EBA6E7}" destId="{15E78796-0142-4925-8186-89C0EEA66DEE}" srcOrd="0" destOrd="0" parTransId="{6FA2EF07-564C-47D0-8390-BDBE89CF202F}" sibTransId="{3B4A6726-0E97-48F3-8411-74136812B678}"/>
    <dgm:cxn modelId="{81515DCF-47DF-4E15-BF0D-E58E64A940BA}" type="presOf" srcId="{DF5D64A3-7FFC-44E1-92C4-2F1D1187E5E5}" destId="{3C07626E-308D-4CA3-AE71-6B01C5BC04DA}" srcOrd="0" destOrd="0" presId="urn:microsoft.com/office/officeart/2005/8/layout/vList2"/>
    <dgm:cxn modelId="{804224D0-50DF-49D3-8A07-4E556B285612}" type="presParOf" srcId="{58C63259-491B-48EA-9C12-FBF39A051F29}" destId="{17A24529-0F1F-49EA-940F-F96B1009DD15}" srcOrd="0" destOrd="0" presId="urn:microsoft.com/office/officeart/2005/8/layout/vList2"/>
    <dgm:cxn modelId="{DF3BDF74-821D-4C93-9C42-9130CC458BDE}" type="presParOf" srcId="{58C63259-491B-48EA-9C12-FBF39A051F29}" destId="{1C8298E4-98DF-49E2-97B4-E0BA41D764C9}" srcOrd="1" destOrd="0" presId="urn:microsoft.com/office/officeart/2005/8/layout/vList2"/>
    <dgm:cxn modelId="{EE9D9238-C2F8-4B25-A761-6B9FB7F8C73F}" type="presParOf" srcId="{58C63259-491B-48EA-9C12-FBF39A051F29}" destId="{3C07626E-308D-4CA3-AE71-6B01C5BC04D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A4862A31-2731-4ED6-B04F-050B90A2CA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693378-F7C7-4B0E-ADDB-3AFB425B3256}">
      <dgm:prSet/>
      <dgm:spPr/>
      <dgm:t>
        <a:bodyPr/>
        <a:lstStyle/>
        <a:p>
          <a:r>
            <a:rPr lang="uk-UA" b="0" i="0" baseline="0"/>
            <a:t>«...Через рік після перемоги під Берестечком повністю загинуло польське військо. ...господарю ж Василю довелося влаштовувати весілля своєї дочки Розанди з Тимошем, сином гетьмана Хмеля...»</a:t>
          </a:r>
          <a:endParaRPr lang="uk-UA"/>
        </a:p>
      </dgm:t>
    </dgm:pt>
    <dgm:pt modelId="{031651C9-CF7B-47EC-A7D6-FFB3AADD33B7}" type="parTrans" cxnId="{D94EC68A-9D0C-4A18-8395-75C524B32782}">
      <dgm:prSet/>
      <dgm:spPr/>
      <dgm:t>
        <a:bodyPr/>
        <a:lstStyle/>
        <a:p>
          <a:endParaRPr lang="uk-UA"/>
        </a:p>
      </dgm:t>
    </dgm:pt>
    <dgm:pt modelId="{1483DEA4-D8F9-4E0D-9EFA-1431F121E0C4}" type="sibTrans" cxnId="{D94EC68A-9D0C-4A18-8395-75C524B32782}">
      <dgm:prSet/>
      <dgm:spPr/>
      <dgm:t>
        <a:bodyPr/>
        <a:lstStyle/>
        <a:p>
          <a:endParaRPr lang="uk-UA"/>
        </a:p>
      </dgm:t>
    </dgm:pt>
    <dgm:pt modelId="{08B405A8-7FA1-4849-B5CD-40AF8A772BDC}">
      <dgm:prSet/>
      <dgm:spPr/>
      <dgm:t>
        <a:bodyPr/>
        <a:lstStyle/>
        <a:p>
          <a:r>
            <a:rPr lang="uk-UA" b="0" i="0" baseline="0"/>
            <a:t>«Хортиця – місцевість на Борисфені. Тут князь Вишневецький поставив колись фортецю... Середину цього місця оточив муром та огорожею з дубів, зміцнених природою та Богом...»</a:t>
          </a:r>
          <a:endParaRPr lang="uk-UA"/>
        </a:p>
      </dgm:t>
    </dgm:pt>
    <dgm:pt modelId="{B23D959D-A09B-43F8-B894-66F09BD83A2A}" type="parTrans" cxnId="{9EA01786-BF5C-413B-AB91-1BE23EA4BDAE}">
      <dgm:prSet/>
      <dgm:spPr/>
      <dgm:t>
        <a:bodyPr/>
        <a:lstStyle/>
        <a:p>
          <a:endParaRPr lang="uk-UA"/>
        </a:p>
      </dgm:t>
    </dgm:pt>
    <dgm:pt modelId="{DCD75F42-1F3F-4011-8068-49986783A5EE}" type="sibTrans" cxnId="{9EA01786-BF5C-413B-AB91-1BE23EA4BDAE}">
      <dgm:prSet/>
      <dgm:spPr/>
      <dgm:t>
        <a:bodyPr/>
        <a:lstStyle/>
        <a:p>
          <a:endParaRPr lang="uk-UA"/>
        </a:p>
      </dgm:t>
    </dgm:pt>
    <dgm:pt modelId="{B6BDFC07-8D7C-46D3-90FF-817B36B9D361}" type="pres">
      <dgm:prSet presAssocID="{A4862A31-2731-4ED6-B04F-050B90A2CA39}" presName="linear" presStyleCnt="0">
        <dgm:presLayoutVars>
          <dgm:animLvl val="lvl"/>
          <dgm:resizeHandles val="exact"/>
        </dgm:presLayoutVars>
      </dgm:prSet>
      <dgm:spPr/>
    </dgm:pt>
    <dgm:pt modelId="{5D5058FA-30DB-4927-815B-4945ABB59F53}" type="pres">
      <dgm:prSet presAssocID="{EF693378-F7C7-4B0E-ADDB-3AFB425B32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2859C71-5377-4511-8DF0-5D8FCE39D644}" type="pres">
      <dgm:prSet presAssocID="{1483DEA4-D8F9-4E0D-9EFA-1431F121E0C4}" presName="spacer" presStyleCnt="0"/>
      <dgm:spPr/>
    </dgm:pt>
    <dgm:pt modelId="{0186380A-9A88-4C1D-A205-AD670EAF2E8B}" type="pres">
      <dgm:prSet presAssocID="{08B405A8-7FA1-4849-B5CD-40AF8A772BD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C65976D-97AB-4FC0-8DB1-AF8950254DA7}" type="presOf" srcId="{A4862A31-2731-4ED6-B04F-050B90A2CA39}" destId="{B6BDFC07-8D7C-46D3-90FF-817B36B9D361}" srcOrd="0" destOrd="0" presId="urn:microsoft.com/office/officeart/2005/8/layout/vList2"/>
    <dgm:cxn modelId="{930CED73-7D8C-481F-8FE7-807225F11AE1}" type="presOf" srcId="{08B405A8-7FA1-4849-B5CD-40AF8A772BDC}" destId="{0186380A-9A88-4C1D-A205-AD670EAF2E8B}" srcOrd="0" destOrd="0" presId="urn:microsoft.com/office/officeart/2005/8/layout/vList2"/>
    <dgm:cxn modelId="{9EA01786-BF5C-413B-AB91-1BE23EA4BDAE}" srcId="{A4862A31-2731-4ED6-B04F-050B90A2CA39}" destId="{08B405A8-7FA1-4849-B5CD-40AF8A772BDC}" srcOrd="1" destOrd="0" parTransId="{B23D959D-A09B-43F8-B894-66F09BD83A2A}" sibTransId="{DCD75F42-1F3F-4011-8068-49986783A5EE}"/>
    <dgm:cxn modelId="{D94EC68A-9D0C-4A18-8395-75C524B32782}" srcId="{A4862A31-2731-4ED6-B04F-050B90A2CA39}" destId="{EF693378-F7C7-4B0E-ADDB-3AFB425B3256}" srcOrd="0" destOrd="0" parTransId="{031651C9-CF7B-47EC-A7D6-FFB3AADD33B7}" sibTransId="{1483DEA4-D8F9-4E0D-9EFA-1431F121E0C4}"/>
    <dgm:cxn modelId="{241830EA-40D9-4AE4-8D26-4A751B62B920}" type="presOf" srcId="{EF693378-F7C7-4B0E-ADDB-3AFB425B3256}" destId="{5D5058FA-30DB-4927-815B-4945ABB59F53}" srcOrd="0" destOrd="0" presId="urn:microsoft.com/office/officeart/2005/8/layout/vList2"/>
    <dgm:cxn modelId="{84133F19-8E31-4BB0-88D6-692FD267103E}" type="presParOf" srcId="{B6BDFC07-8D7C-46D3-90FF-817B36B9D361}" destId="{5D5058FA-30DB-4927-815B-4945ABB59F53}" srcOrd="0" destOrd="0" presId="urn:microsoft.com/office/officeart/2005/8/layout/vList2"/>
    <dgm:cxn modelId="{C4B3D27F-5BE9-43C6-8C47-8ED9C81CD4DB}" type="presParOf" srcId="{B6BDFC07-8D7C-46D3-90FF-817B36B9D361}" destId="{82859C71-5377-4511-8DF0-5D8FCE39D644}" srcOrd="1" destOrd="0" presId="urn:microsoft.com/office/officeart/2005/8/layout/vList2"/>
    <dgm:cxn modelId="{BD559703-A772-4EB2-AED1-D0C40F57A748}" type="presParOf" srcId="{B6BDFC07-8D7C-46D3-90FF-817B36B9D361}" destId="{0186380A-9A88-4C1D-A205-AD670EAF2E8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D9D21233-58B6-41F8-99D1-0D7507175FB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ABDBA3-2AF2-4BDA-A787-68F7A616C1F9}">
      <dgm:prSet/>
      <dgm:spPr/>
      <dgm:t>
        <a:bodyPr/>
        <a:lstStyle/>
        <a:p>
          <a:r>
            <a:rPr lang="ru-RU" b="0" i="0" baseline="0"/>
            <a:t>1654 р.</a:t>
          </a:r>
          <a:endParaRPr lang="uk-UA"/>
        </a:p>
      </dgm:t>
    </dgm:pt>
    <dgm:pt modelId="{9B8286C2-CB72-4043-A992-84C4F03AB388}" type="parTrans" cxnId="{1B831200-5F73-49FE-B793-E4FDF76D2547}">
      <dgm:prSet/>
      <dgm:spPr/>
      <dgm:t>
        <a:bodyPr/>
        <a:lstStyle/>
        <a:p>
          <a:endParaRPr lang="uk-UA"/>
        </a:p>
      </dgm:t>
    </dgm:pt>
    <dgm:pt modelId="{6B900C20-02E1-4C8B-9930-46174539A3D6}" type="sibTrans" cxnId="{1B831200-5F73-49FE-B793-E4FDF76D2547}">
      <dgm:prSet/>
      <dgm:spPr/>
      <dgm:t>
        <a:bodyPr/>
        <a:lstStyle/>
        <a:p>
          <a:endParaRPr lang="uk-UA"/>
        </a:p>
      </dgm:t>
    </dgm:pt>
    <dgm:pt modelId="{DA175022-AB9E-4462-81CF-87C8EF7DE0E3}">
      <dgm:prSet/>
      <dgm:spPr/>
      <dgm:t>
        <a:bodyPr/>
        <a:lstStyle/>
        <a:p>
          <a:r>
            <a:rPr lang="ru-RU" b="0" i="0" baseline="0"/>
            <a:t>1686 р.</a:t>
          </a:r>
          <a:endParaRPr lang="uk-UA"/>
        </a:p>
      </dgm:t>
    </dgm:pt>
    <dgm:pt modelId="{18F7882F-1556-414E-AFD8-B5C5BB76C8FA}" type="parTrans" cxnId="{3207C5BB-98F6-4AF4-8AC5-92749769AAAF}">
      <dgm:prSet/>
      <dgm:spPr/>
      <dgm:t>
        <a:bodyPr/>
        <a:lstStyle/>
        <a:p>
          <a:endParaRPr lang="uk-UA"/>
        </a:p>
      </dgm:t>
    </dgm:pt>
    <dgm:pt modelId="{3D5324BE-37ED-4D7C-B57F-D61A566FD2E5}" type="sibTrans" cxnId="{3207C5BB-98F6-4AF4-8AC5-92749769AAAF}">
      <dgm:prSet/>
      <dgm:spPr/>
      <dgm:t>
        <a:bodyPr/>
        <a:lstStyle/>
        <a:p>
          <a:endParaRPr lang="uk-UA"/>
        </a:p>
      </dgm:t>
    </dgm:pt>
    <dgm:pt modelId="{FF66929A-739A-41A2-8A8C-01B5EE1CC40A}">
      <dgm:prSet/>
      <dgm:spPr/>
      <dgm:t>
        <a:bodyPr/>
        <a:lstStyle/>
        <a:p>
          <a:r>
            <a:rPr lang="ru-RU" b="0" i="0" baseline="0"/>
            <a:t>1710 р.</a:t>
          </a:r>
          <a:endParaRPr lang="uk-UA"/>
        </a:p>
      </dgm:t>
    </dgm:pt>
    <dgm:pt modelId="{FBBE2252-D78D-41EC-AC23-D81204539D94}" type="parTrans" cxnId="{2999734D-C541-4B69-9A47-0C716F785374}">
      <dgm:prSet/>
      <dgm:spPr/>
      <dgm:t>
        <a:bodyPr/>
        <a:lstStyle/>
        <a:p>
          <a:endParaRPr lang="uk-UA"/>
        </a:p>
      </dgm:t>
    </dgm:pt>
    <dgm:pt modelId="{CB0089C5-A010-417C-A81D-DF28A15DCB2B}" type="sibTrans" cxnId="{2999734D-C541-4B69-9A47-0C716F785374}">
      <dgm:prSet/>
      <dgm:spPr/>
      <dgm:t>
        <a:bodyPr/>
        <a:lstStyle/>
        <a:p>
          <a:endParaRPr lang="uk-UA"/>
        </a:p>
      </dgm:t>
    </dgm:pt>
    <dgm:pt modelId="{0F2D7FFD-EA4F-42A2-BFD5-1F0D5C3BA766}">
      <dgm:prSet/>
      <dgm:spPr/>
      <dgm:t>
        <a:bodyPr/>
        <a:lstStyle/>
        <a:p>
          <a:r>
            <a:rPr lang="ru-RU" b="0" i="0" baseline="0"/>
            <a:t>1764 р.</a:t>
          </a:r>
          <a:endParaRPr lang="uk-UA"/>
        </a:p>
      </dgm:t>
    </dgm:pt>
    <dgm:pt modelId="{55F1C84A-339E-4E55-9422-F3227FC18FBF}" type="parTrans" cxnId="{C17F2E52-FF70-499D-8A70-0E1BF93EBF71}">
      <dgm:prSet/>
      <dgm:spPr/>
      <dgm:t>
        <a:bodyPr/>
        <a:lstStyle/>
        <a:p>
          <a:endParaRPr lang="uk-UA"/>
        </a:p>
      </dgm:t>
    </dgm:pt>
    <dgm:pt modelId="{FCE43F85-73BC-4255-B562-B14C1C90A704}" type="sibTrans" cxnId="{C17F2E52-FF70-499D-8A70-0E1BF93EBF71}">
      <dgm:prSet/>
      <dgm:spPr/>
      <dgm:t>
        <a:bodyPr/>
        <a:lstStyle/>
        <a:p>
          <a:endParaRPr lang="uk-UA"/>
        </a:p>
      </dgm:t>
    </dgm:pt>
    <dgm:pt modelId="{6001EA6A-6602-4C94-B5AB-76EF6052B9F3}" type="pres">
      <dgm:prSet presAssocID="{D9D21233-58B6-41F8-99D1-0D7507175FBE}" presName="matrix" presStyleCnt="0">
        <dgm:presLayoutVars>
          <dgm:chMax val="1"/>
          <dgm:dir/>
          <dgm:resizeHandles val="exact"/>
        </dgm:presLayoutVars>
      </dgm:prSet>
      <dgm:spPr/>
    </dgm:pt>
    <dgm:pt modelId="{4DBAC47A-965E-49DC-A66B-7B0F61C7BC6D}" type="pres">
      <dgm:prSet presAssocID="{D9D21233-58B6-41F8-99D1-0D7507175FBE}" presName="diamond" presStyleLbl="bgShp" presStyleIdx="0" presStyleCnt="1"/>
      <dgm:spPr/>
    </dgm:pt>
    <dgm:pt modelId="{3CD36682-D1FE-4AAF-B6B4-078E2E53FA8F}" type="pres">
      <dgm:prSet presAssocID="{D9D21233-58B6-41F8-99D1-0D7507175FB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306F604-853C-4AA6-822B-DE15E7D457EF}" type="pres">
      <dgm:prSet presAssocID="{D9D21233-58B6-41F8-99D1-0D7507175FB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07D013-6046-4E9C-9DDC-9C874269C70D}" type="pres">
      <dgm:prSet presAssocID="{D9D21233-58B6-41F8-99D1-0D7507175FB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1AC3A23-68A6-41BD-9ED7-1D9BF6E29ED2}" type="pres">
      <dgm:prSet presAssocID="{D9D21233-58B6-41F8-99D1-0D7507175FB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B831200-5F73-49FE-B793-E4FDF76D2547}" srcId="{D9D21233-58B6-41F8-99D1-0D7507175FBE}" destId="{ADABDBA3-2AF2-4BDA-A787-68F7A616C1F9}" srcOrd="0" destOrd="0" parTransId="{9B8286C2-CB72-4043-A992-84C4F03AB388}" sibTransId="{6B900C20-02E1-4C8B-9930-46174539A3D6}"/>
    <dgm:cxn modelId="{CDDF762A-AF4D-4A02-9214-B854E4373CA3}" type="presOf" srcId="{D9D21233-58B6-41F8-99D1-0D7507175FBE}" destId="{6001EA6A-6602-4C94-B5AB-76EF6052B9F3}" srcOrd="0" destOrd="0" presId="urn:microsoft.com/office/officeart/2005/8/layout/matrix3"/>
    <dgm:cxn modelId="{D9667630-1D8E-4A55-8F8A-A3E95A491A1B}" type="presOf" srcId="{0F2D7FFD-EA4F-42A2-BFD5-1F0D5C3BA766}" destId="{51AC3A23-68A6-41BD-9ED7-1D9BF6E29ED2}" srcOrd="0" destOrd="0" presId="urn:microsoft.com/office/officeart/2005/8/layout/matrix3"/>
    <dgm:cxn modelId="{2999734D-C541-4B69-9A47-0C716F785374}" srcId="{D9D21233-58B6-41F8-99D1-0D7507175FBE}" destId="{FF66929A-739A-41A2-8A8C-01B5EE1CC40A}" srcOrd="2" destOrd="0" parTransId="{FBBE2252-D78D-41EC-AC23-D81204539D94}" sibTransId="{CB0089C5-A010-417C-A81D-DF28A15DCB2B}"/>
    <dgm:cxn modelId="{FA7B2272-5225-4A6A-9736-47366E23C945}" type="presOf" srcId="{DA175022-AB9E-4462-81CF-87C8EF7DE0E3}" destId="{8306F604-853C-4AA6-822B-DE15E7D457EF}" srcOrd="0" destOrd="0" presId="urn:microsoft.com/office/officeart/2005/8/layout/matrix3"/>
    <dgm:cxn modelId="{C17F2E52-FF70-499D-8A70-0E1BF93EBF71}" srcId="{D9D21233-58B6-41F8-99D1-0D7507175FBE}" destId="{0F2D7FFD-EA4F-42A2-BFD5-1F0D5C3BA766}" srcOrd="3" destOrd="0" parTransId="{55F1C84A-339E-4E55-9422-F3227FC18FBF}" sibTransId="{FCE43F85-73BC-4255-B562-B14C1C90A704}"/>
    <dgm:cxn modelId="{6230A67A-7DB6-4B5E-B481-30150596D821}" type="presOf" srcId="{FF66929A-739A-41A2-8A8C-01B5EE1CC40A}" destId="{F307D013-6046-4E9C-9DDC-9C874269C70D}" srcOrd="0" destOrd="0" presId="urn:microsoft.com/office/officeart/2005/8/layout/matrix3"/>
    <dgm:cxn modelId="{3207C5BB-98F6-4AF4-8AC5-92749769AAAF}" srcId="{D9D21233-58B6-41F8-99D1-0D7507175FBE}" destId="{DA175022-AB9E-4462-81CF-87C8EF7DE0E3}" srcOrd="1" destOrd="0" parTransId="{18F7882F-1556-414E-AFD8-B5C5BB76C8FA}" sibTransId="{3D5324BE-37ED-4D7C-B57F-D61A566FD2E5}"/>
    <dgm:cxn modelId="{E7FC62DC-B6D6-4874-9E8E-1BC037F43B4C}" type="presOf" srcId="{ADABDBA3-2AF2-4BDA-A787-68F7A616C1F9}" destId="{3CD36682-D1FE-4AAF-B6B4-078E2E53FA8F}" srcOrd="0" destOrd="0" presId="urn:microsoft.com/office/officeart/2005/8/layout/matrix3"/>
    <dgm:cxn modelId="{BDBBD877-374B-418B-BE44-6FDDA61FC0EA}" type="presParOf" srcId="{6001EA6A-6602-4C94-B5AB-76EF6052B9F3}" destId="{4DBAC47A-965E-49DC-A66B-7B0F61C7BC6D}" srcOrd="0" destOrd="0" presId="urn:microsoft.com/office/officeart/2005/8/layout/matrix3"/>
    <dgm:cxn modelId="{94DACDDF-6BC7-4056-B92E-0F5F40C436A0}" type="presParOf" srcId="{6001EA6A-6602-4C94-B5AB-76EF6052B9F3}" destId="{3CD36682-D1FE-4AAF-B6B4-078E2E53FA8F}" srcOrd="1" destOrd="0" presId="urn:microsoft.com/office/officeart/2005/8/layout/matrix3"/>
    <dgm:cxn modelId="{68DD7D8C-228F-49AC-822A-EE4F08961764}" type="presParOf" srcId="{6001EA6A-6602-4C94-B5AB-76EF6052B9F3}" destId="{8306F604-853C-4AA6-822B-DE15E7D457EF}" srcOrd="2" destOrd="0" presId="urn:microsoft.com/office/officeart/2005/8/layout/matrix3"/>
    <dgm:cxn modelId="{39F272CD-B3E8-4370-9BB5-DC74F5107AE6}" type="presParOf" srcId="{6001EA6A-6602-4C94-B5AB-76EF6052B9F3}" destId="{F307D013-6046-4E9C-9DDC-9C874269C70D}" srcOrd="3" destOrd="0" presId="urn:microsoft.com/office/officeart/2005/8/layout/matrix3"/>
    <dgm:cxn modelId="{E5C1F6DD-67DA-4078-9F4B-203E4133ECD5}" type="presParOf" srcId="{6001EA6A-6602-4C94-B5AB-76EF6052B9F3}" destId="{51AC3A23-68A6-41BD-9ED7-1D9BF6E29E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F01099D3-E10E-4589-A246-ECF1832065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01BFBF-8EC7-49B0-8DAA-1EDE3C33CB43}">
      <dgm:prSet/>
      <dgm:spPr/>
      <dgm:t>
        <a:bodyPr/>
        <a:lstStyle/>
        <a:p>
          <a:r>
            <a:rPr lang="uk-UA" b="0" i="1" baseline="0"/>
            <a:t>«...Гетьман Орлик пішов за королем у Швецію, де мав привілеї «шефа союзної армії» і де знайшов разом зі своєю родиною підтримку навіть після смерті короля...»</a:t>
          </a:r>
          <a:endParaRPr lang="uk-UA"/>
        </a:p>
      </dgm:t>
    </dgm:pt>
    <dgm:pt modelId="{6F1EF46D-CA71-4A7F-A806-44856CDBD158}" type="parTrans" cxnId="{742C404A-1275-494B-8880-C9CD70DB750B}">
      <dgm:prSet/>
      <dgm:spPr/>
      <dgm:t>
        <a:bodyPr/>
        <a:lstStyle/>
        <a:p>
          <a:endParaRPr lang="uk-UA"/>
        </a:p>
      </dgm:t>
    </dgm:pt>
    <dgm:pt modelId="{9560F931-ECB1-47E7-8459-731E64CEE716}" type="sibTrans" cxnId="{742C404A-1275-494B-8880-C9CD70DB750B}">
      <dgm:prSet/>
      <dgm:spPr/>
      <dgm:t>
        <a:bodyPr/>
        <a:lstStyle/>
        <a:p>
          <a:endParaRPr lang="uk-UA"/>
        </a:p>
      </dgm:t>
    </dgm:pt>
    <dgm:pt modelId="{F046CAD3-57CA-4732-819E-7A41547A6239}">
      <dgm:prSet/>
      <dgm:spPr/>
      <dgm:t>
        <a:bodyPr/>
        <a:lstStyle/>
        <a:p>
          <a:r>
            <a:rPr lang="uk-UA" b="0" i="1" baseline="0"/>
            <a:t>«Спочатку запанувала коротка тиша, але згодом почулися голоси, що хочуть вибрати Мазепу. Це скоро поширилося, і всі почали кричати, що хочуть Мазепу на гетьмана...»</a:t>
          </a:r>
          <a:endParaRPr lang="uk-UA"/>
        </a:p>
      </dgm:t>
    </dgm:pt>
    <dgm:pt modelId="{886F7BC9-B450-4306-BF81-3EF28A55F501}" type="parTrans" cxnId="{7842F470-8B77-412C-8E5B-425A6B4589AE}">
      <dgm:prSet/>
      <dgm:spPr/>
      <dgm:t>
        <a:bodyPr/>
        <a:lstStyle/>
        <a:p>
          <a:endParaRPr lang="uk-UA"/>
        </a:p>
      </dgm:t>
    </dgm:pt>
    <dgm:pt modelId="{0F4601E4-560D-468F-9AD8-6E9DC84E38EF}" type="sibTrans" cxnId="{7842F470-8B77-412C-8E5B-425A6B4589AE}">
      <dgm:prSet/>
      <dgm:spPr/>
      <dgm:t>
        <a:bodyPr/>
        <a:lstStyle/>
        <a:p>
          <a:endParaRPr lang="uk-UA"/>
        </a:p>
      </dgm:t>
    </dgm:pt>
    <dgm:pt modelId="{7EC33AE3-A09A-4953-ABBE-F9135C7EC8EA}" type="pres">
      <dgm:prSet presAssocID="{F01099D3-E10E-4589-A246-ECF1832065BE}" presName="linear" presStyleCnt="0">
        <dgm:presLayoutVars>
          <dgm:animLvl val="lvl"/>
          <dgm:resizeHandles val="exact"/>
        </dgm:presLayoutVars>
      </dgm:prSet>
      <dgm:spPr/>
    </dgm:pt>
    <dgm:pt modelId="{70282E58-CB4E-4F04-9273-E4252255498F}" type="pres">
      <dgm:prSet presAssocID="{A901BFBF-8EC7-49B0-8DAA-1EDE3C33CB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1F0949-37AF-411B-B5DE-54EF502051D0}" type="pres">
      <dgm:prSet presAssocID="{9560F931-ECB1-47E7-8459-731E64CEE716}" presName="spacer" presStyleCnt="0"/>
      <dgm:spPr/>
    </dgm:pt>
    <dgm:pt modelId="{9FB59130-E8BA-40E1-A7CB-7B74B9548FB3}" type="pres">
      <dgm:prSet presAssocID="{F046CAD3-57CA-4732-819E-7A41547A623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A90D627-B6D4-4DB6-A264-B412EE853720}" type="presOf" srcId="{A901BFBF-8EC7-49B0-8DAA-1EDE3C33CB43}" destId="{70282E58-CB4E-4F04-9273-E4252255498F}" srcOrd="0" destOrd="0" presId="urn:microsoft.com/office/officeart/2005/8/layout/vList2"/>
    <dgm:cxn modelId="{A4A05D48-67CC-4537-AA58-1A01A7AC1939}" type="presOf" srcId="{F01099D3-E10E-4589-A246-ECF1832065BE}" destId="{7EC33AE3-A09A-4953-ABBE-F9135C7EC8EA}" srcOrd="0" destOrd="0" presId="urn:microsoft.com/office/officeart/2005/8/layout/vList2"/>
    <dgm:cxn modelId="{742C404A-1275-494B-8880-C9CD70DB750B}" srcId="{F01099D3-E10E-4589-A246-ECF1832065BE}" destId="{A901BFBF-8EC7-49B0-8DAA-1EDE3C33CB43}" srcOrd="0" destOrd="0" parTransId="{6F1EF46D-CA71-4A7F-A806-44856CDBD158}" sibTransId="{9560F931-ECB1-47E7-8459-731E64CEE716}"/>
    <dgm:cxn modelId="{7842F470-8B77-412C-8E5B-425A6B4589AE}" srcId="{F01099D3-E10E-4589-A246-ECF1832065BE}" destId="{F046CAD3-57CA-4732-819E-7A41547A6239}" srcOrd="1" destOrd="0" parTransId="{886F7BC9-B450-4306-BF81-3EF28A55F501}" sibTransId="{0F4601E4-560D-468F-9AD8-6E9DC84E38EF}"/>
    <dgm:cxn modelId="{7F229EA9-028B-4979-851B-A71C8E8694DF}" type="presOf" srcId="{F046CAD3-57CA-4732-819E-7A41547A6239}" destId="{9FB59130-E8BA-40E1-A7CB-7B74B9548FB3}" srcOrd="0" destOrd="0" presId="urn:microsoft.com/office/officeart/2005/8/layout/vList2"/>
    <dgm:cxn modelId="{3265D3C3-A178-4A1C-B28B-BACC65F3D0A7}" type="presParOf" srcId="{7EC33AE3-A09A-4953-ABBE-F9135C7EC8EA}" destId="{70282E58-CB4E-4F04-9273-E4252255498F}" srcOrd="0" destOrd="0" presId="urn:microsoft.com/office/officeart/2005/8/layout/vList2"/>
    <dgm:cxn modelId="{52772554-DFD7-4504-9AE8-334142F07262}" type="presParOf" srcId="{7EC33AE3-A09A-4953-ABBE-F9135C7EC8EA}" destId="{471F0949-37AF-411B-B5DE-54EF502051D0}" srcOrd="1" destOrd="0" presId="urn:microsoft.com/office/officeart/2005/8/layout/vList2"/>
    <dgm:cxn modelId="{E057E34E-0267-44BA-BA07-254781911E0A}" type="presParOf" srcId="{7EC33AE3-A09A-4953-ABBE-F9135C7EC8EA}" destId="{9FB59130-E8BA-40E1-A7CB-7B74B9548FB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A36D9D2E-3481-41E1-9FD8-A9631B590E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C3D064-0F15-4F76-8A42-64311ED7203E}">
      <dgm:prSet/>
      <dgm:spPr/>
      <dgm:t>
        <a:bodyPr/>
        <a:lstStyle/>
        <a:p>
          <a:r>
            <a:rPr lang="uk-UA" b="0" i="1" baseline="0"/>
            <a:t>«А запорожці, як злії оси, не боячись нічого, з одними киями і ножаками лізуть і б’ють Сомкову старшину. Вирвали в Сомка бунчук і переламали надвоє, одняли й булаву, володарем якої став Брюховецький...»</a:t>
          </a:r>
          <a:endParaRPr lang="uk-UA"/>
        </a:p>
      </dgm:t>
    </dgm:pt>
    <dgm:pt modelId="{30AACF25-C0D7-4209-86F7-696F674028F1}" type="parTrans" cxnId="{7F8F533F-6FEA-44A5-AF63-4022F8ADB2C9}">
      <dgm:prSet/>
      <dgm:spPr/>
      <dgm:t>
        <a:bodyPr/>
        <a:lstStyle/>
        <a:p>
          <a:endParaRPr lang="uk-UA"/>
        </a:p>
      </dgm:t>
    </dgm:pt>
    <dgm:pt modelId="{C7AE5837-0B46-4FFB-9EF8-11622C8619EF}" type="sibTrans" cxnId="{7F8F533F-6FEA-44A5-AF63-4022F8ADB2C9}">
      <dgm:prSet/>
      <dgm:spPr/>
      <dgm:t>
        <a:bodyPr/>
        <a:lstStyle/>
        <a:p>
          <a:endParaRPr lang="uk-UA"/>
        </a:p>
      </dgm:t>
    </dgm:pt>
    <dgm:pt modelId="{7BE3BFA3-9D6C-4B4A-83AA-058FE58747F4}">
      <dgm:prSet/>
      <dgm:spPr/>
      <dgm:t>
        <a:bodyPr/>
        <a:lstStyle/>
        <a:p>
          <a:r>
            <a:rPr lang="uk-UA" b="0" i="1" baseline="0"/>
            <a:t>«Я йшов, щоб звільнити з облоги пана Гуляницького, неспішно, чекаючи хана, і тільки той прибув, ми поквапилися, і ставши біля Соснівської переправи, застали там п’ятнадцять тисяч московитів... вони почали тікати, а ми... гнати їх аж до Конотопа...»</a:t>
          </a:r>
          <a:endParaRPr lang="uk-UA"/>
        </a:p>
      </dgm:t>
    </dgm:pt>
    <dgm:pt modelId="{32AC911C-EF41-49AA-9577-9260AC7BD238}" type="parTrans" cxnId="{2CAFD11D-0F74-442C-9393-35A7E08C9DDB}">
      <dgm:prSet/>
      <dgm:spPr/>
      <dgm:t>
        <a:bodyPr/>
        <a:lstStyle/>
        <a:p>
          <a:endParaRPr lang="uk-UA"/>
        </a:p>
      </dgm:t>
    </dgm:pt>
    <dgm:pt modelId="{AFD45F9E-7BAF-4AF9-A214-9D5FCD61D0D7}" type="sibTrans" cxnId="{2CAFD11D-0F74-442C-9393-35A7E08C9DDB}">
      <dgm:prSet/>
      <dgm:spPr/>
      <dgm:t>
        <a:bodyPr/>
        <a:lstStyle/>
        <a:p>
          <a:endParaRPr lang="uk-UA"/>
        </a:p>
      </dgm:t>
    </dgm:pt>
    <dgm:pt modelId="{CC469919-0A5A-4784-8374-E0EEF49E1B5A}" type="pres">
      <dgm:prSet presAssocID="{A36D9D2E-3481-41E1-9FD8-A9631B590EED}" presName="linear" presStyleCnt="0">
        <dgm:presLayoutVars>
          <dgm:animLvl val="lvl"/>
          <dgm:resizeHandles val="exact"/>
        </dgm:presLayoutVars>
      </dgm:prSet>
      <dgm:spPr/>
    </dgm:pt>
    <dgm:pt modelId="{BDB24824-4CEF-4DB7-9D01-BE34736670DF}" type="pres">
      <dgm:prSet presAssocID="{D9C3D064-0F15-4F76-8A42-64311ED7203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F0B7F4-F371-450F-A9FE-3C8E9E031FDE}" type="pres">
      <dgm:prSet presAssocID="{C7AE5837-0B46-4FFB-9EF8-11622C8619EF}" presName="spacer" presStyleCnt="0"/>
      <dgm:spPr/>
    </dgm:pt>
    <dgm:pt modelId="{E6C0EA43-1CD4-4972-8014-3429A5169F2F}" type="pres">
      <dgm:prSet presAssocID="{7BE3BFA3-9D6C-4B4A-83AA-058FE58747F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AFD11D-0F74-442C-9393-35A7E08C9DDB}" srcId="{A36D9D2E-3481-41E1-9FD8-A9631B590EED}" destId="{7BE3BFA3-9D6C-4B4A-83AA-058FE58747F4}" srcOrd="1" destOrd="0" parTransId="{32AC911C-EF41-49AA-9577-9260AC7BD238}" sibTransId="{AFD45F9E-7BAF-4AF9-A214-9D5FCD61D0D7}"/>
    <dgm:cxn modelId="{8912122B-B5EF-49C7-BC01-E423242004F7}" type="presOf" srcId="{7BE3BFA3-9D6C-4B4A-83AA-058FE58747F4}" destId="{E6C0EA43-1CD4-4972-8014-3429A5169F2F}" srcOrd="0" destOrd="0" presId="urn:microsoft.com/office/officeart/2005/8/layout/vList2"/>
    <dgm:cxn modelId="{7F8F533F-6FEA-44A5-AF63-4022F8ADB2C9}" srcId="{A36D9D2E-3481-41E1-9FD8-A9631B590EED}" destId="{D9C3D064-0F15-4F76-8A42-64311ED7203E}" srcOrd="0" destOrd="0" parTransId="{30AACF25-C0D7-4209-86F7-696F674028F1}" sibTransId="{C7AE5837-0B46-4FFB-9EF8-11622C8619EF}"/>
    <dgm:cxn modelId="{73AC9798-837B-479C-8D1B-C86F15E3AA71}" type="presOf" srcId="{A36D9D2E-3481-41E1-9FD8-A9631B590EED}" destId="{CC469919-0A5A-4784-8374-E0EEF49E1B5A}" srcOrd="0" destOrd="0" presId="urn:microsoft.com/office/officeart/2005/8/layout/vList2"/>
    <dgm:cxn modelId="{B9A356CF-8917-40C7-B422-264579E2A689}" type="presOf" srcId="{D9C3D064-0F15-4F76-8A42-64311ED7203E}" destId="{BDB24824-4CEF-4DB7-9D01-BE34736670DF}" srcOrd="0" destOrd="0" presId="urn:microsoft.com/office/officeart/2005/8/layout/vList2"/>
    <dgm:cxn modelId="{8A42ABBD-4F07-4C98-AD8F-114EA0084FFB}" type="presParOf" srcId="{CC469919-0A5A-4784-8374-E0EEF49E1B5A}" destId="{BDB24824-4CEF-4DB7-9D01-BE34736670DF}" srcOrd="0" destOrd="0" presId="urn:microsoft.com/office/officeart/2005/8/layout/vList2"/>
    <dgm:cxn modelId="{DE51B328-76CB-4DBB-8DAE-9A6E902E0422}" type="presParOf" srcId="{CC469919-0A5A-4784-8374-E0EEF49E1B5A}" destId="{FDF0B7F4-F371-450F-A9FE-3C8E9E031FDE}" srcOrd="1" destOrd="0" presId="urn:microsoft.com/office/officeart/2005/8/layout/vList2"/>
    <dgm:cxn modelId="{2F0F9A2E-ACE1-401C-844B-710E53F3D8F2}" type="presParOf" srcId="{CC469919-0A5A-4784-8374-E0EEF49E1B5A}" destId="{E6C0EA43-1CD4-4972-8014-3429A5169F2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A344E7F2-030E-4BFB-90D2-AA99F0BC29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053FAF7-4C98-4165-815E-15465EB8C167}">
      <dgm:prSet/>
      <dgm:spPr/>
      <dgm:t>
        <a:bodyPr/>
        <a:lstStyle/>
        <a:p>
          <a:r>
            <a:rPr lang="uk-UA" b="0" i="0" baseline="0"/>
            <a:t>Ухвалення «Пактів і Конституції прав і вольностей Війська Запорозького».</a:t>
          </a:r>
          <a:endParaRPr lang="uk-UA"/>
        </a:p>
      </dgm:t>
    </dgm:pt>
    <dgm:pt modelId="{4CE33160-A1FC-4A75-9922-1C032327ABA5}" type="parTrans" cxnId="{1DB2DD9C-C552-4DF5-9F2D-E13C7FEF3B3A}">
      <dgm:prSet/>
      <dgm:spPr/>
      <dgm:t>
        <a:bodyPr/>
        <a:lstStyle/>
        <a:p>
          <a:endParaRPr lang="uk-UA"/>
        </a:p>
      </dgm:t>
    </dgm:pt>
    <dgm:pt modelId="{6713D178-FF32-40E3-A9A7-A36D90439A84}" type="sibTrans" cxnId="{1DB2DD9C-C552-4DF5-9F2D-E13C7FEF3B3A}">
      <dgm:prSet/>
      <dgm:spPr/>
      <dgm:t>
        <a:bodyPr/>
        <a:lstStyle/>
        <a:p>
          <a:endParaRPr lang="uk-UA"/>
        </a:p>
      </dgm:t>
    </dgm:pt>
    <dgm:pt modelId="{91CA661E-6730-48EE-A592-F41AF56DC9F2}">
      <dgm:prSet/>
      <dgm:spPr/>
      <dgm:t>
        <a:bodyPr/>
        <a:lstStyle/>
        <a:p>
          <a:r>
            <a:rPr lang="uk-UA" b="0" i="0" baseline="0" dirty="0"/>
            <a:t>Початок діяльності Першої Малоросійської колегії.</a:t>
          </a:r>
          <a:endParaRPr lang="uk-UA" dirty="0"/>
        </a:p>
      </dgm:t>
    </dgm:pt>
    <dgm:pt modelId="{FD44039A-A421-40A3-8EE8-3B35D79EEF70}" type="parTrans" cxnId="{2919BA27-F3F1-4994-AED6-D758C2C4340B}">
      <dgm:prSet/>
      <dgm:spPr/>
      <dgm:t>
        <a:bodyPr/>
        <a:lstStyle/>
        <a:p>
          <a:endParaRPr lang="uk-UA"/>
        </a:p>
      </dgm:t>
    </dgm:pt>
    <dgm:pt modelId="{1496101A-3180-484B-B8AE-09F17320752D}" type="sibTrans" cxnId="{2919BA27-F3F1-4994-AED6-D758C2C4340B}">
      <dgm:prSet/>
      <dgm:spPr/>
      <dgm:t>
        <a:bodyPr/>
        <a:lstStyle/>
        <a:p>
          <a:endParaRPr lang="uk-UA"/>
        </a:p>
      </dgm:t>
    </dgm:pt>
    <dgm:pt modelId="{71F5792A-1AE7-417D-AABE-71B8E789C4D4}">
      <dgm:prSet/>
      <dgm:spPr/>
      <dgm:t>
        <a:bodyPr/>
        <a:lstStyle/>
        <a:p>
          <a:r>
            <a:rPr lang="uk-UA" b="0" i="0" baseline="0" dirty="0"/>
            <a:t>Зруйнування за наказом Петра </a:t>
          </a:r>
          <a:r>
            <a:rPr lang="en-US" b="0" i="0" baseline="0" dirty="0"/>
            <a:t>I </a:t>
          </a:r>
          <a:r>
            <a:rPr lang="uk-UA" b="0" i="0" baseline="0" dirty="0"/>
            <a:t>Чортомлицької Січі.</a:t>
          </a:r>
          <a:endParaRPr lang="uk-UA" dirty="0"/>
        </a:p>
      </dgm:t>
    </dgm:pt>
    <dgm:pt modelId="{25D5B400-0D77-470A-9108-A071CFE3A2B6}" type="parTrans" cxnId="{EEF95FC9-6A99-4EFA-A049-9EC7770A2F21}">
      <dgm:prSet/>
      <dgm:spPr/>
      <dgm:t>
        <a:bodyPr/>
        <a:lstStyle/>
        <a:p>
          <a:endParaRPr lang="uk-UA"/>
        </a:p>
      </dgm:t>
    </dgm:pt>
    <dgm:pt modelId="{3A146CFB-2657-4885-91E0-3D6C88318297}" type="sibTrans" cxnId="{EEF95FC9-6A99-4EFA-A049-9EC7770A2F21}">
      <dgm:prSet/>
      <dgm:spPr/>
      <dgm:t>
        <a:bodyPr/>
        <a:lstStyle/>
        <a:p>
          <a:endParaRPr lang="uk-UA"/>
        </a:p>
      </dgm:t>
    </dgm:pt>
    <dgm:pt modelId="{F5EAE452-D82B-4E70-8BB7-5D737159E7B9}">
      <dgm:prSet/>
      <dgm:spPr/>
      <dgm:t>
        <a:bodyPr/>
        <a:lstStyle/>
        <a:p>
          <a:r>
            <a:rPr lang="uk-UA" b="0" i="0" baseline="0"/>
            <a:t>Обрання гетьманом І. Скоропадського.</a:t>
          </a:r>
          <a:endParaRPr lang="uk-UA"/>
        </a:p>
      </dgm:t>
    </dgm:pt>
    <dgm:pt modelId="{8AFA4B1A-D545-47DA-8383-1BF8CFE0EE1A}" type="parTrans" cxnId="{AB68023B-393E-4A79-B751-B67454C04AC7}">
      <dgm:prSet/>
      <dgm:spPr/>
      <dgm:t>
        <a:bodyPr/>
        <a:lstStyle/>
        <a:p>
          <a:endParaRPr lang="uk-UA"/>
        </a:p>
      </dgm:t>
    </dgm:pt>
    <dgm:pt modelId="{A2FF557C-3AD1-4971-9038-1179D7BDD515}" type="sibTrans" cxnId="{AB68023B-393E-4A79-B751-B67454C04AC7}">
      <dgm:prSet/>
      <dgm:spPr/>
      <dgm:t>
        <a:bodyPr/>
        <a:lstStyle/>
        <a:p>
          <a:endParaRPr lang="uk-UA"/>
        </a:p>
      </dgm:t>
    </dgm:pt>
    <dgm:pt modelId="{3922E6C7-7A8C-4C2A-89FA-F51221610397}" type="pres">
      <dgm:prSet presAssocID="{A344E7F2-030E-4BFB-90D2-AA99F0BC297A}" presName="linear" presStyleCnt="0">
        <dgm:presLayoutVars>
          <dgm:animLvl val="lvl"/>
          <dgm:resizeHandles val="exact"/>
        </dgm:presLayoutVars>
      </dgm:prSet>
      <dgm:spPr/>
    </dgm:pt>
    <dgm:pt modelId="{F272539C-64C4-4663-9421-570E14813890}" type="pres">
      <dgm:prSet presAssocID="{2053FAF7-4C98-4165-815E-15465EB8C16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206D2A-6984-4EC0-8B1D-37DF7887BA38}" type="pres">
      <dgm:prSet presAssocID="{6713D178-FF32-40E3-A9A7-A36D90439A84}" presName="spacer" presStyleCnt="0"/>
      <dgm:spPr/>
    </dgm:pt>
    <dgm:pt modelId="{A041A999-1E7B-4F4E-9407-E1CBEBBBF33F}" type="pres">
      <dgm:prSet presAssocID="{91CA661E-6730-48EE-A592-F41AF56DC9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E97382-02E0-41ED-BF79-7A5F936B2FCA}" type="pres">
      <dgm:prSet presAssocID="{1496101A-3180-484B-B8AE-09F17320752D}" presName="spacer" presStyleCnt="0"/>
      <dgm:spPr/>
    </dgm:pt>
    <dgm:pt modelId="{DD324FAD-A0B8-4A10-B889-98E127DAD4DA}" type="pres">
      <dgm:prSet presAssocID="{71F5792A-1AE7-417D-AABE-71B8E789C4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1A11AB-CE23-4673-8116-19AD3682DCD4}" type="pres">
      <dgm:prSet presAssocID="{3A146CFB-2657-4885-91E0-3D6C88318297}" presName="spacer" presStyleCnt="0"/>
      <dgm:spPr/>
    </dgm:pt>
    <dgm:pt modelId="{8E4A0EFE-8B38-4A2A-851C-876922980264}" type="pres">
      <dgm:prSet presAssocID="{F5EAE452-D82B-4E70-8BB7-5D737159E7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19BA27-F3F1-4994-AED6-D758C2C4340B}" srcId="{A344E7F2-030E-4BFB-90D2-AA99F0BC297A}" destId="{91CA661E-6730-48EE-A592-F41AF56DC9F2}" srcOrd="1" destOrd="0" parTransId="{FD44039A-A421-40A3-8EE8-3B35D79EEF70}" sibTransId="{1496101A-3180-484B-B8AE-09F17320752D}"/>
    <dgm:cxn modelId="{AB68023B-393E-4A79-B751-B67454C04AC7}" srcId="{A344E7F2-030E-4BFB-90D2-AA99F0BC297A}" destId="{F5EAE452-D82B-4E70-8BB7-5D737159E7B9}" srcOrd="3" destOrd="0" parTransId="{8AFA4B1A-D545-47DA-8383-1BF8CFE0EE1A}" sibTransId="{A2FF557C-3AD1-4971-9038-1179D7BDD515}"/>
    <dgm:cxn modelId="{48BDA054-34E5-4A2C-81BC-4B663869C300}" type="presOf" srcId="{F5EAE452-D82B-4E70-8BB7-5D737159E7B9}" destId="{8E4A0EFE-8B38-4A2A-851C-876922980264}" srcOrd="0" destOrd="0" presId="urn:microsoft.com/office/officeart/2005/8/layout/vList2"/>
    <dgm:cxn modelId="{1DB2DD9C-C552-4DF5-9F2D-E13C7FEF3B3A}" srcId="{A344E7F2-030E-4BFB-90D2-AA99F0BC297A}" destId="{2053FAF7-4C98-4165-815E-15465EB8C167}" srcOrd="0" destOrd="0" parTransId="{4CE33160-A1FC-4A75-9922-1C032327ABA5}" sibTransId="{6713D178-FF32-40E3-A9A7-A36D90439A84}"/>
    <dgm:cxn modelId="{F7DE00BF-7254-4B29-BCBA-770D52115C5C}" type="presOf" srcId="{91CA661E-6730-48EE-A592-F41AF56DC9F2}" destId="{A041A999-1E7B-4F4E-9407-E1CBEBBBF33F}" srcOrd="0" destOrd="0" presId="urn:microsoft.com/office/officeart/2005/8/layout/vList2"/>
    <dgm:cxn modelId="{EEF95FC9-6A99-4EFA-A049-9EC7770A2F21}" srcId="{A344E7F2-030E-4BFB-90D2-AA99F0BC297A}" destId="{71F5792A-1AE7-417D-AABE-71B8E789C4D4}" srcOrd="2" destOrd="0" parTransId="{25D5B400-0D77-470A-9108-A071CFE3A2B6}" sibTransId="{3A146CFB-2657-4885-91E0-3D6C88318297}"/>
    <dgm:cxn modelId="{7C4A97D4-B20F-4672-A74B-77B567952595}" type="presOf" srcId="{71F5792A-1AE7-417D-AABE-71B8E789C4D4}" destId="{DD324FAD-A0B8-4A10-B889-98E127DAD4DA}" srcOrd="0" destOrd="0" presId="urn:microsoft.com/office/officeart/2005/8/layout/vList2"/>
    <dgm:cxn modelId="{E634ABDA-C521-4992-965F-277EAD7F23AA}" type="presOf" srcId="{A344E7F2-030E-4BFB-90D2-AA99F0BC297A}" destId="{3922E6C7-7A8C-4C2A-89FA-F51221610397}" srcOrd="0" destOrd="0" presId="urn:microsoft.com/office/officeart/2005/8/layout/vList2"/>
    <dgm:cxn modelId="{7B0478F5-D8D3-48BF-9149-F1AF5AB18743}" type="presOf" srcId="{2053FAF7-4C98-4165-815E-15465EB8C167}" destId="{F272539C-64C4-4663-9421-570E14813890}" srcOrd="0" destOrd="0" presId="urn:microsoft.com/office/officeart/2005/8/layout/vList2"/>
    <dgm:cxn modelId="{4400682C-9403-4288-89AC-AB62095A0FBD}" type="presParOf" srcId="{3922E6C7-7A8C-4C2A-89FA-F51221610397}" destId="{F272539C-64C4-4663-9421-570E14813890}" srcOrd="0" destOrd="0" presId="urn:microsoft.com/office/officeart/2005/8/layout/vList2"/>
    <dgm:cxn modelId="{97DAADC2-589B-4602-B867-0CD7D1127D00}" type="presParOf" srcId="{3922E6C7-7A8C-4C2A-89FA-F51221610397}" destId="{6B206D2A-6984-4EC0-8B1D-37DF7887BA38}" srcOrd="1" destOrd="0" presId="urn:microsoft.com/office/officeart/2005/8/layout/vList2"/>
    <dgm:cxn modelId="{E639B183-4947-4466-ABE4-B70407EE1CE2}" type="presParOf" srcId="{3922E6C7-7A8C-4C2A-89FA-F51221610397}" destId="{A041A999-1E7B-4F4E-9407-E1CBEBBBF33F}" srcOrd="2" destOrd="0" presId="urn:microsoft.com/office/officeart/2005/8/layout/vList2"/>
    <dgm:cxn modelId="{98929A66-DE5E-4118-9468-1ED181479B04}" type="presParOf" srcId="{3922E6C7-7A8C-4C2A-89FA-F51221610397}" destId="{C8E97382-02E0-41ED-BF79-7A5F936B2FCA}" srcOrd="3" destOrd="0" presId="urn:microsoft.com/office/officeart/2005/8/layout/vList2"/>
    <dgm:cxn modelId="{DFD399FD-D38D-4868-AE3A-5D3D49F1BEC7}" type="presParOf" srcId="{3922E6C7-7A8C-4C2A-89FA-F51221610397}" destId="{DD324FAD-A0B8-4A10-B889-98E127DAD4DA}" srcOrd="4" destOrd="0" presId="urn:microsoft.com/office/officeart/2005/8/layout/vList2"/>
    <dgm:cxn modelId="{608859F1-DD3E-4A55-A29E-BFBC877FC3E0}" type="presParOf" srcId="{3922E6C7-7A8C-4C2A-89FA-F51221610397}" destId="{6E1A11AB-CE23-4673-8116-19AD3682DCD4}" srcOrd="5" destOrd="0" presId="urn:microsoft.com/office/officeart/2005/8/layout/vList2"/>
    <dgm:cxn modelId="{F2A59A66-F44E-4395-94F1-08B7E28DDE0F}" type="presParOf" srcId="{3922E6C7-7A8C-4C2A-89FA-F51221610397}" destId="{8E4A0EFE-8B38-4A2A-851C-8769229802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8A6982CE-1608-4104-80BF-67BA8607876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4F48ABA-1A3E-42DE-8300-C0B96A9EBD12}">
      <dgm:prSet/>
      <dgm:spPr/>
      <dgm:t>
        <a:bodyPr/>
        <a:lstStyle/>
        <a:p>
          <a:r>
            <a:rPr lang="ru-RU" b="0" i="0" baseline="0"/>
            <a:t>І. Мазепи.</a:t>
          </a:r>
          <a:endParaRPr lang="uk-UA"/>
        </a:p>
      </dgm:t>
    </dgm:pt>
    <dgm:pt modelId="{AC698EB8-2B8D-4615-A8FD-30F1D2688FEC}" type="parTrans" cxnId="{BC3E72B9-6149-459F-A00E-75E90190F9D9}">
      <dgm:prSet/>
      <dgm:spPr/>
      <dgm:t>
        <a:bodyPr/>
        <a:lstStyle/>
        <a:p>
          <a:endParaRPr lang="uk-UA"/>
        </a:p>
      </dgm:t>
    </dgm:pt>
    <dgm:pt modelId="{F4C1A9DA-8793-45AA-986F-43B46DE7A73D}" type="sibTrans" cxnId="{BC3E72B9-6149-459F-A00E-75E90190F9D9}">
      <dgm:prSet/>
      <dgm:spPr/>
      <dgm:t>
        <a:bodyPr/>
        <a:lstStyle/>
        <a:p>
          <a:endParaRPr lang="uk-UA"/>
        </a:p>
      </dgm:t>
    </dgm:pt>
    <dgm:pt modelId="{C59431AE-1C33-4FB6-9C5C-E2B09E51523A}">
      <dgm:prSet/>
      <dgm:spPr/>
      <dgm:t>
        <a:bodyPr/>
        <a:lstStyle/>
        <a:p>
          <a:r>
            <a:rPr lang="ru-RU" b="0" i="0" baseline="0"/>
            <a:t>Д. Апостола.</a:t>
          </a:r>
          <a:endParaRPr lang="uk-UA"/>
        </a:p>
      </dgm:t>
    </dgm:pt>
    <dgm:pt modelId="{A3A58376-FCB8-4B1B-BCBA-5177FD89EE0D}" type="parTrans" cxnId="{DAC03936-A53E-4C80-80B7-4FC782785913}">
      <dgm:prSet/>
      <dgm:spPr/>
      <dgm:t>
        <a:bodyPr/>
        <a:lstStyle/>
        <a:p>
          <a:endParaRPr lang="uk-UA"/>
        </a:p>
      </dgm:t>
    </dgm:pt>
    <dgm:pt modelId="{6692717A-EB9E-41EE-9690-F2D9C29542C0}" type="sibTrans" cxnId="{DAC03936-A53E-4C80-80B7-4FC782785913}">
      <dgm:prSet/>
      <dgm:spPr/>
      <dgm:t>
        <a:bodyPr/>
        <a:lstStyle/>
        <a:p>
          <a:endParaRPr lang="uk-UA"/>
        </a:p>
      </dgm:t>
    </dgm:pt>
    <dgm:pt modelId="{66B3FB1D-3D52-4D89-8DDD-48B47BB08CCB}">
      <dgm:prSet/>
      <dgm:spPr/>
      <dgm:t>
        <a:bodyPr/>
        <a:lstStyle/>
        <a:p>
          <a:r>
            <a:rPr lang="ru-RU" b="0" i="0" baseline="0"/>
            <a:t>І. Самойловича.</a:t>
          </a:r>
          <a:endParaRPr lang="uk-UA"/>
        </a:p>
      </dgm:t>
    </dgm:pt>
    <dgm:pt modelId="{FA88A47D-D5F1-435C-84C6-FD6F54B857B7}" type="parTrans" cxnId="{8FE29C25-9653-4356-82A2-4485F227CFA4}">
      <dgm:prSet/>
      <dgm:spPr/>
      <dgm:t>
        <a:bodyPr/>
        <a:lstStyle/>
        <a:p>
          <a:endParaRPr lang="uk-UA"/>
        </a:p>
      </dgm:t>
    </dgm:pt>
    <dgm:pt modelId="{3BA839BD-FD29-423E-A0BB-3DD4D3929581}" type="sibTrans" cxnId="{8FE29C25-9653-4356-82A2-4485F227CFA4}">
      <dgm:prSet/>
      <dgm:spPr/>
      <dgm:t>
        <a:bodyPr/>
        <a:lstStyle/>
        <a:p>
          <a:endParaRPr lang="uk-UA"/>
        </a:p>
      </dgm:t>
    </dgm:pt>
    <dgm:pt modelId="{92B1DDC9-9B54-4FB4-AB27-7D213DA9C0E8}">
      <dgm:prSet/>
      <dgm:spPr/>
      <dgm:t>
        <a:bodyPr/>
        <a:lstStyle/>
        <a:p>
          <a:r>
            <a:rPr lang="ru-RU" b="0" i="0" baseline="0"/>
            <a:t>І. Скоропадського.</a:t>
          </a:r>
          <a:endParaRPr lang="uk-UA"/>
        </a:p>
      </dgm:t>
    </dgm:pt>
    <dgm:pt modelId="{51182D80-014F-4DF1-86D4-2218C6A2A0C1}" type="parTrans" cxnId="{4497B3FD-3794-4A5E-AE2B-56FF40E69E4F}">
      <dgm:prSet/>
      <dgm:spPr/>
      <dgm:t>
        <a:bodyPr/>
        <a:lstStyle/>
        <a:p>
          <a:endParaRPr lang="uk-UA"/>
        </a:p>
      </dgm:t>
    </dgm:pt>
    <dgm:pt modelId="{B020454D-5CEC-4A6A-B4E2-C2097D6CA8B1}" type="sibTrans" cxnId="{4497B3FD-3794-4A5E-AE2B-56FF40E69E4F}">
      <dgm:prSet/>
      <dgm:spPr/>
      <dgm:t>
        <a:bodyPr/>
        <a:lstStyle/>
        <a:p>
          <a:endParaRPr lang="uk-UA"/>
        </a:p>
      </dgm:t>
    </dgm:pt>
    <dgm:pt modelId="{B2061829-A2AC-4FFB-A845-2677C6FDFC45}" type="pres">
      <dgm:prSet presAssocID="{8A6982CE-1608-4104-80BF-67BA8607876F}" presName="Name0" presStyleCnt="0">
        <dgm:presLayoutVars>
          <dgm:chMax val="7"/>
          <dgm:chPref val="7"/>
          <dgm:dir/>
        </dgm:presLayoutVars>
      </dgm:prSet>
      <dgm:spPr/>
    </dgm:pt>
    <dgm:pt modelId="{6084B7E1-11E0-4038-924E-EC22E5CAF1F6}" type="pres">
      <dgm:prSet presAssocID="{8A6982CE-1608-4104-80BF-67BA8607876F}" presName="Name1" presStyleCnt="0"/>
      <dgm:spPr/>
    </dgm:pt>
    <dgm:pt modelId="{93D709C7-CE9D-47CA-BAE1-0022E478A020}" type="pres">
      <dgm:prSet presAssocID="{8A6982CE-1608-4104-80BF-67BA8607876F}" presName="cycle" presStyleCnt="0"/>
      <dgm:spPr/>
    </dgm:pt>
    <dgm:pt modelId="{09E2EBEE-87F2-4FD4-B190-4D6EBAC63A47}" type="pres">
      <dgm:prSet presAssocID="{8A6982CE-1608-4104-80BF-67BA8607876F}" presName="srcNode" presStyleLbl="node1" presStyleIdx="0" presStyleCnt="4"/>
      <dgm:spPr/>
    </dgm:pt>
    <dgm:pt modelId="{ED7E1E87-5BEA-4D53-8A9D-71C50164915A}" type="pres">
      <dgm:prSet presAssocID="{8A6982CE-1608-4104-80BF-67BA8607876F}" presName="conn" presStyleLbl="parChTrans1D2" presStyleIdx="0" presStyleCnt="1"/>
      <dgm:spPr/>
    </dgm:pt>
    <dgm:pt modelId="{358E093B-6E47-4642-BC33-0ACBE4B738CA}" type="pres">
      <dgm:prSet presAssocID="{8A6982CE-1608-4104-80BF-67BA8607876F}" presName="extraNode" presStyleLbl="node1" presStyleIdx="0" presStyleCnt="4"/>
      <dgm:spPr/>
    </dgm:pt>
    <dgm:pt modelId="{6279FF61-E163-4755-BEDA-C9C7760E42AE}" type="pres">
      <dgm:prSet presAssocID="{8A6982CE-1608-4104-80BF-67BA8607876F}" presName="dstNode" presStyleLbl="node1" presStyleIdx="0" presStyleCnt="4"/>
      <dgm:spPr/>
    </dgm:pt>
    <dgm:pt modelId="{5F713A66-5183-4422-8845-F2D53C900B91}" type="pres">
      <dgm:prSet presAssocID="{A4F48ABA-1A3E-42DE-8300-C0B96A9EBD12}" presName="text_1" presStyleLbl="node1" presStyleIdx="0" presStyleCnt="4">
        <dgm:presLayoutVars>
          <dgm:bulletEnabled val="1"/>
        </dgm:presLayoutVars>
      </dgm:prSet>
      <dgm:spPr/>
    </dgm:pt>
    <dgm:pt modelId="{34E4CE42-30C2-4E41-8F28-1DDD2F63BDC8}" type="pres">
      <dgm:prSet presAssocID="{A4F48ABA-1A3E-42DE-8300-C0B96A9EBD12}" presName="accent_1" presStyleCnt="0"/>
      <dgm:spPr/>
    </dgm:pt>
    <dgm:pt modelId="{4B628AD4-13CA-493D-8471-855838A8891F}" type="pres">
      <dgm:prSet presAssocID="{A4F48ABA-1A3E-42DE-8300-C0B96A9EBD12}" presName="accentRepeatNode" presStyleLbl="solidFgAcc1" presStyleIdx="0" presStyleCnt="4"/>
      <dgm:spPr/>
    </dgm:pt>
    <dgm:pt modelId="{96AEFC43-3157-4CC7-9ED0-E78126556F00}" type="pres">
      <dgm:prSet presAssocID="{C59431AE-1C33-4FB6-9C5C-E2B09E51523A}" presName="text_2" presStyleLbl="node1" presStyleIdx="1" presStyleCnt="4">
        <dgm:presLayoutVars>
          <dgm:bulletEnabled val="1"/>
        </dgm:presLayoutVars>
      </dgm:prSet>
      <dgm:spPr/>
    </dgm:pt>
    <dgm:pt modelId="{C758C30B-0DD2-4515-A00B-04881C081178}" type="pres">
      <dgm:prSet presAssocID="{C59431AE-1C33-4FB6-9C5C-E2B09E51523A}" presName="accent_2" presStyleCnt="0"/>
      <dgm:spPr/>
    </dgm:pt>
    <dgm:pt modelId="{07E594C5-7C92-4B80-BF97-25BDE3ABDB9A}" type="pres">
      <dgm:prSet presAssocID="{C59431AE-1C33-4FB6-9C5C-E2B09E51523A}" presName="accentRepeatNode" presStyleLbl="solidFgAcc1" presStyleIdx="1" presStyleCnt="4"/>
      <dgm:spPr/>
    </dgm:pt>
    <dgm:pt modelId="{288387F1-3DB9-43B1-A680-334FF659B719}" type="pres">
      <dgm:prSet presAssocID="{66B3FB1D-3D52-4D89-8DDD-48B47BB08CCB}" presName="text_3" presStyleLbl="node1" presStyleIdx="2" presStyleCnt="4">
        <dgm:presLayoutVars>
          <dgm:bulletEnabled val="1"/>
        </dgm:presLayoutVars>
      </dgm:prSet>
      <dgm:spPr/>
    </dgm:pt>
    <dgm:pt modelId="{62D71615-1757-4B80-8500-39F20F8B3E17}" type="pres">
      <dgm:prSet presAssocID="{66B3FB1D-3D52-4D89-8DDD-48B47BB08CCB}" presName="accent_3" presStyleCnt="0"/>
      <dgm:spPr/>
    </dgm:pt>
    <dgm:pt modelId="{D8CB9B40-BB50-4FB7-9D30-3292076DFA1C}" type="pres">
      <dgm:prSet presAssocID="{66B3FB1D-3D52-4D89-8DDD-48B47BB08CCB}" presName="accentRepeatNode" presStyleLbl="solidFgAcc1" presStyleIdx="2" presStyleCnt="4"/>
      <dgm:spPr/>
    </dgm:pt>
    <dgm:pt modelId="{B02D313D-5474-458B-AB60-E8DA37D09AC3}" type="pres">
      <dgm:prSet presAssocID="{92B1DDC9-9B54-4FB4-AB27-7D213DA9C0E8}" presName="text_4" presStyleLbl="node1" presStyleIdx="3" presStyleCnt="4">
        <dgm:presLayoutVars>
          <dgm:bulletEnabled val="1"/>
        </dgm:presLayoutVars>
      </dgm:prSet>
      <dgm:spPr/>
    </dgm:pt>
    <dgm:pt modelId="{55219ADB-F599-4189-A3D4-64ADB010156C}" type="pres">
      <dgm:prSet presAssocID="{92B1DDC9-9B54-4FB4-AB27-7D213DA9C0E8}" presName="accent_4" presStyleCnt="0"/>
      <dgm:spPr/>
    </dgm:pt>
    <dgm:pt modelId="{FE4292FE-AB84-4218-A69F-FAA6A41B56E7}" type="pres">
      <dgm:prSet presAssocID="{92B1DDC9-9B54-4FB4-AB27-7D213DA9C0E8}" presName="accentRepeatNode" presStyleLbl="solidFgAcc1" presStyleIdx="3" presStyleCnt="4"/>
      <dgm:spPr/>
    </dgm:pt>
  </dgm:ptLst>
  <dgm:cxnLst>
    <dgm:cxn modelId="{7DD29F17-6629-4406-A368-500AE07F2AE5}" type="presOf" srcId="{C59431AE-1C33-4FB6-9C5C-E2B09E51523A}" destId="{96AEFC43-3157-4CC7-9ED0-E78126556F00}" srcOrd="0" destOrd="0" presId="urn:microsoft.com/office/officeart/2008/layout/VerticalCurvedList"/>
    <dgm:cxn modelId="{60AEE71F-CF3F-4166-BC1C-F58F7AE9D397}" type="presOf" srcId="{F4C1A9DA-8793-45AA-986F-43B46DE7A73D}" destId="{ED7E1E87-5BEA-4D53-8A9D-71C50164915A}" srcOrd="0" destOrd="0" presId="urn:microsoft.com/office/officeart/2008/layout/VerticalCurvedList"/>
    <dgm:cxn modelId="{8FE29C25-9653-4356-82A2-4485F227CFA4}" srcId="{8A6982CE-1608-4104-80BF-67BA8607876F}" destId="{66B3FB1D-3D52-4D89-8DDD-48B47BB08CCB}" srcOrd="2" destOrd="0" parTransId="{FA88A47D-D5F1-435C-84C6-FD6F54B857B7}" sibTransId="{3BA839BD-FD29-423E-A0BB-3DD4D3929581}"/>
    <dgm:cxn modelId="{DAC03936-A53E-4C80-80B7-4FC782785913}" srcId="{8A6982CE-1608-4104-80BF-67BA8607876F}" destId="{C59431AE-1C33-4FB6-9C5C-E2B09E51523A}" srcOrd="1" destOrd="0" parTransId="{A3A58376-FCB8-4B1B-BCBA-5177FD89EE0D}" sibTransId="{6692717A-EB9E-41EE-9690-F2D9C29542C0}"/>
    <dgm:cxn modelId="{FA05FF73-0D28-4202-B891-8AD8628BC0CC}" type="presOf" srcId="{66B3FB1D-3D52-4D89-8DDD-48B47BB08CCB}" destId="{288387F1-3DB9-43B1-A680-334FF659B719}" srcOrd="0" destOrd="0" presId="urn:microsoft.com/office/officeart/2008/layout/VerticalCurvedList"/>
    <dgm:cxn modelId="{ED01C178-09D5-4501-9ED5-405F1BFC223A}" type="presOf" srcId="{A4F48ABA-1A3E-42DE-8300-C0B96A9EBD12}" destId="{5F713A66-5183-4422-8845-F2D53C900B91}" srcOrd="0" destOrd="0" presId="urn:microsoft.com/office/officeart/2008/layout/VerticalCurvedList"/>
    <dgm:cxn modelId="{E1EABA9C-B617-4A25-8909-321DAD2500C5}" type="presOf" srcId="{92B1DDC9-9B54-4FB4-AB27-7D213DA9C0E8}" destId="{B02D313D-5474-458B-AB60-E8DA37D09AC3}" srcOrd="0" destOrd="0" presId="urn:microsoft.com/office/officeart/2008/layout/VerticalCurvedList"/>
    <dgm:cxn modelId="{BC3E72B9-6149-459F-A00E-75E90190F9D9}" srcId="{8A6982CE-1608-4104-80BF-67BA8607876F}" destId="{A4F48ABA-1A3E-42DE-8300-C0B96A9EBD12}" srcOrd="0" destOrd="0" parTransId="{AC698EB8-2B8D-4615-A8FD-30F1D2688FEC}" sibTransId="{F4C1A9DA-8793-45AA-986F-43B46DE7A73D}"/>
    <dgm:cxn modelId="{6A75AACD-B1B8-4CB3-886D-C908ECE71EE0}" type="presOf" srcId="{8A6982CE-1608-4104-80BF-67BA8607876F}" destId="{B2061829-A2AC-4FFB-A845-2677C6FDFC45}" srcOrd="0" destOrd="0" presId="urn:microsoft.com/office/officeart/2008/layout/VerticalCurvedList"/>
    <dgm:cxn modelId="{4497B3FD-3794-4A5E-AE2B-56FF40E69E4F}" srcId="{8A6982CE-1608-4104-80BF-67BA8607876F}" destId="{92B1DDC9-9B54-4FB4-AB27-7D213DA9C0E8}" srcOrd="3" destOrd="0" parTransId="{51182D80-014F-4DF1-86D4-2218C6A2A0C1}" sibTransId="{B020454D-5CEC-4A6A-B4E2-C2097D6CA8B1}"/>
    <dgm:cxn modelId="{F5F356B2-D41A-4485-B83B-D999B4A8C8D1}" type="presParOf" srcId="{B2061829-A2AC-4FFB-A845-2677C6FDFC45}" destId="{6084B7E1-11E0-4038-924E-EC22E5CAF1F6}" srcOrd="0" destOrd="0" presId="urn:microsoft.com/office/officeart/2008/layout/VerticalCurvedList"/>
    <dgm:cxn modelId="{CF43A9FA-0566-4CBF-9DCD-5ECDC1595979}" type="presParOf" srcId="{6084B7E1-11E0-4038-924E-EC22E5CAF1F6}" destId="{93D709C7-CE9D-47CA-BAE1-0022E478A020}" srcOrd="0" destOrd="0" presId="urn:microsoft.com/office/officeart/2008/layout/VerticalCurvedList"/>
    <dgm:cxn modelId="{F579D797-5211-4359-8895-DB2BF87808DF}" type="presParOf" srcId="{93D709C7-CE9D-47CA-BAE1-0022E478A020}" destId="{09E2EBEE-87F2-4FD4-B190-4D6EBAC63A47}" srcOrd="0" destOrd="0" presId="urn:microsoft.com/office/officeart/2008/layout/VerticalCurvedList"/>
    <dgm:cxn modelId="{0DF6C0A9-8350-4A4B-8D50-DD1FBA0B5700}" type="presParOf" srcId="{93D709C7-CE9D-47CA-BAE1-0022E478A020}" destId="{ED7E1E87-5BEA-4D53-8A9D-71C50164915A}" srcOrd="1" destOrd="0" presId="urn:microsoft.com/office/officeart/2008/layout/VerticalCurvedList"/>
    <dgm:cxn modelId="{3EED5A85-98B8-4574-B6E4-F6D92306757D}" type="presParOf" srcId="{93D709C7-CE9D-47CA-BAE1-0022E478A020}" destId="{358E093B-6E47-4642-BC33-0ACBE4B738CA}" srcOrd="2" destOrd="0" presId="urn:microsoft.com/office/officeart/2008/layout/VerticalCurvedList"/>
    <dgm:cxn modelId="{E1D62BB7-4EBE-4702-A535-3717185F709E}" type="presParOf" srcId="{93D709C7-CE9D-47CA-BAE1-0022E478A020}" destId="{6279FF61-E163-4755-BEDA-C9C7760E42AE}" srcOrd="3" destOrd="0" presId="urn:microsoft.com/office/officeart/2008/layout/VerticalCurvedList"/>
    <dgm:cxn modelId="{EF687D4B-5A5F-4AF7-84E5-DFFBC7B6A119}" type="presParOf" srcId="{6084B7E1-11E0-4038-924E-EC22E5CAF1F6}" destId="{5F713A66-5183-4422-8845-F2D53C900B91}" srcOrd="1" destOrd="0" presId="urn:microsoft.com/office/officeart/2008/layout/VerticalCurvedList"/>
    <dgm:cxn modelId="{6D76CA85-A4DF-4DF6-90E9-006D9DD550A6}" type="presParOf" srcId="{6084B7E1-11E0-4038-924E-EC22E5CAF1F6}" destId="{34E4CE42-30C2-4E41-8F28-1DDD2F63BDC8}" srcOrd="2" destOrd="0" presId="urn:microsoft.com/office/officeart/2008/layout/VerticalCurvedList"/>
    <dgm:cxn modelId="{93E6C974-7E40-47BB-8B8E-076CA5D19ED9}" type="presParOf" srcId="{34E4CE42-30C2-4E41-8F28-1DDD2F63BDC8}" destId="{4B628AD4-13CA-493D-8471-855838A8891F}" srcOrd="0" destOrd="0" presId="urn:microsoft.com/office/officeart/2008/layout/VerticalCurvedList"/>
    <dgm:cxn modelId="{53F1E255-EF1A-4339-8167-B2BEC7EDBAAF}" type="presParOf" srcId="{6084B7E1-11E0-4038-924E-EC22E5CAF1F6}" destId="{96AEFC43-3157-4CC7-9ED0-E78126556F00}" srcOrd="3" destOrd="0" presId="urn:microsoft.com/office/officeart/2008/layout/VerticalCurvedList"/>
    <dgm:cxn modelId="{E3F98D93-994F-461B-B34A-842DE8D4BF6D}" type="presParOf" srcId="{6084B7E1-11E0-4038-924E-EC22E5CAF1F6}" destId="{C758C30B-0DD2-4515-A00B-04881C081178}" srcOrd="4" destOrd="0" presId="urn:microsoft.com/office/officeart/2008/layout/VerticalCurvedList"/>
    <dgm:cxn modelId="{247472F9-62C0-491F-9477-C8C6FB2B94C1}" type="presParOf" srcId="{C758C30B-0DD2-4515-A00B-04881C081178}" destId="{07E594C5-7C92-4B80-BF97-25BDE3ABDB9A}" srcOrd="0" destOrd="0" presId="urn:microsoft.com/office/officeart/2008/layout/VerticalCurvedList"/>
    <dgm:cxn modelId="{35B5025A-0808-4402-93AD-7032944FE7B8}" type="presParOf" srcId="{6084B7E1-11E0-4038-924E-EC22E5CAF1F6}" destId="{288387F1-3DB9-43B1-A680-334FF659B719}" srcOrd="5" destOrd="0" presId="urn:microsoft.com/office/officeart/2008/layout/VerticalCurvedList"/>
    <dgm:cxn modelId="{7EE6916B-4C2D-4798-AF04-017ABA4CE3BF}" type="presParOf" srcId="{6084B7E1-11E0-4038-924E-EC22E5CAF1F6}" destId="{62D71615-1757-4B80-8500-39F20F8B3E17}" srcOrd="6" destOrd="0" presId="urn:microsoft.com/office/officeart/2008/layout/VerticalCurvedList"/>
    <dgm:cxn modelId="{39774181-E3ED-4860-9C6F-F90F6391064D}" type="presParOf" srcId="{62D71615-1757-4B80-8500-39F20F8B3E17}" destId="{D8CB9B40-BB50-4FB7-9D30-3292076DFA1C}" srcOrd="0" destOrd="0" presId="urn:microsoft.com/office/officeart/2008/layout/VerticalCurvedList"/>
    <dgm:cxn modelId="{B5BC0866-47D6-48FE-B064-CC4839005907}" type="presParOf" srcId="{6084B7E1-11E0-4038-924E-EC22E5CAF1F6}" destId="{B02D313D-5474-458B-AB60-E8DA37D09AC3}" srcOrd="7" destOrd="0" presId="urn:microsoft.com/office/officeart/2008/layout/VerticalCurvedList"/>
    <dgm:cxn modelId="{34AA084F-3CAF-4BCD-8545-0A53636597CC}" type="presParOf" srcId="{6084B7E1-11E0-4038-924E-EC22E5CAF1F6}" destId="{55219ADB-F599-4189-A3D4-64ADB010156C}" srcOrd="8" destOrd="0" presId="urn:microsoft.com/office/officeart/2008/layout/VerticalCurvedList"/>
    <dgm:cxn modelId="{7C830FB9-AF61-43D6-B621-5332B0C6599D}" type="presParOf" srcId="{55219ADB-F599-4189-A3D4-64ADB010156C}" destId="{FE4292FE-AB84-4218-A69F-FAA6A41B56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76FF8938-A16E-4098-A2E9-6AE04C4D48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F41AA4-89CD-47C7-AF2A-11600209BAA0}">
      <dgm:prSet/>
      <dgm:spPr/>
      <dgm:t>
        <a:bodyPr/>
        <a:lstStyle/>
        <a:p>
          <a:r>
            <a:rPr lang="uk-UA" b="0" i="0" baseline="0"/>
            <a:t>установлено контроль за діяльністю гетьмана та козацької старшини, збільшено стягнення податків до царської казни, провіанту для російської армії.</a:t>
          </a:r>
          <a:endParaRPr lang="uk-UA"/>
        </a:p>
      </dgm:t>
    </dgm:pt>
    <dgm:pt modelId="{67628D3A-AF30-4E21-AD3F-0BF5ED1C1CE0}" type="parTrans" cxnId="{6C59A43F-4388-4E7A-8A94-888946811944}">
      <dgm:prSet/>
      <dgm:spPr/>
      <dgm:t>
        <a:bodyPr/>
        <a:lstStyle/>
        <a:p>
          <a:endParaRPr lang="uk-UA"/>
        </a:p>
      </dgm:t>
    </dgm:pt>
    <dgm:pt modelId="{6067B8B6-5E06-447E-9AA4-A27B089CC1C8}" type="sibTrans" cxnId="{6C59A43F-4388-4E7A-8A94-888946811944}">
      <dgm:prSet/>
      <dgm:spPr/>
      <dgm:t>
        <a:bodyPr/>
        <a:lstStyle/>
        <a:p>
          <a:endParaRPr lang="uk-UA"/>
        </a:p>
      </dgm:t>
    </dgm:pt>
    <dgm:pt modelId="{AB34B45A-059A-4D8B-B38B-056F9F17E746}">
      <dgm:prSet/>
      <dgm:spPr/>
      <dgm:t>
        <a:bodyPr/>
        <a:lstStyle/>
        <a:p>
          <a:r>
            <a:rPr lang="uk-UA" b="0" i="0" baseline="0"/>
            <a:t>відокремлено гетьманський скарб від державного; проведено Генеральне слідство щодо законності володіння маєтками козацькою старшиною.</a:t>
          </a:r>
          <a:endParaRPr lang="uk-UA"/>
        </a:p>
      </dgm:t>
    </dgm:pt>
    <dgm:pt modelId="{D8AE8352-EE49-448D-8596-2A48FA2E61CB}" type="parTrans" cxnId="{6D61F212-A557-496F-A8EF-6B38592255A2}">
      <dgm:prSet/>
      <dgm:spPr/>
      <dgm:t>
        <a:bodyPr/>
        <a:lstStyle/>
        <a:p>
          <a:endParaRPr lang="uk-UA"/>
        </a:p>
      </dgm:t>
    </dgm:pt>
    <dgm:pt modelId="{5C616F17-50CB-49C9-8D23-8B0040273A65}" type="sibTrans" cxnId="{6D61F212-A557-496F-A8EF-6B38592255A2}">
      <dgm:prSet/>
      <dgm:spPr/>
      <dgm:t>
        <a:bodyPr/>
        <a:lstStyle/>
        <a:p>
          <a:endParaRPr lang="uk-UA"/>
        </a:p>
      </dgm:t>
    </dgm:pt>
    <dgm:pt modelId="{E5A86960-C7C6-439D-82C9-12F3E63C08B4}" type="pres">
      <dgm:prSet presAssocID="{76FF8938-A16E-4098-A2E9-6AE04C4D4887}" presName="linear" presStyleCnt="0">
        <dgm:presLayoutVars>
          <dgm:animLvl val="lvl"/>
          <dgm:resizeHandles val="exact"/>
        </dgm:presLayoutVars>
      </dgm:prSet>
      <dgm:spPr/>
    </dgm:pt>
    <dgm:pt modelId="{E09D7298-A7D5-48DD-98F1-4BF25FBA671F}" type="pres">
      <dgm:prSet presAssocID="{2AF41AA4-89CD-47C7-AF2A-11600209BA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E452260-F787-4483-A2D4-0E349EF4E743}" type="pres">
      <dgm:prSet presAssocID="{6067B8B6-5E06-447E-9AA4-A27B089CC1C8}" presName="spacer" presStyleCnt="0"/>
      <dgm:spPr/>
    </dgm:pt>
    <dgm:pt modelId="{929CD59D-D128-417D-8339-57B122510653}" type="pres">
      <dgm:prSet presAssocID="{AB34B45A-059A-4D8B-B38B-056F9F17E74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B6CFD0C-D1D8-40E9-A51E-07C19E32E676}" type="presOf" srcId="{2AF41AA4-89CD-47C7-AF2A-11600209BAA0}" destId="{E09D7298-A7D5-48DD-98F1-4BF25FBA671F}" srcOrd="0" destOrd="0" presId="urn:microsoft.com/office/officeart/2005/8/layout/vList2"/>
    <dgm:cxn modelId="{6D61F212-A557-496F-A8EF-6B38592255A2}" srcId="{76FF8938-A16E-4098-A2E9-6AE04C4D4887}" destId="{AB34B45A-059A-4D8B-B38B-056F9F17E746}" srcOrd="1" destOrd="0" parTransId="{D8AE8352-EE49-448D-8596-2A48FA2E61CB}" sibTransId="{5C616F17-50CB-49C9-8D23-8B0040273A65}"/>
    <dgm:cxn modelId="{6C59A43F-4388-4E7A-8A94-888946811944}" srcId="{76FF8938-A16E-4098-A2E9-6AE04C4D4887}" destId="{2AF41AA4-89CD-47C7-AF2A-11600209BAA0}" srcOrd="0" destOrd="0" parTransId="{67628D3A-AF30-4E21-AD3F-0BF5ED1C1CE0}" sibTransId="{6067B8B6-5E06-447E-9AA4-A27B089CC1C8}"/>
    <dgm:cxn modelId="{EB2177E7-3587-4370-B1E1-F4C1FD669B94}" type="presOf" srcId="{76FF8938-A16E-4098-A2E9-6AE04C4D4887}" destId="{E5A86960-C7C6-439D-82C9-12F3E63C08B4}" srcOrd="0" destOrd="0" presId="urn:microsoft.com/office/officeart/2005/8/layout/vList2"/>
    <dgm:cxn modelId="{0F7556F6-5817-437F-A701-A3B3CBFC8F92}" type="presOf" srcId="{AB34B45A-059A-4D8B-B38B-056F9F17E746}" destId="{929CD59D-D128-417D-8339-57B122510653}" srcOrd="0" destOrd="0" presId="urn:microsoft.com/office/officeart/2005/8/layout/vList2"/>
    <dgm:cxn modelId="{9CE75AA4-ACC7-4610-B87D-FB1B8BB4081C}" type="presParOf" srcId="{E5A86960-C7C6-439D-82C9-12F3E63C08B4}" destId="{E09D7298-A7D5-48DD-98F1-4BF25FBA671F}" srcOrd="0" destOrd="0" presId="urn:microsoft.com/office/officeart/2005/8/layout/vList2"/>
    <dgm:cxn modelId="{CE937879-F6FB-4311-A4E4-DBEF74E82DBE}" type="presParOf" srcId="{E5A86960-C7C6-439D-82C9-12F3E63C08B4}" destId="{CE452260-F787-4483-A2D4-0E349EF4E743}" srcOrd="1" destOrd="0" presId="urn:microsoft.com/office/officeart/2005/8/layout/vList2"/>
    <dgm:cxn modelId="{A27BA6FC-442C-4C36-B09E-841C32D69DC1}" type="presParOf" srcId="{E5A86960-C7C6-439D-82C9-12F3E63C08B4}" destId="{929CD59D-D128-417D-8339-57B12251065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D55798B3-6021-4C94-A789-F9B507F6E0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0FA951-E6E6-40EF-AAC4-67BD72201269}">
      <dgm:prSet/>
      <dgm:spPr/>
      <dgm:t>
        <a:bodyPr/>
        <a:lstStyle/>
        <a:p>
          <a:r>
            <a:rPr lang="ru-RU" b="0" i="0" baseline="0" dirty="0" err="1"/>
            <a:t>ліквідовано</a:t>
          </a:r>
          <a:r>
            <a:rPr lang="ru-RU" b="0" i="0" baseline="0" dirty="0"/>
            <a:t> </a:t>
          </a:r>
          <a:r>
            <a:rPr lang="ru-RU" b="0" i="0" baseline="0" dirty="0" err="1"/>
            <a:t>рештки</a:t>
          </a:r>
          <a:r>
            <a:rPr lang="ru-RU" b="0" i="0" baseline="0" dirty="0"/>
            <a:t> автономного устрою </a:t>
          </a:r>
          <a:r>
            <a:rPr lang="ru-RU" b="0" i="0" baseline="0" dirty="0" err="1"/>
            <a:t>Гетьманщини</a:t>
          </a:r>
          <a:r>
            <a:rPr lang="ru-RU" b="0" i="0" baseline="0" dirty="0"/>
            <a:t>, </a:t>
          </a:r>
          <a:r>
            <a:rPr lang="ru-RU" b="0" i="0" baseline="0" dirty="0" err="1"/>
            <a:t>управління</a:t>
          </a:r>
          <a:r>
            <a:rPr lang="ru-RU" b="0" i="0" baseline="0" dirty="0"/>
            <a:t> </a:t>
          </a:r>
          <a:r>
            <a:rPr lang="ru-RU" b="0" i="0" baseline="0" dirty="0" err="1"/>
            <a:t>українськими</a:t>
          </a:r>
          <a:r>
            <a:rPr lang="ru-RU" b="0" i="0" baseline="0" dirty="0"/>
            <a:t> землями </a:t>
          </a:r>
          <a:r>
            <a:rPr lang="ru-RU" b="0" i="0" baseline="0" dirty="0" err="1"/>
            <a:t>підпорядковано</a:t>
          </a:r>
          <a:r>
            <a:rPr lang="ru-RU" b="0" i="0" baseline="0" dirty="0"/>
            <a:t> </a:t>
          </a:r>
          <a:r>
            <a:rPr lang="ru-RU" b="0" i="0" baseline="0" dirty="0" err="1"/>
            <a:t>загальноросійським</a:t>
          </a:r>
          <a:r>
            <a:rPr lang="ru-RU" b="0" i="0" baseline="0" dirty="0"/>
            <a:t> </a:t>
          </a:r>
          <a:r>
            <a:rPr lang="ru-RU" b="0" i="0" baseline="0" dirty="0" err="1"/>
            <a:t>державним</a:t>
          </a:r>
          <a:r>
            <a:rPr lang="ru-RU" b="0" i="0" baseline="0" dirty="0"/>
            <a:t> органам.</a:t>
          </a:r>
          <a:endParaRPr lang="uk-UA" dirty="0"/>
        </a:p>
      </dgm:t>
    </dgm:pt>
    <dgm:pt modelId="{4DBEFACD-78C3-4E3C-97AE-5903BD3D2B92}" type="parTrans" cxnId="{0F31388C-7691-4509-BF95-55CBE30417D2}">
      <dgm:prSet/>
      <dgm:spPr/>
      <dgm:t>
        <a:bodyPr/>
        <a:lstStyle/>
        <a:p>
          <a:endParaRPr lang="uk-UA"/>
        </a:p>
      </dgm:t>
    </dgm:pt>
    <dgm:pt modelId="{5A24ECE7-8E92-4AE7-A045-546E77E156B1}" type="sibTrans" cxnId="{0F31388C-7691-4509-BF95-55CBE30417D2}">
      <dgm:prSet/>
      <dgm:spPr/>
      <dgm:t>
        <a:bodyPr/>
        <a:lstStyle/>
        <a:p>
          <a:endParaRPr lang="uk-UA"/>
        </a:p>
      </dgm:t>
    </dgm:pt>
    <dgm:pt modelId="{5EEE0FB7-3BED-4757-B6ED-DBEE84C74C88}">
      <dgm:prSet/>
      <dgm:spPr/>
      <dgm:t>
        <a:bodyPr/>
        <a:lstStyle/>
        <a:p>
          <a:r>
            <a:rPr lang="ru-RU" b="0" i="0" baseline="0"/>
            <a:t>установлено контроль за Лівобережною та Слобідською Україною, посилено втручання російського уряду у внутрішні справи Гетьманщини.</a:t>
          </a:r>
          <a:endParaRPr lang="uk-UA"/>
        </a:p>
      </dgm:t>
    </dgm:pt>
    <dgm:pt modelId="{7C8B0D72-B910-437B-9D0C-D04F370A7773}" type="parTrans" cxnId="{C76AAE5B-F9F8-4947-8ABE-E459B03CE706}">
      <dgm:prSet/>
      <dgm:spPr/>
      <dgm:t>
        <a:bodyPr/>
        <a:lstStyle/>
        <a:p>
          <a:endParaRPr lang="uk-UA"/>
        </a:p>
      </dgm:t>
    </dgm:pt>
    <dgm:pt modelId="{FCC6B506-33A5-49CE-B3EE-866D31A037F6}" type="sibTrans" cxnId="{C76AAE5B-F9F8-4947-8ABE-E459B03CE706}">
      <dgm:prSet/>
      <dgm:spPr/>
      <dgm:t>
        <a:bodyPr/>
        <a:lstStyle/>
        <a:p>
          <a:endParaRPr lang="uk-UA"/>
        </a:p>
      </dgm:t>
    </dgm:pt>
    <dgm:pt modelId="{793D3B2E-22EC-42EE-856C-D4034D241C47}" type="pres">
      <dgm:prSet presAssocID="{D55798B3-6021-4C94-A789-F9B507F6E094}" presName="linear" presStyleCnt="0">
        <dgm:presLayoutVars>
          <dgm:animLvl val="lvl"/>
          <dgm:resizeHandles val="exact"/>
        </dgm:presLayoutVars>
      </dgm:prSet>
      <dgm:spPr/>
    </dgm:pt>
    <dgm:pt modelId="{930E9E3B-46CB-4A0D-9596-2F4B9A2926B5}" type="pres">
      <dgm:prSet presAssocID="{D90FA951-E6E6-40EF-AAC4-67BD722012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0F4C2C-5E89-4407-ACD1-C62CF6A8EB63}" type="pres">
      <dgm:prSet presAssocID="{5A24ECE7-8E92-4AE7-A045-546E77E156B1}" presName="spacer" presStyleCnt="0"/>
      <dgm:spPr/>
    </dgm:pt>
    <dgm:pt modelId="{EA104E23-59EB-4D1A-9786-A4CEE3F577F6}" type="pres">
      <dgm:prSet presAssocID="{5EEE0FB7-3BED-4757-B6ED-DBEE84C74C8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26F2E34-0DC0-4522-8383-AE46CD2DACD9}" type="presOf" srcId="{5EEE0FB7-3BED-4757-B6ED-DBEE84C74C88}" destId="{EA104E23-59EB-4D1A-9786-A4CEE3F577F6}" srcOrd="0" destOrd="0" presId="urn:microsoft.com/office/officeart/2005/8/layout/vList2"/>
    <dgm:cxn modelId="{C76AAE5B-F9F8-4947-8ABE-E459B03CE706}" srcId="{D55798B3-6021-4C94-A789-F9B507F6E094}" destId="{5EEE0FB7-3BED-4757-B6ED-DBEE84C74C88}" srcOrd="1" destOrd="0" parTransId="{7C8B0D72-B910-437B-9D0C-D04F370A7773}" sibTransId="{FCC6B506-33A5-49CE-B3EE-866D31A037F6}"/>
    <dgm:cxn modelId="{55CDD385-D989-42EA-A1B7-7B0F6922447D}" type="presOf" srcId="{D55798B3-6021-4C94-A789-F9B507F6E094}" destId="{793D3B2E-22EC-42EE-856C-D4034D241C47}" srcOrd="0" destOrd="0" presId="urn:microsoft.com/office/officeart/2005/8/layout/vList2"/>
    <dgm:cxn modelId="{0F31388C-7691-4509-BF95-55CBE30417D2}" srcId="{D55798B3-6021-4C94-A789-F9B507F6E094}" destId="{D90FA951-E6E6-40EF-AAC4-67BD72201269}" srcOrd="0" destOrd="0" parTransId="{4DBEFACD-78C3-4E3C-97AE-5903BD3D2B92}" sibTransId="{5A24ECE7-8E92-4AE7-A045-546E77E156B1}"/>
    <dgm:cxn modelId="{DEE7C8DA-D6E3-49B0-A749-FBC8A9ED326D}" type="presOf" srcId="{D90FA951-E6E6-40EF-AAC4-67BD72201269}" destId="{930E9E3B-46CB-4A0D-9596-2F4B9A2926B5}" srcOrd="0" destOrd="0" presId="urn:microsoft.com/office/officeart/2005/8/layout/vList2"/>
    <dgm:cxn modelId="{4C64FAFD-85DA-4F0C-A5F1-3DC070EBABA0}" type="presParOf" srcId="{793D3B2E-22EC-42EE-856C-D4034D241C47}" destId="{930E9E3B-46CB-4A0D-9596-2F4B9A2926B5}" srcOrd="0" destOrd="0" presId="urn:microsoft.com/office/officeart/2005/8/layout/vList2"/>
    <dgm:cxn modelId="{E1FD702B-53D3-4652-8C2C-CBD2C45CE2EC}" type="presParOf" srcId="{793D3B2E-22EC-42EE-856C-D4034D241C47}" destId="{D40F4C2C-5E89-4407-ACD1-C62CF6A8EB63}" srcOrd="1" destOrd="0" presId="urn:microsoft.com/office/officeart/2005/8/layout/vList2"/>
    <dgm:cxn modelId="{5C32E509-DC35-4F98-AFB6-32B97DE490D0}" type="presParOf" srcId="{793D3B2E-22EC-42EE-856C-D4034D241C47}" destId="{EA104E23-59EB-4D1A-9786-A4CEE3F577F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C68A952E-9F53-4469-A018-4BC3F872647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6295FA-3C35-4BF4-88A5-0CE1A02F9730}">
      <dgm:prSet/>
      <dgm:spPr/>
      <dgm:t>
        <a:bodyPr/>
        <a:lstStyle/>
        <a:p>
          <a:r>
            <a:rPr lang="ru-RU" b="0" i="0" baseline="0"/>
            <a:t>1, 2, 4</a:t>
          </a:r>
          <a:endParaRPr lang="uk-UA"/>
        </a:p>
      </dgm:t>
    </dgm:pt>
    <dgm:pt modelId="{D7E4DF8E-678D-4045-BCDE-9010B753906E}" type="parTrans" cxnId="{F0A84AA6-50C7-4003-B23E-349DBCBF3049}">
      <dgm:prSet/>
      <dgm:spPr/>
      <dgm:t>
        <a:bodyPr/>
        <a:lstStyle/>
        <a:p>
          <a:endParaRPr lang="uk-UA"/>
        </a:p>
      </dgm:t>
    </dgm:pt>
    <dgm:pt modelId="{BE6EFDC9-FB35-457D-BEE5-7A0B05464826}" type="sibTrans" cxnId="{F0A84AA6-50C7-4003-B23E-349DBCBF3049}">
      <dgm:prSet/>
      <dgm:spPr/>
      <dgm:t>
        <a:bodyPr/>
        <a:lstStyle/>
        <a:p>
          <a:endParaRPr lang="uk-UA"/>
        </a:p>
      </dgm:t>
    </dgm:pt>
    <dgm:pt modelId="{7CCE1262-93C2-4F8C-A8CE-7A2B21664B59}">
      <dgm:prSet/>
      <dgm:spPr/>
      <dgm:t>
        <a:bodyPr/>
        <a:lstStyle/>
        <a:p>
          <a:r>
            <a:rPr lang="ru-RU" b="0" i="0" baseline="0"/>
            <a:t>2, 3, 6</a:t>
          </a:r>
          <a:endParaRPr lang="uk-UA"/>
        </a:p>
      </dgm:t>
    </dgm:pt>
    <dgm:pt modelId="{B091D36A-F202-4EC6-80CB-43BC6DE42727}" type="parTrans" cxnId="{ED0AB61A-ED4D-4A5C-9466-CE17E0E9F61E}">
      <dgm:prSet/>
      <dgm:spPr/>
      <dgm:t>
        <a:bodyPr/>
        <a:lstStyle/>
        <a:p>
          <a:endParaRPr lang="uk-UA"/>
        </a:p>
      </dgm:t>
    </dgm:pt>
    <dgm:pt modelId="{99DA2EDA-3942-46BB-95AD-2C372ADAD350}" type="sibTrans" cxnId="{ED0AB61A-ED4D-4A5C-9466-CE17E0E9F61E}">
      <dgm:prSet/>
      <dgm:spPr/>
      <dgm:t>
        <a:bodyPr/>
        <a:lstStyle/>
        <a:p>
          <a:endParaRPr lang="uk-UA"/>
        </a:p>
      </dgm:t>
    </dgm:pt>
    <dgm:pt modelId="{62D5661D-4FE0-49BA-9961-0D1ECF8ABF5F}">
      <dgm:prSet/>
      <dgm:spPr/>
      <dgm:t>
        <a:bodyPr/>
        <a:lstStyle/>
        <a:p>
          <a:r>
            <a:rPr lang="ru-RU" b="0" i="0" baseline="0"/>
            <a:t>3, 5, 6</a:t>
          </a:r>
          <a:endParaRPr lang="uk-UA"/>
        </a:p>
      </dgm:t>
    </dgm:pt>
    <dgm:pt modelId="{5406693B-A842-4F82-A35A-028117847070}" type="parTrans" cxnId="{C3DECBD6-9FEB-4E87-B172-98C05B29BA0A}">
      <dgm:prSet/>
      <dgm:spPr/>
      <dgm:t>
        <a:bodyPr/>
        <a:lstStyle/>
        <a:p>
          <a:endParaRPr lang="uk-UA"/>
        </a:p>
      </dgm:t>
    </dgm:pt>
    <dgm:pt modelId="{92C2F28C-57A0-4356-8825-57C0D296CEEC}" type="sibTrans" cxnId="{C3DECBD6-9FEB-4E87-B172-98C05B29BA0A}">
      <dgm:prSet/>
      <dgm:spPr/>
      <dgm:t>
        <a:bodyPr/>
        <a:lstStyle/>
        <a:p>
          <a:endParaRPr lang="uk-UA"/>
        </a:p>
      </dgm:t>
    </dgm:pt>
    <dgm:pt modelId="{21CA1C17-FA79-4432-B4DE-2076BB866D00}">
      <dgm:prSet/>
      <dgm:spPr/>
      <dgm:t>
        <a:bodyPr/>
        <a:lstStyle/>
        <a:p>
          <a:r>
            <a:rPr lang="ru-RU" b="0" i="0" baseline="0"/>
            <a:t>1, 4, 5</a:t>
          </a:r>
          <a:endParaRPr lang="uk-UA"/>
        </a:p>
      </dgm:t>
    </dgm:pt>
    <dgm:pt modelId="{3F83CA90-B2FC-435B-97F8-16CB3EDEDCC3}" type="parTrans" cxnId="{39A10A29-2F08-46C3-A621-793A6A2C0837}">
      <dgm:prSet/>
      <dgm:spPr/>
      <dgm:t>
        <a:bodyPr/>
        <a:lstStyle/>
        <a:p>
          <a:endParaRPr lang="uk-UA"/>
        </a:p>
      </dgm:t>
    </dgm:pt>
    <dgm:pt modelId="{72ADE105-A60A-4974-9F6D-4FA185015E1A}" type="sibTrans" cxnId="{39A10A29-2F08-46C3-A621-793A6A2C0837}">
      <dgm:prSet/>
      <dgm:spPr/>
      <dgm:t>
        <a:bodyPr/>
        <a:lstStyle/>
        <a:p>
          <a:endParaRPr lang="uk-UA"/>
        </a:p>
      </dgm:t>
    </dgm:pt>
    <dgm:pt modelId="{D134A6A5-84B7-4328-BEBC-41FFF4493BF8}" type="pres">
      <dgm:prSet presAssocID="{C68A952E-9F53-4469-A018-4BC3F8726473}" presName="matrix" presStyleCnt="0">
        <dgm:presLayoutVars>
          <dgm:chMax val="1"/>
          <dgm:dir/>
          <dgm:resizeHandles val="exact"/>
        </dgm:presLayoutVars>
      </dgm:prSet>
      <dgm:spPr/>
    </dgm:pt>
    <dgm:pt modelId="{6C932CE6-5563-4FBE-8425-2EC059B0AD9B}" type="pres">
      <dgm:prSet presAssocID="{C68A952E-9F53-4469-A018-4BC3F8726473}" presName="diamond" presStyleLbl="bgShp" presStyleIdx="0" presStyleCnt="1"/>
      <dgm:spPr/>
    </dgm:pt>
    <dgm:pt modelId="{3CEBA97B-FB25-4B5D-9116-9AD5ADD27393}" type="pres">
      <dgm:prSet presAssocID="{C68A952E-9F53-4469-A018-4BC3F872647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AB3F3A5-31B1-4CCE-BA33-79331C4E772A}" type="pres">
      <dgm:prSet presAssocID="{C68A952E-9F53-4469-A018-4BC3F872647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9BC4BA2-5086-423D-A76B-2F42F340DBFE}" type="pres">
      <dgm:prSet presAssocID="{C68A952E-9F53-4469-A018-4BC3F872647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23470DA-0C98-48AA-8074-77C7DA497323}" type="pres">
      <dgm:prSet presAssocID="{C68A952E-9F53-4469-A018-4BC3F872647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0AB61A-ED4D-4A5C-9466-CE17E0E9F61E}" srcId="{C68A952E-9F53-4469-A018-4BC3F8726473}" destId="{7CCE1262-93C2-4F8C-A8CE-7A2B21664B59}" srcOrd="1" destOrd="0" parTransId="{B091D36A-F202-4EC6-80CB-43BC6DE42727}" sibTransId="{99DA2EDA-3942-46BB-95AD-2C372ADAD350}"/>
    <dgm:cxn modelId="{CCEF0B26-E56B-4C33-B467-D48689BF97A9}" type="presOf" srcId="{62D5661D-4FE0-49BA-9961-0D1ECF8ABF5F}" destId="{F9BC4BA2-5086-423D-A76B-2F42F340DBFE}" srcOrd="0" destOrd="0" presId="urn:microsoft.com/office/officeart/2005/8/layout/matrix3"/>
    <dgm:cxn modelId="{39A10A29-2F08-46C3-A621-793A6A2C0837}" srcId="{C68A952E-9F53-4469-A018-4BC3F8726473}" destId="{21CA1C17-FA79-4432-B4DE-2076BB866D00}" srcOrd="3" destOrd="0" parTransId="{3F83CA90-B2FC-435B-97F8-16CB3EDEDCC3}" sibTransId="{72ADE105-A60A-4974-9F6D-4FA185015E1A}"/>
    <dgm:cxn modelId="{AE3EE070-6CAD-4544-8CE7-BE700DBBD709}" type="presOf" srcId="{C68A952E-9F53-4469-A018-4BC3F8726473}" destId="{D134A6A5-84B7-4328-BEBC-41FFF4493BF8}" srcOrd="0" destOrd="0" presId="urn:microsoft.com/office/officeart/2005/8/layout/matrix3"/>
    <dgm:cxn modelId="{B7864973-5759-46DC-A827-A36AACD06D69}" type="presOf" srcId="{21CA1C17-FA79-4432-B4DE-2076BB866D00}" destId="{D23470DA-0C98-48AA-8074-77C7DA497323}" srcOrd="0" destOrd="0" presId="urn:microsoft.com/office/officeart/2005/8/layout/matrix3"/>
    <dgm:cxn modelId="{F0A84AA6-50C7-4003-B23E-349DBCBF3049}" srcId="{C68A952E-9F53-4469-A018-4BC3F8726473}" destId="{3F6295FA-3C35-4BF4-88A5-0CE1A02F9730}" srcOrd="0" destOrd="0" parTransId="{D7E4DF8E-678D-4045-BCDE-9010B753906E}" sibTransId="{BE6EFDC9-FB35-457D-BEE5-7A0B05464826}"/>
    <dgm:cxn modelId="{4DAD5CA9-943D-456B-B416-0AF2D26B10AE}" type="presOf" srcId="{7CCE1262-93C2-4F8C-A8CE-7A2B21664B59}" destId="{0AB3F3A5-31B1-4CCE-BA33-79331C4E772A}" srcOrd="0" destOrd="0" presId="urn:microsoft.com/office/officeart/2005/8/layout/matrix3"/>
    <dgm:cxn modelId="{C3DECBD6-9FEB-4E87-B172-98C05B29BA0A}" srcId="{C68A952E-9F53-4469-A018-4BC3F8726473}" destId="{62D5661D-4FE0-49BA-9961-0D1ECF8ABF5F}" srcOrd="2" destOrd="0" parTransId="{5406693B-A842-4F82-A35A-028117847070}" sibTransId="{92C2F28C-57A0-4356-8825-57C0D296CEEC}"/>
    <dgm:cxn modelId="{CA2864E1-1A9A-42DA-8159-E61CE7C80D69}" type="presOf" srcId="{3F6295FA-3C35-4BF4-88A5-0CE1A02F9730}" destId="{3CEBA97B-FB25-4B5D-9116-9AD5ADD27393}" srcOrd="0" destOrd="0" presId="urn:microsoft.com/office/officeart/2005/8/layout/matrix3"/>
    <dgm:cxn modelId="{0B78294C-D2E3-4F11-98D4-AAFE563AD6BB}" type="presParOf" srcId="{D134A6A5-84B7-4328-BEBC-41FFF4493BF8}" destId="{6C932CE6-5563-4FBE-8425-2EC059B0AD9B}" srcOrd="0" destOrd="0" presId="urn:microsoft.com/office/officeart/2005/8/layout/matrix3"/>
    <dgm:cxn modelId="{C8207E93-B5B3-4FA2-A99A-CBCE3028193D}" type="presParOf" srcId="{D134A6A5-84B7-4328-BEBC-41FFF4493BF8}" destId="{3CEBA97B-FB25-4B5D-9116-9AD5ADD27393}" srcOrd="1" destOrd="0" presId="urn:microsoft.com/office/officeart/2005/8/layout/matrix3"/>
    <dgm:cxn modelId="{73B123C8-EC08-4B16-A4B9-7ECD78EAACC0}" type="presParOf" srcId="{D134A6A5-84B7-4328-BEBC-41FFF4493BF8}" destId="{0AB3F3A5-31B1-4CCE-BA33-79331C4E772A}" srcOrd="2" destOrd="0" presId="urn:microsoft.com/office/officeart/2005/8/layout/matrix3"/>
    <dgm:cxn modelId="{5BBF1490-834E-4057-8EE0-96EE9EAF0FC6}" type="presParOf" srcId="{D134A6A5-84B7-4328-BEBC-41FFF4493BF8}" destId="{F9BC4BA2-5086-423D-A76B-2F42F340DBFE}" srcOrd="3" destOrd="0" presId="urn:microsoft.com/office/officeart/2005/8/layout/matrix3"/>
    <dgm:cxn modelId="{AA916706-4193-4C15-9D56-F34781F8AEB1}" type="presParOf" srcId="{D134A6A5-84B7-4328-BEBC-41FFF4493BF8}" destId="{D23470DA-0C98-48AA-8074-77C7DA49732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BA70EB23-37B2-4705-8D41-1FA8E1FB286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B5030E7-4864-44A2-A148-6DABA9FC3419}">
      <dgm:prSet/>
      <dgm:spPr/>
      <dgm:t>
        <a:bodyPr/>
        <a:lstStyle/>
        <a:p>
          <a:r>
            <a:rPr lang="ru-RU" b="0" i="0" baseline="0"/>
            <a:t>Малоросійський приказ</a:t>
          </a:r>
          <a:endParaRPr lang="uk-UA"/>
        </a:p>
      </dgm:t>
    </dgm:pt>
    <dgm:pt modelId="{384A529C-E7E9-44FC-8CB2-340E79D9CA01}" type="parTrans" cxnId="{8D807E28-E79E-454E-94E5-7D1FBC539191}">
      <dgm:prSet/>
      <dgm:spPr/>
      <dgm:t>
        <a:bodyPr/>
        <a:lstStyle/>
        <a:p>
          <a:endParaRPr lang="uk-UA"/>
        </a:p>
      </dgm:t>
    </dgm:pt>
    <dgm:pt modelId="{B5DBE743-1409-4D55-9855-811C92F3B1C4}" type="sibTrans" cxnId="{8D807E28-E79E-454E-94E5-7D1FBC539191}">
      <dgm:prSet/>
      <dgm:spPr/>
      <dgm:t>
        <a:bodyPr/>
        <a:lstStyle/>
        <a:p>
          <a:endParaRPr lang="uk-UA"/>
        </a:p>
      </dgm:t>
    </dgm:pt>
    <dgm:pt modelId="{26BF2288-2416-48F6-B75F-597FA2412779}">
      <dgm:prSet/>
      <dgm:spPr/>
      <dgm:t>
        <a:bodyPr/>
        <a:lstStyle/>
        <a:p>
          <a:r>
            <a:rPr lang="ru-RU" b="0" i="0" baseline="0"/>
            <a:t>Перша Малоросійська колегія</a:t>
          </a:r>
          <a:endParaRPr lang="uk-UA"/>
        </a:p>
      </dgm:t>
    </dgm:pt>
    <dgm:pt modelId="{68AEC09A-76F9-4E1E-A697-22B4EC62EBAA}" type="parTrans" cxnId="{01694F54-F9DA-40C6-AA7E-45734AF3C910}">
      <dgm:prSet/>
      <dgm:spPr/>
      <dgm:t>
        <a:bodyPr/>
        <a:lstStyle/>
        <a:p>
          <a:endParaRPr lang="uk-UA"/>
        </a:p>
      </dgm:t>
    </dgm:pt>
    <dgm:pt modelId="{025100B8-782E-4457-A422-872B569A2242}" type="sibTrans" cxnId="{01694F54-F9DA-40C6-AA7E-45734AF3C910}">
      <dgm:prSet/>
      <dgm:spPr/>
      <dgm:t>
        <a:bodyPr/>
        <a:lstStyle/>
        <a:p>
          <a:endParaRPr lang="uk-UA"/>
        </a:p>
      </dgm:t>
    </dgm:pt>
    <dgm:pt modelId="{09AD53CE-8FD2-4716-947B-C43D57CA6427}">
      <dgm:prSet/>
      <dgm:spPr/>
      <dgm:t>
        <a:bodyPr/>
        <a:lstStyle/>
        <a:p>
          <a:r>
            <a:rPr lang="ru-RU" b="0" i="0" baseline="0"/>
            <a:t>Друга Малоросійська колегія</a:t>
          </a:r>
          <a:endParaRPr lang="uk-UA"/>
        </a:p>
      </dgm:t>
    </dgm:pt>
    <dgm:pt modelId="{021214F3-7AD6-4E9F-B7A0-9A5B5842245C}" type="parTrans" cxnId="{005CBAEB-CA7F-4E7B-8519-9B9AD737C31E}">
      <dgm:prSet/>
      <dgm:spPr/>
      <dgm:t>
        <a:bodyPr/>
        <a:lstStyle/>
        <a:p>
          <a:endParaRPr lang="uk-UA"/>
        </a:p>
      </dgm:t>
    </dgm:pt>
    <dgm:pt modelId="{FE632C9E-0AA7-48D4-B78F-74CF522D987A}" type="sibTrans" cxnId="{005CBAEB-CA7F-4E7B-8519-9B9AD737C31E}">
      <dgm:prSet/>
      <dgm:spPr/>
      <dgm:t>
        <a:bodyPr/>
        <a:lstStyle/>
        <a:p>
          <a:endParaRPr lang="uk-UA"/>
        </a:p>
      </dgm:t>
    </dgm:pt>
    <dgm:pt modelId="{0D47A61E-7CCB-4D1D-B472-F6EC0EFCCF01}">
      <dgm:prSet/>
      <dgm:spPr/>
      <dgm:t>
        <a:bodyPr/>
        <a:lstStyle/>
        <a:p>
          <a:r>
            <a:rPr lang="ru-RU" b="0" i="0" baseline="0"/>
            <a:t>Правління гетьманського уряд</a:t>
          </a:r>
          <a:endParaRPr lang="uk-UA"/>
        </a:p>
      </dgm:t>
    </dgm:pt>
    <dgm:pt modelId="{EB12E047-70F9-4328-A1E4-BAF9A3A53602}" type="parTrans" cxnId="{D9C5FBC9-33ED-418E-85DC-5A20FB824BF6}">
      <dgm:prSet/>
      <dgm:spPr/>
      <dgm:t>
        <a:bodyPr/>
        <a:lstStyle/>
        <a:p>
          <a:endParaRPr lang="uk-UA"/>
        </a:p>
      </dgm:t>
    </dgm:pt>
    <dgm:pt modelId="{31BAC7CB-4EE8-441A-A15C-641CCEE00BA4}" type="sibTrans" cxnId="{D9C5FBC9-33ED-418E-85DC-5A20FB824BF6}">
      <dgm:prSet/>
      <dgm:spPr/>
      <dgm:t>
        <a:bodyPr/>
        <a:lstStyle/>
        <a:p>
          <a:endParaRPr lang="uk-UA"/>
        </a:p>
      </dgm:t>
    </dgm:pt>
    <dgm:pt modelId="{F41F8041-7852-442E-838A-37B7C0FCCEFD}" type="pres">
      <dgm:prSet presAssocID="{BA70EB23-37B2-4705-8D41-1FA8E1FB2865}" presName="Name0" presStyleCnt="0">
        <dgm:presLayoutVars>
          <dgm:chMax val="7"/>
          <dgm:chPref val="7"/>
          <dgm:dir/>
        </dgm:presLayoutVars>
      </dgm:prSet>
      <dgm:spPr/>
    </dgm:pt>
    <dgm:pt modelId="{7988450C-5DC2-4B6E-AA92-8933ADC475AA}" type="pres">
      <dgm:prSet presAssocID="{BA70EB23-37B2-4705-8D41-1FA8E1FB2865}" presName="Name1" presStyleCnt="0"/>
      <dgm:spPr/>
    </dgm:pt>
    <dgm:pt modelId="{B970198E-8FE9-497C-ABC1-92517E2CD909}" type="pres">
      <dgm:prSet presAssocID="{BA70EB23-37B2-4705-8D41-1FA8E1FB2865}" presName="cycle" presStyleCnt="0"/>
      <dgm:spPr/>
    </dgm:pt>
    <dgm:pt modelId="{DC8B3D09-52A6-42E2-8698-7B40F1E6504C}" type="pres">
      <dgm:prSet presAssocID="{BA70EB23-37B2-4705-8D41-1FA8E1FB2865}" presName="srcNode" presStyleLbl="node1" presStyleIdx="0" presStyleCnt="4"/>
      <dgm:spPr/>
    </dgm:pt>
    <dgm:pt modelId="{22AF9D7E-ADE9-44D0-9A71-7D7B654ECA9E}" type="pres">
      <dgm:prSet presAssocID="{BA70EB23-37B2-4705-8D41-1FA8E1FB2865}" presName="conn" presStyleLbl="parChTrans1D2" presStyleIdx="0" presStyleCnt="1"/>
      <dgm:spPr/>
    </dgm:pt>
    <dgm:pt modelId="{71DDAA2E-D904-42F4-AA41-2252CAC5BA59}" type="pres">
      <dgm:prSet presAssocID="{BA70EB23-37B2-4705-8D41-1FA8E1FB2865}" presName="extraNode" presStyleLbl="node1" presStyleIdx="0" presStyleCnt="4"/>
      <dgm:spPr/>
    </dgm:pt>
    <dgm:pt modelId="{2335F9B1-2723-43C0-B5BD-809736A9A528}" type="pres">
      <dgm:prSet presAssocID="{BA70EB23-37B2-4705-8D41-1FA8E1FB2865}" presName="dstNode" presStyleLbl="node1" presStyleIdx="0" presStyleCnt="4"/>
      <dgm:spPr/>
    </dgm:pt>
    <dgm:pt modelId="{BD8A0F00-D591-4F01-9AEA-936334025F07}" type="pres">
      <dgm:prSet presAssocID="{6B5030E7-4864-44A2-A148-6DABA9FC3419}" presName="text_1" presStyleLbl="node1" presStyleIdx="0" presStyleCnt="4">
        <dgm:presLayoutVars>
          <dgm:bulletEnabled val="1"/>
        </dgm:presLayoutVars>
      </dgm:prSet>
      <dgm:spPr/>
    </dgm:pt>
    <dgm:pt modelId="{75796D17-46FB-4181-B34E-A55E859C5534}" type="pres">
      <dgm:prSet presAssocID="{6B5030E7-4864-44A2-A148-6DABA9FC3419}" presName="accent_1" presStyleCnt="0"/>
      <dgm:spPr/>
    </dgm:pt>
    <dgm:pt modelId="{38625154-3802-40B6-A279-7C61833FC9B8}" type="pres">
      <dgm:prSet presAssocID="{6B5030E7-4864-44A2-A148-6DABA9FC3419}" presName="accentRepeatNode" presStyleLbl="solidFgAcc1" presStyleIdx="0" presStyleCnt="4"/>
      <dgm:spPr/>
    </dgm:pt>
    <dgm:pt modelId="{B0BCC77F-D3F0-4788-8585-84E5E59C92A4}" type="pres">
      <dgm:prSet presAssocID="{26BF2288-2416-48F6-B75F-597FA2412779}" presName="text_2" presStyleLbl="node1" presStyleIdx="1" presStyleCnt="4">
        <dgm:presLayoutVars>
          <dgm:bulletEnabled val="1"/>
        </dgm:presLayoutVars>
      </dgm:prSet>
      <dgm:spPr/>
    </dgm:pt>
    <dgm:pt modelId="{868957C2-2FE2-4853-A974-4FEE6A772631}" type="pres">
      <dgm:prSet presAssocID="{26BF2288-2416-48F6-B75F-597FA2412779}" presName="accent_2" presStyleCnt="0"/>
      <dgm:spPr/>
    </dgm:pt>
    <dgm:pt modelId="{59A20098-92FF-43DB-8F22-5398B649ACC3}" type="pres">
      <dgm:prSet presAssocID="{26BF2288-2416-48F6-B75F-597FA2412779}" presName="accentRepeatNode" presStyleLbl="solidFgAcc1" presStyleIdx="1" presStyleCnt="4"/>
      <dgm:spPr/>
    </dgm:pt>
    <dgm:pt modelId="{0F954B71-8088-44A6-B31F-66EAEA33B297}" type="pres">
      <dgm:prSet presAssocID="{09AD53CE-8FD2-4716-947B-C43D57CA6427}" presName="text_3" presStyleLbl="node1" presStyleIdx="2" presStyleCnt="4">
        <dgm:presLayoutVars>
          <dgm:bulletEnabled val="1"/>
        </dgm:presLayoutVars>
      </dgm:prSet>
      <dgm:spPr/>
    </dgm:pt>
    <dgm:pt modelId="{64FA4174-BB67-48D8-8A63-2B1AA7902179}" type="pres">
      <dgm:prSet presAssocID="{09AD53CE-8FD2-4716-947B-C43D57CA6427}" presName="accent_3" presStyleCnt="0"/>
      <dgm:spPr/>
    </dgm:pt>
    <dgm:pt modelId="{7711A562-5475-4EBC-A2AB-D405B747ECE5}" type="pres">
      <dgm:prSet presAssocID="{09AD53CE-8FD2-4716-947B-C43D57CA6427}" presName="accentRepeatNode" presStyleLbl="solidFgAcc1" presStyleIdx="2" presStyleCnt="4"/>
      <dgm:spPr/>
    </dgm:pt>
    <dgm:pt modelId="{CC02D5F0-8107-4323-9986-BACFA0315C80}" type="pres">
      <dgm:prSet presAssocID="{0D47A61E-7CCB-4D1D-B472-F6EC0EFCCF01}" presName="text_4" presStyleLbl="node1" presStyleIdx="3" presStyleCnt="4">
        <dgm:presLayoutVars>
          <dgm:bulletEnabled val="1"/>
        </dgm:presLayoutVars>
      </dgm:prSet>
      <dgm:spPr/>
    </dgm:pt>
    <dgm:pt modelId="{BD4E94E8-1727-4413-8252-425F2592EF61}" type="pres">
      <dgm:prSet presAssocID="{0D47A61E-7CCB-4D1D-B472-F6EC0EFCCF01}" presName="accent_4" presStyleCnt="0"/>
      <dgm:spPr/>
    </dgm:pt>
    <dgm:pt modelId="{35C43D96-097A-455F-966E-24988551663B}" type="pres">
      <dgm:prSet presAssocID="{0D47A61E-7CCB-4D1D-B472-F6EC0EFCCF01}" presName="accentRepeatNode" presStyleLbl="solidFgAcc1" presStyleIdx="3" presStyleCnt="4"/>
      <dgm:spPr/>
    </dgm:pt>
  </dgm:ptLst>
  <dgm:cxnLst>
    <dgm:cxn modelId="{18D7FD24-ABB1-469A-B9F7-36EF456F849B}" type="presOf" srcId="{09AD53CE-8FD2-4716-947B-C43D57CA6427}" destId="{0F954B71-8088-44A6-B31F-66EAEA33B297}" srcOrd="0" destOrd="0" presId="urn:microsoft.com/office/officeart/2008/layout/VerticalCurvedList"/>
    <dgm:cxn modelId="{95007927-8CFD-498A-A180-6C7A6CE7F153}" type="presOf" srcId="{6B5030E7-4864-44A2-A148-6DABA9FC3419}" destId="{BD8A0F00-D591-4F01-9AEA-936334025F07}" srcOrd="0" destOrd="0" presId="urn:microsoft.com/office/officeart/2008/layout/VerticalCurvedList"/>
    <dgm:cxn modelId="{8D807E28-E79E-454E-94E5-7D1FBC539191}" srcId="{BA70EB23-37B2-4705-8D41-1FA8E1FB2865}" destId="{6B5030E7-4864-44A2-A148-6DABA9FC3419}" srcOrd="0" destOrd="0" parTransId="{384A529C-E7E9-44FC-8CB2-340E79D9CA01}" sibTransId="{B5DBE743-1409-4D55-9855-811C92F3B1C4}"/>
    <dgm:cxn modelId="{01694F54-F9DA-40C6-AA7E-45734AF3C910}" srcId="{BA70EB23-37B2-4705-8D41-1FA8E1FB2865}" destId="{26BF2288-2416-48F6-B75F-597FA2412779}" srcOrd="1" destOrd="0" parTransId="{68AEC09A-76F9-4E1E-A697-22B4EC62EBAA}" sibTransId="{025100B8-782E-4457-A422-872B569A2242}"/>
    <dgm:cxn modelId="{C3EDD2BE-81DB-41D6-8F09-8CD4E90E647F}" type="presOf" srcId="{B5DBE743-1409-4D55-9855-811C92F3B1C4}" destId="{22AF9D7E-ADE9-44D0-9A71-7D7B654ECA9E}" srcOrd="0" destOrd="0" presId="urn:microsoft.com/office/officeart/2008/layout/VerticalCurvedList"/>
    <dgm:cxn modelId="{65C48EC8-BD6C-4606-9B4B-33078B96B0B5}" type="presOf" srcId="{0D47A61E-7CCB-4D1D-B472-F6EC0EFCCF01}" destId="{CC02D5F0-8107-4323-9986-BACFA0315C80}" srcOrd="0" destOrd="0" presId="urn:microsoft.com/office/officeart/2008/layout/VerticalCurvedList"/>
    <dgm:cxn modelId="{D9C5FBC9-33ED-418E-85DC-5A20FB824BF6}" srcId="{BA70EB23-37B2-4705-8D41-1FA8E1FB2865}" destId="{0D47A61E-7CCB-4D1D-B472-F6EC0EFCCF01}" srcOrd="3" destOrd="0" parTransId="{EB12E047-70F9-4328-A1E4-BAF9A3A53602}" sibTransId="{31BAC7CB-4EE8-441A-A15C-641CCEE00BA4}"/>
    <dgm:cxn modelId="{E06298CB-6D04-4DA3-BB7B-0FCE00720B8F}" type="presOf" srcId="{26BF2288-2416-48F6-B75F-597FA2412779}" destId="{B0BCC77F-D3F0-4788-8585-84E5E59C92A4}" srcOrd="0" destOrd="0" presId="urn:microsoft.com/office/officeart/2008/layout/VerticalCurvedList"/>
    <dgm:cxn modelId="{88BE61CC-07FC-4C6B-A076-C5DA6D89A762}" type="presOf" srcId="{BA70EB23-37B2-4705-8D41-1FA8E1FB2865}" destId="{F41F8041-7852-442E-838A-37B7C0FCCEFD}" srcOrd="0" destOrd="0" presId="urn:microsoft.com/office/officeart/2008/layout/VerticalCurvedList"/>
    <dgm:cxn modelId="{005CBAEB-CA7F-4E7B-8519-9B9AD737C31E}" srcId="{BA70EB23-37B2-4705-8D41-1FA8E1FB2865}" destId="{09AD53CE-8FD2-4716-947B-C43D57CA6427}" srcOrd="2" destOrd="0" parTransId="{021214F3-7AD6-4E9F-B7A0-9A5B5842245C}" sibTransId="{FE632C9E-0AA7-48D4-B78F-74CF522D987A}"/>
    <dgm:cxn modelId="{C1B34E53-6A4D-435E-9F84-FAA4338EB1BA}" type="presParOf" srcId="{F41F8041-7852-442E-838A-37B7C0FCCEFD}" destId="{7988450C-5DC2-4B6E-AA92-8933ADC475AA}" srcOrd="0" destOrd="0" presId="urn:microsoft.com/office/officeart/2008/layout/VerticalCurvedList"/>
    <dgm:cxn modelId="{B499F801-C8EF-41ED-96DF-EBFB7B95F0C8}" type="presParOf" srcId="{7988450C-5DC2-4B6E-AA92-8933ADC475AA}" destId="{B970198E-8FE9-497C-ABC1-92517E2CD909}" srcOrd="0" destOrd="0" presId="urn:microsoft.com/office/officeart/2008/layout/VerticalCurvedList"/>
    <dgm:cxn modelId="{428C95A7-CE04-4A54-9BB0-C2DA916DF5FD}" type="presParOf" srcId="{B970198E-8FE9-497C-ABC1-92517E2CD909}" destId="{DC8B3D09-52A6-42E2-8698-7B40F1E6504C}" srcOrd="0" destOrd="0" presId="urn:microsoft.com/office/officeart/2008/layout/VerticalCurvedList"/>
    <dgm:cxn modelId="{9004788B-51AB-4D8B-A01F-BD1ED28AA231}" type="presParOf" srcId="{B970198E-8FE9-497C-ABC1-92517E2CD909}" destId="{22AF9D7E-ADE9-44D0-9A71-7D7B654ECA9E}" srcOrd="1" destOrd="0" presId="urn:microsoft.com/office/officeart/2008/layout/VerticalCurvedList"/>
    <dgm:cxn modelId="{08A37DC2-2875-416C-8733-CB4324BD3C88}" type="presParOf" srcId="{B970198E-8FE9-497C-ABC1-92517E2CD909}" destId="{71DDAA2E-D904-42F4-AA41-2252CAC5BA59}" srcOrd="2" destOrd="0" presId="urn:microsoft.com/office/officeart/2008/layout/VerticalCurvedList"/>
    <dgm:cxn modelId="{2AE0158B-3B2F-46BC-BCF7-A05B39D6724E}" type="presParOf" srcId="{B970198E-8FE9-497C-ABC1-92517E2CD909}" destId="{2335F9B1-2723-43C0-B5BD-809736A9A528}" srcOrd="3" destOrd="0" presId="urn:microsoft.com/office/officeart/2008/layout/VerticalCurvedList"/>
    <dgm:cxn modelId="{E045CA53-DA61-41AC-87B0-C916DB748930}" type="presParOf" srcId="{7988450C-5DC2-4B6E-AA92-8933ADC475AA}" destId="{BD8A0F00-D591-4F01-9AEA-936334025F07}" srcOrd="1" destOrd="0" presId="urn:microsoft.com/office/officeart/2008/layout/VerticalCurvedList"/>
    <dgm:cxn modelId="{7C12A907-E5E0-41D0-A4C6-B553E52B6E9D}" type="presParOf" srcId="{7988450C-5DC2-4B6E-AA92-8933ADC475AA}" destId="{75796D17-46FB-4181-B34E-A55E859C5534}" srcOrd="2" destOrd="0" presId="urn:microsoft.com/office/officeart/2008/layout/VerticalCurvedList"/>
    <dgm:cxn modelId="{46FAE473-7FD0-42CB-9E08-0F27388ED726}" type="presParOf" srcId="{75796D17-46FB-4181-B34E-A55E859C5534}" destId="{38625154-3802-40B6-A279-7C61833FC9B8}" srcOrd="0" destOrd="0" presId="urn:microsoft.com/office/officeart/2008/layout/VerticalCurvedList"/>
    <dgm:cxn modelId="{9D1C0438-DBAC-447E-B55C-F9A0CE430E37}" type="presParOf" srcId="{7988450C-5DC2-4B6E-AA92-8933ADC475AA}" destId="{B0BCC77F-D3F0-4788-8585-84E5E59C92A4}" srcOrd="3" destOrd="0" presId="urn:microsoft.com/office/officeart/2008/layout/VerticalCurvedList"/>
    <dgm:cxn modelId="{496F4668-A8A2-43CD-BACF-DDB83D327BF6}" type="presParOf" srcId="{7988450C-5DC2-4B6E-AA92-8933ADC475AA}" destId="{868957C2-2FE2-4853-A974-4FEE6A772631}" srcOrd="4" destOrd="0" presId="urn:microsoft.com/office/officeart/2008/layout/VerticalCurvedList"/>
    <dgm:cxn modelId="{1645C49D-3014-4DCC-81B6-4485E5313112}" type="presParOf" srcId="{868957C2-2FE2-4853-A974-4FEE6A772631}" destId="{59A20098-92FF-43DB-8F22-5398B649ACC3}" srcOrd="0" destOrd="0" presId="urn:microsoft.com/office/officeart/2008/layout/VerticalCurvedList"/>
    <dgm:cxn modelId="{607AC5EE-B93A-43FD-A03E-C72C3DD46D8F}" type="presParOf" srcId="{7988450C-5DC2-4B6E-AA92-8933ADC475AA}" destId="{0F954B71-8088-44A6-B31F-66EAEA33B297}" srcOrd="5" destOrd="0" presId="urn:microsoft.com/office/officeart/2008/layout/VerticalCurvedList"/>
    <dgm:cxn modelId="{19BEE8E3-99A4-41D8-A9E5-249A6A695D4D}" type="presParOf" srcId="{7988450C-5DC2-4B6E-AA92-8933ADC475AA}" destId="{64FA4174-BB67-48D8-8A63-2B1AA7902179}" srcOrd="6" destOrd="0" presId="urn:microsoft.com/office/officeart/2008/layout/VerticalCurvedList"/>
    <dgm:cxn modelId="{CE919AA5-4C5A-4219-A4E7-FEFBCF7B9AA8}" type="presParOf" srcId="{64FA4174-BB67-48D8-8A63-2B1AA7902179}" destId="{7711A562-5475-4EBC-A2AB-D405B747ECE5}" srcOrd="0" destOrd="0" presId="urn:microsoft.com/office/officeart/2008/layout/VerticalCurvedList"/>
    <dgm:cxn modelId="{F0A9B32A-89D3-4487-A86D-0BDF7F51D35D}" type="presParOf" srcId="{7988450C-5DC2-4B6E-AA92-8933ADC475AA}" destId="{CC02D5F0-8107-4323-9986-BACFA0315C80}" srcOrd="7" destOrd="0" presId="urn:microsoft.com/office/officeart/2008/layout/VerticalCurvedList"/>
    <dgm:cxn modelId="{FFFA0BDE-ACCB-4C11-81A3-F5C2CBBFDAE6}" type="presParOf" srcId="{7988450C-5DC2-4B6E-AA92-8933ADC475AA}" destId="{BD4E94E8-1727-4413-8252-425F2592EF61}" srcOrd="8" destOrd="0" presId="urn:microsoft.com/office/officeart/2008/layout/VerticalCurvedList"/>
    <dgm:cxn modelId="{037E728F-A318-4A4C-80D3-12C5F19602CF}" type="presParOf" srcId="{BD4E94E8-1727-4413-8252-425F2592EF61}" destId="{35C43D96-097A-455F-966E-24988551663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76C787DA-93DD-4D41-84DE-8CD93525C8D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8605AC8-C575-4946-853E-6A4D922A70F7}">
      <dgm:prSet/>
      <dgm:spPr/>
      <dgm:t>
        <a:bodyPr/>
        <a:lstStyle/>
        <a:p>
          <a:r>
            <a:rPr lang="ru-RU" b="0" i="0" baseline="0"/>
            <a:t>«Вотчина»</a:t>
          </a:r>
          <a:endParaRPr lang="uk-UA"/>
        </a:p>
      </dgm:t>
    </dgm:pt>
    <dgm:pt modelId="{E9F73322-E7A7-4A1F-B403-E944C2E64D5E}" type="parTrans" cxnId="{C25BE270-64EC-4C65-A583-729E0737A3AE}">
      <dgm:prSet/>
      <dgm:spPr/>
      <dgm:t>
        <a:bodyPr/>
        <a:lstStyle/>
        <a:p>
          <a:endParaRPr lang="uk-UA"/>
        </a:p>
      </dgm:t>
    </dgm:pt>
    <dgm:pt modelId="{4C28FD10-628B-4A13-9493-52EDDA127A13}" type="sibTrans" cxnId="{C25BE270-64EC-4C65-A583-729E0737A3AE}">
      <dgm:prSet/>
      <dgm:spPr/>
      <dgm:t>
        <a:bodyPr/>
        <a:lstStyle/>
        <a:p>
          <a:endParaRPr lang="uk-UA"/>
        </a:p>
      </dgm:t>
    </dgm:pt>
    <dgm:pt modelId="{421F5950-AE55-4B60-B1E9-BEEE4EB5DA79}">
      <dgm:prSet/>
      <dgm:spPr/>
      <dgm:t>
        <a:bodyPr/>
        <a:lstStyle/>
        <a:p>
          <a:r>
            <a:rPr lang="ru-RU" b="0" i="0" baseline="0"/>
            <a:t>«Фільварок»</a:t>
          </a:r>
          <a:endParaRPr lang="uk-UA"/>
        </a:p>
      </dgm:t>
    </dgm:pt>
    <dgm:pt modelId="{5AAF793E-C04F-4137-9DF7-E004A97EF809}" type="parTrans" cxnId="{404CF875-F19D-4021-A6FD-6596485A5D1B}">
      <dgm:prSet/>
      <dgm:spPr/>
      <dgm:t>
        <a:bodyPr/>
        <a:lstStyle/>
        <a:p>
          <a:endParaRPr lang="uk-UA"/>
        </a:p>
      </dgm:t>
    </dgm:pt>
    <dgm:pt modelId="{C0F04223-9BC7-47CA-A040-5063AD71ED2F}" type="sibTrans" cxnId="{404CF875-F19D-4021-A6FD-6596485A5D1B}">
      <dgm:prSet/>
      <dgm:spPr/>
      <dgm:t>
        <a:bodyPr/>
        <a:lstStyle/>
        <a:p>
          <a:endParaRPr lang="uk-UA"/>
        </a:p>
      </dgm:t>
    </dgm:pt>
    <dgm:pt modelId="{FF0E97D2-1FD3-4E77-BA89-0B846FBD3B7B}">
      <dgm:prSet/>
      <dgm:spPr/>
      <dgm:t>
        <a:bodyPr/>
        <a:lstStyle/>
        <a:p>
          <a:r>
            <a:rPr lang="ru-RU" b="0" i="0" baseline="0" dirty="0"/>
            <a:t>«</a:t>
          </a:r>
          <a:r>
            <a:rPr lang="ru-RU" b="0" i="0" baseline="0" dirty="0" err="1"/>
            <a:t>Паланка</a:t>
          </a:r>
          <a:r>
            <a:rPr lang="ru-RU" b="0" i="0" baseline="0" dirty="0"/>
            <a:t>»</a:t>
          </a:r>
          <a:endParaRPr lang="uk-UA" dirty="0"/>
        </a:p>
      </dgm:t>
    </dgm:pt>
    <dgm:pt modelId="{BA90B355-2261-44A6-B8DB-BCB23DF8E0FF}" type="parTrans" cxnId="{FF119DAD-8728-420D-9B0C-1FCAA8384DE4}">
      <dgm:prSet/>
      <dgm:spPr/>
      <dgm:t>
        <a:bodyPr/>
        <a:lstStyle/>
        <a:p>
          <a:endParaRPr lang="uk-UA"/>
        </a:p>
      </dgm:t>
    </dgm:pt>
    <dgm:pt modelId="{272C212C-1058-4AE9-94B1-2609385F1592}" type="sibTrans" cxnId="{FF119DAD-8728-420D-9B0C-1FCAA8384DE4}">
      <dgm:prSet/>
      <dgm:spPr/>
      <dgm:t>
        <a:bodyPr/>
        <a:lstStyle/>
        <a:p>
          <a:endParaRPr lang="uk-UA"/>
        </a:p>
      </dgm:t>
    </dgm:pt>
    <dgm:pt modelId="{7B08F66E-2786-4209-8418-756F0302B0B2}">
      <dgm:prSet/>
      <dgm:spPr/>
      <dgm:t>
        <a:bodyPr/>
        <a:lstStyle/>
        <a:p>
          <a:r>
            <a:rPr lang="ru-RU" b="0" i="0" baseline="0"/>
            <a:t>«Магістрат»</a:t>
          </a:r>
          <a:endParaRPr lang="uk-UA"/>
        </a:p>
      </dgm:t>
    </dgm:pt>
    <dgm:pt modelId="{D428B8AC-BC10-4327-A8A0-04DEB91DF52F}" type="parTrans" cxnId="{4FA488CB-06B4-4781-97D9-64BA310505D9}">
      <dgm:prSet/>
      <dgm:spPr/>
      <dgm:t>
        <a:bodyPr/>
        <a:lstStyle/>
        <a:p>
          <a:endParaRPr lang="uk-UA"/>
        </a:p>
      </dgm:t>
    </dgm:pt>
    <dgm:pt modelId="{704B0216-EFC6-4F9C-B71D-9467A0CA0E2F}" type="sibTrans" cxnId="{4FA488CB-06B4-4781-97D9-64BA310505D9}">
      <dgm:prSet/>
      <dgm:spPr/>
      <dgm:t>
        <a:bodyPr/>
        <a:lstStyle/>
        <a:p>
          <a:endParaRPr lang="uk-UA"/>
        </a:p>
      </dgm:t>
    </dgm:pt>
    <dgm:pt modelId="{A7B13C25-3656-4750-9AC7-B57011A903EC}" type="pres">
      <dgm:prSet presAssocID="{76C787DA-93DD-4D41-84DE-8CD93525C8D7}" presName="matrix" presStyleCnt="0">
        <dgm:presLayoutVars>
          <dgm:chMax val="1"/>
          <dgm:dir/>
          <dgm:resizeHandles val="exact"/>
        </dgm:presLayoutVars>
      </dgm:prSet>
      <dgm:spPr/>
    </dgm:pt>
    <dgm:pt modelId="{96765AC2-595A-47E8-AA8E-30B7E19DE7A4}" type="pres">
      <dgm:prSet presAssocID="{76C787DA-93DD-4D41-84DE-8CD93525C8D7}" presName="diamond" presStyleLbl="bgShp" presStyleIdx="0" presStyleCnt="1"/>
      <dgm:spPr/>
    </dgm:pt>
    <dgm:pt modelId="{21FA9EFD-0028-4C60-9D0D-33F1EE9E923A}" type="pres">
      <dgm:prSet presAssocID="{76C787DA-93DD-4D41-84DE-8CD93525C8D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15ABE0A-FFFE-4553-817E-7A494FDA2374}" type="pres">
      <dgm:prSet presAssocID="{76C787DA-93DD-4D41-84DE-8CD93525C8D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79E8730-7FC1-455F-967A-5EDFCB73885E}" type="pres">
      <dgm:prSet presAssocID="{76C787DA-93DD-4D41-84DE-8CD93525C8D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2551341-D436-4575-A56F-37E6D7A6FE1E}" type="pres">
      <dgm:prSet presAssocID="{76C787DA-93DD-4D41-84DE-8CD93525C8D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F8F02F-0926-4E77-BCE4-C76DC35E1C34}" type="presOf" srcId="{421F5950-AE55-4B60-B1E9-BEEE4EB5DA79}" destId="{E15ABE0A-FFFE-4553-817E-7A494FDA2374}" srcOrd="0" destOrd="0" presId="urn:microsoft.com/office/officeart/2005/8/layout/matrix3"/>
    <dgm:cxn modelId="{3E021564-A418-41C0-BBFB-43288EE0D25C}" type="presOf" srcId="{7B08F66E-2786-4209-8418-756F0302B0B2}" destId="{32551341-D436-4575-A56F-37E6D7A6FE1E}" srcOrd="0" destOrd="0" presId="urn:microsoft.com/office/officeart/2005/8/layout/matrix3"/>
    <dgm:cxn modelId="{C25BE270-64EC-4C65-A583-729E0737A3AE}" srcId="{76C787DA-93DD-4D41-84DE-8CD93525C8D7}" destId="{F8605AC8-C575-4946-853E-6A4D922A70F7}" srcOrd="0" destOrd="0" parTransId="{E9F73322-E7A7-4A1F-B403-E944C2E64D5E}" sibTransId="{4C28FD10-628B-4A13-9493-52EDDA127A13}"/>
    <dgm:cxn modelId="{91CF6D74-8FED-4D0E-BC68-2D3EC072C9CB}" type="presOf" srcId="{76C787DA-93DD-4D41-84DE-8CD93525C8D7}" destId="{A7B13C25-3656-4750-9AC7-B57011A903EC}" srcOrd="0" destOrd="0" presId="urn:microsoft.com/office/officeart/2005/8/layout/matrix3"/>
    <dgm:cxn modelId="{404CF875-F19D-4021-A6FD-6596485A5D1B}" srcId="{76C787DA-93DD-4D41-84DE-8CD93525C8D7}" destId="{421F5950-AE55-4B60-B1E9-BEEE4EB5DA79}" srcOrd="1" destOrd="0" parTransId="{5AAF793E-C04F-4137-9DF7-E004A97EF809}" sibTransId="{C0F04223-9BC7-47CA-A040-5063AD71ED2F}"/>
    <dgm:cxn modelId="{6DF74959-24AE-41F7-A704-ECEAF9FFF4B6}" type="presOf" srcId="{F8605AC8-C575-4946-853E-6A4D922A70F7}" destId="{21FA9EFD-0028-4C60-9D0D-33F1EE9E923A}" srcOrd="0" destOrd="0" presId="urn:microsoft.com/office/officeart/2005/8/layout/matrix3"/>
    <dgm:cxn modelId="{FF119DAD-8728-420D-9B0C-1FCAA8384DE4}" srcId="{76C787DA-93DD-4D41-84DE-8CD93525C8D7}" destId="{FF0E97D2-1FD3-4E77-BA89-0B846FBD3B7B}" srcOrd="2" destOrd="0" parTransId="{BA90B355-2261-44A6-B8DB-BCB23DF8E0FF}" sibTransId="{272C212C-1058-4AE9-94B1-2609385F1592}"/>
    <dgm:cxn modelId="{4FA488CB-06B4-4781-97D9-64BA310505D9}" srcId="{76C787DA-93DD-4D41-84DE-8CD93525C8D7}" destId="{7B08F66E-2786-4209-8418-756F0302B0B2}" srcOrd="3" destOrd="0" parTransId="{D428B8AC-BC10-4327-A8A0-04DEB91DF52F}" sibTransId="{704B0216-EFC6-4F9C-B71D-9467A0CA0E2F}"/>
    <dgm:cxn modelId="{5FB0B6DE-4F88-49CE-8EF2-E56E2AE8C85B}" type="presOf" srcId="{FF0E97D2-1FD3-4E77-BA89-0B846FBD3B7B}" destId="{779E8730-7FC1-455F-967A-5EDFCB73885E}" srcOrd="0" destOrd="0" presId="urn:microsoft.com/office/officeart/2005/8/layout/matrix3"/>
    <dgm:cxn modelId="{598FC771-FECD-48AF-97F7-F32A76B33848}" type="presParOf" srcId="{A7B13C25-3656-4750-9AC7-B57011A903EC}" destId="{96765AC2-595A-47E8-AA8E-30B7E19DE7A4}" srcOrd="0" destOrd="0" presId="urn:microsoft.com/office/officeart/2005/8/layout/matrix3"/>
    <dgm:cxn modelId="{26217112-C56D-411D-8B20-5E7ED30DF594}" type="presParOf" srcId="{A7B13C25-3656-4750-9AC7-B57011A903EC}" destId="{21FA9EFD-0028-4C60-9D0D-33F1EE9E923A}" srcOrd="1" destOrd="0" presId="urn:microsoft.com/office/officeart/2005/8/layout/matrix3"/>
    <dgm:cxn modelId="{37CDA75A-3BB0-4EC6-A08C-ADC734E34377}" type="presParOf" srcId="{A7B13C25-3656-4750-9AC7-B57011A903EC}" destId="{E15ABE0A-FFFE-4553-817E-7A494FDA2374}" srcOrd="2" destOrd="0" presId="urn:microsoft.com/office/officeart/2005/8/layout/matrix3"/>
    <dgm:cxn modelId="{7C9262DE-AA24-49F3-B883-0DE6EF180358}" type="presParOf" srcId="{A7B13C25-3656-4750-9AC7-B57011A903EC}" destId="{779E8730-7FC1-455F-967A-5EDFCB73885E}" srcOrd="3" destOrd="0" presId="urn:microsoft.com/office/officeart/2005/8/layout/matrix3"/>
    <dgm:cxn modelId="{362EC89C-B5EF-439F-9453-69D1FEBC2AFD}" type="presParOf" srcId="{A7B13C25-3656-4750-9AC7-B57011A903EC}" destId="{32551341-D436-4575-A56F-37E6D7A6FE1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82C54908-E33F-47CD-BBEE-5FD72F8165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D47822-D455-46CE-8B5F-EB289301FEBC}">
      <dgm:prSet/>
      <dgm:spPr/>
      <dgm:t>
        <a:bodyPr/>
        <a:lstStyle/>
        <a:p>
          <a:r>
            <a:rPr lang="uk-UA" b="0" i="0" baseline="0"/>
            <a:t>Адміністративно-територіальна одиниця, на які поділялися землі Вольностей Війська Запорозького.</a:t>
          </a:r>
          <a:endParaRPr lang="uk-UA"/>
        </a:p>
      </dgm:t>
    </dgm:pt>
    <dgm:pt modelId="{4924DC3F-848D-425D-BC87-DAF5BDE8EE11}" type="parTrans" cxnId="{0E65CEBB-087A-4D0E-8803-84605B1D75D2}">
      <dgm:prSet/>
      <dgm:spPr/>
      <dgm:t>
        <a:bodyPr/>
        <a:lstStyle/>
        <a:p>
          <a:endParaRPr lang="uk-UA"/>
        </a:p>
      </dgm:t>
    </dgm:pt>
    <dgm:pt modelId="{85E63CD4-D112-4EB2-A0DE-2D39555AC61C}" type="sibTrans" cxnId="{0E65CEBB-087A-4D0E-8803-84605B1D75D2}">
      <dgm:prSet/>
      <dgm:spPr/>
      <dgm:t>
        <a:bodyPr/>
        <a:lstStyle/>
        <a:p>
          <a:endParaRPr lang="uk-UA"/>
        </a:p>
      </dgm:t>
    </dgm:pt>
    <dgm:pt modelId="{C1E11885-77BF-4153-8032-98EDB0F552B4}">
      <dgm:prSet/>
      <dgm:spPr/>
      <dgm:t>
        <a:bodyPr/>
        <a:lstStyle/>
        <a:p>
          <a:r>
            <a:rPr lang="uk-UA" b="0" i="0" baseline="0"/>
            <a:t>Велике багатогалузеве господарство, засноване на праці кріпосних селян та орієнтоване на виробництво збіжжя на продаж.</a:t>
          </a:r>
          <a:endParaRPr lang="uk-UA"/>
        </a:p>
      </dgm:t>
    </dgm:pt>
    <dgm:pt modelId="{FCBAC9EF-8E38-4838-B415-9537A97F16C2}" type="parTrans" cxnId="{FCB1D33C-6853-47D6-8BB0-9355B4BF5E4C}">
      <dgm:prSet/>
      <dgm:spPr/>
      <dgm:t>
        <a:bodyPr/>
        <a:lstStyle/>
        <a:p>
          <a:endParaRPr lang="uk-UA"/>
        </a:p>
      </dgm:t>
    </dgm:pt>
    <dgm:pt modelId="{EBC662CE-51CA-40DB-8993-9145C83D0132}" type="sibTrans" cxnId="{FCB1D33C-6853-47D6-8BB0-9355B4BF5E4C}">
      <dgm:prSet/>
      <dgm:spPr/>
      <dgm:t>
        <a:bodyPr/>
        <a:lstStyle/>
        <a:p>
          <a:endParaRPr lang="uk-UA"/>
        </a:p>
      </dgm:t>
    </dgm:pt>
    <dgm:pt modelId="{0CB87D72-F8C5-4BE1-8133-474460F01BE6}">
      <dgm:prSet/>
      <dgm:spPr/>
      <dgm:t>
        <a:bodyPr/>
        <a:lstStyle/>
        <a:p>
          <a:r>
            <a:rPr lang="uk-UA" b="0" i="0" baseline="0"/>
            <a:t>Військова й адміністративно-територіальна одиниця Лівобережної Гетьманщини та Слобідської України.</a:t>
          </a:r>
          <a:endParaRPr lang="uk-UA"/>
        </a:p>
      </dgm:t>
    </dgm:pt>
    <dgm:pt modelId="{0B59153C-671B-4700-9945-AE3A31525B06}" type="parTrans" cxnId="{30EB7CD6-2315-4B12-84FA-035792AE425D}">
      <dgm:prSet/>
      <dgm:spPr/>
      <dgm:t>
        <a:bodyPr/>
        <a:lstStyle/>
        <a:p>
          <a:endParaRPr lang="uk-UA"/>
        </a:p>
      </dgm:t>
    </dgm:pt>
    <dgm:pt modelId="{0DA82E8F-049C-42E4-8EDF-54545A312865}" type="sibTrans" cxnId="{30EB7CD6-2315-4B12-84FA-035792AE425D}">
      <dgm:prSet/>
      <dgm:spPr/>
      <dgm:t>
        <a:bodyPr/>
        <a:lstStyle/>
        <a:p>
          <a:endParaRPr lang="uk-UA"/>
        </a:p>
      </dgm:t>
    </dgm:pt>
    <dgm:pt modelId="{65C2A69A-3405-4576-ADE9-7A3EC23E728D}">
      <dgm:prSet/>
      <dgm:spPr/>
      <dgm:t>
        <a:bodyPr/>
        <a:lstStyle/>
        <a:p>
          <a:r>
            <a:rPr lang="uk-UA" b="0" i="0" baseline="0"/>
            <a:t>Орган міського самоврядування в містах, що користувалися магдебурзьким правом.</a:t>
          </a:r>
          <a:endParaRPr lang="uk-UA"/>
        </a:p>
      </dgm:t>
    </dgm:pt>
    <dgm:pt modelId="{AF8C8943-7C46-41C4-AFED-773871CB38A6}" type="parTrans" cxnId="{24ADE6C2-48A5-4855-A547-CBD00E2E2FC8}">
      <dgm:prSet/>
      <dgm:spPr/>
      <dgm:t>
        <a:bodyPr/>
        <a:lstStyle/>
        <a:p>
          <a:endParaRPr lang="uk-UA"/>
        </a:p>
      </dgm:t>
    </dgm:pt>
    <dgm:pt modelId="{6DDAB910-7581-4450-8667-729C73FD7533}" type="sibTrans" cxnId="{24ADE6C2-48A5-4855-A547-CBD00E2E2FC8}">
      <dgm:prSet/>
      <dgm:spPr/>
      <dgm:t>
        <a:bodyPr/>
        <a:lstStyle/>
        <a:p>
          <a:endParaRPr lang="uk-UA"/>
        </a:p>
      </dgm:t>
    </dgm:pt>
    <dgm:pt modelId="{4AD7AB06-63DF-4996-9056-D7BB62C0DB08}">
      <dgm:prSet/>
      <dgm:spPr/>
      <dgm:t>
        <a:bodyPr/>
        <a:lstStyle/>
        <a:p>
          <a:r>
            <a:rPr lang="uk-UA" b="0" i="0" baseline="0"/>
            <a:t>Комплекс спадкової земельної власності (землі, будівлі, інвентар) та пов’язаних із ним прав на феодально залежних селян.</a:t>
          </a:r>
          <a:endParaRPr lang="uk-UA"/>
        </a:p>
      </dgm:t>
    </dgm:pt>
    <dgm:pt modelId="{D7215F69-28DA-4715-8769-23531431A664}" type="parTrans" cxnId="{25DB7C08-E436-4E87-A925-43D7FE088DD4}">
      <dgm:prSet/>
      <dgm:spPr/>
      <dgm:t>
        <a:bodyPr/>
        <a:lstStyle/>
        <a:p>
          <a:endParaRPr lang="uk-UA"/>
        </a:p>
      </dgm:t>
    </dgm:pt>
    <dgm:pt modelId="{22C7AE0E-D94D-42E7-AB8D-3779036D218C}" type="sibTrans" cxnId="{25DB7C08-E436-4E87-A925-43D7FE088DD4}">
      <dgm:prSet/>
      <dgm:spPr/>
      <dgm:t>
        <a:bodyPr/>
        <a:lstStyle/>
        <a:p>
          <a:endParaRPr lang="uk-UA"/>
        </a:p>
      </dgm:t>
    </dgm:pt>
    <dgm:pt modelId="{11B35803-A45F-44D5-8F9C-389C8B5EFCB4}" type="pres">
      <dgm:prSet presAssocID="{82C54908-E33F-47CD-BBEE-5FD72F81656A}" presName="linear" presStyleCnt="0">
        <dgm:presLayoutVars>
          <dgm:animLvl val="lvl"/>
          <dgm:resizeHandles val="exact"/>
        </dgm:presLayoutVars>
      </dgm:prSet>
      <dgm:spPr/>
    </dgm:pt>
    <dgm:pt modelId="{3F7936B0-A8D0-4B06-A045-FB85F964813E}" type="pres">
      <dgm:prSet presAssocID="{CAD47822-D455-46CE-8B5F-EB289301FEB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28E0510-015E-407A-8DB4-1A19AA7A76E0}" type="pres">
      <dgm:prSet presAssocID="{85E63CD4-D112-4EB2-A0DE-2D39555AC61C}" presName="spacer" presStyleCnt="0"/>
      <dgm:spPr/>
    </dgm:pt>
    <dgm:pt modelId="{498E7E81-3AD9-49E1-9AAD-BA8D47A6EEE6}" type="pres">
      <dgm:prSet presAssocID="{C1E11885-77BF-4153-8032-98EDB0F552B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AB74190-19B8-419D-925F-D78191ABA088}" type="pres">
      <dgm:prSet presAssocID="{EBC662CE-51CA-40DB-8993-9145C83D0132}" presName="spacer" presStyleCnt="0"/>
      <dgm:spPr/>
    </dgm:pt>
    <dgm:pt modelId="{15BFC2BC-44C9-465B-AD70-592534A6C2FC}" type="pres">
      <dgm:prSet presAssocID="{0CB87D72-F8C5-4BE1-8133-474460F01BE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27F44FE-5503-4E03-BD9E-B30A3CB4F5C7}" type="pres">
      <dgm:prSet presAssocID="{0DA82E8F-049C-42E4-8EDF-54545A312865}" presName="spacer" presStyleCnt="0"/>
      <dgm:spPr/>
    </dgm:pt>
    <dgm:pt modelId="{7291135D-0C09-425B-82C6-E9E88732FC23}" type="pres">
      <dgm:prSet presAssocID="{65C2A69A-3405-4576-ADE9-7A3EC23E728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A8F26BF-0758-4022-88E7-8D02549C529E}" type="pres">
      <dgm:prSet presAssocID="{6DDAB910-7581-4450-8667-729C73FD7533}" presName="spacer" presStyleCnt="0"/>
      <dgm:spPr/>
    </dgm:pt>
    <dgm:pt modelId="{68BE81D4-9A75-4BB0-913A-2B3312C4E17E}" type="pres">
      <dgm:prSet presAssocID="{4AD7AB06-63DF-4996-9056-D7BB62C0DB0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5DB7C08-E436-4E87-A925-43D7FE088DD4}" srcId="{82C54908-E33F-47CD-BBEE-5FD72F81656A}" destId="{4AD7AB06-63DF-4996-9056-D7BB62C0DB08}" srcOrd="4" destOrd="0" parTransId="{D7215F69-28DA-4715-8769-23531431A664}" sibTransId="{22C7AE0E-D94D-42E7-AB8D-3779036D218C}"/>
    <dgm:cxn modelId="{FCB1D33C-6853-47D6-8BB0-9355B4BF5E4C}" srcId="{82C54908-E33F-47CD-BBEE-5FD72F81656A}" destId="{C1E11885-77BF-4153-8032-98EDB0F552B4}" srcOrd="1" destOrd="0" parTransId="{FCBAC9EF-8E38-4838-B415-9537A97F16C2}" sibTransId="{EBC662CE-51CA-40DB-8993-9145C83D0132}"/>
    <dgm:cxn modelId="{BAA5A042-E560-419B-BDCE-56BBC971CA78}" type="presOf" srcId="{CAD47822-D455-46CE-8B5F-EB289301FEBC}" destId="{3F7936B0-A8D0-4B06-A045-FB85F964813E}" srcOrd="0" destOrd="0" presId="urn:microsoft.com/office/officeart/2005/8/layout/vList2"/>
    <dgm:cxn modelId="{2F0F3245-ACAF-4A38-B7C2-6003975EE66B}" type="presOf" srcId="{0CB87D72-F8C5-4BE1-8133-474460F01BE6}" destId="{15BFC2BC-44C9-465B-AD70-592534A6C2FC}" srcOrd="0" destOrd="0" presId="urn:microsoft.com/office/officeart/2005/8/layout/vList2"/>
    <dgm:cxn modelId="{8ADB446C-E2C1-45CD-B7B5-39EE019634B6}" type="presOf" srcId="{65C2A69A-3405-4576-ADE9-7A3EC23E728D}" destId="{7291135D-0C09-425B-82C6-E9E88732FC23}" srcOrd="0" destOrd="0" presId="urn:microsoft.com/office/officeart/2005/8/layout/vList2"/>
    <dgm:cxn modelId="{B898CE74-3A55-455E-9654-25E48ADCA8D5}" type="presOf" srcId="{82C54908-E33F-47CD-BBEE-5FD72F81656A}" destId="{11B35803-A45F-44D5-8F9C-389C8B5EFCB4}" srcOrd="0" destOrd="0" presId="urn:microsoft.com/office/officeart/2005/8/layout/vList2"/>
    <dgm:cxn modelId="{0E65CEBB-087A-4D0E-8803-84605B1D75D2}" srcId="{82C54908-E33F-47CD-BBEE-5FD72F81656A}" destId="{CAD47822-D455-46CE-8B5F-EB289301FEBC}" srcOrd="0" destOrd="0" parTransId="{4924DC3F-848D-425D-BC87-DAF5BDE8EE11}" sibTransId="{85E63CD4-D112-4EB2-A0DE-2D39555AC61C}"/>
    <dgm:cxn modelId="{24ADE6C2-48A5-4855-A547-CBD00E2E2FC8}" srcId="{82C54908-E33F-47CD-BBEE-5FD72F81656A}" destId="{65C2A69A-3405-4576-ADE9-7A3EC23E728D}" srcOrd="3" destOrd="0" parTransId="{AF8C8943-7C46-41C4-AFED-773871CB38A6}" sibTransId="{6DDAB910-7581-4450-8667-729C73FD7533}"/>
    <dgm:cxn modelId="{30EB7CD6-2315-4B12-84FA-035792AE425D}" srcId="{82C54908-E33F-47CD-BBEE-5FD72F81656A}" destId="{0CB87D72-F8C5-4BE1-8133-474460F01BE6}" srcOrd="2" destOrd="0" parTransId="{0B59153C-671B-4700-9945-AE3A31525B06}" sibTransId="{0DA82E8F-049C-42E4-8EDF-54545A312865}"/>
    <dgm:cxn modelId="{3BFEFEE4-F690-4FC6-8EE0-FA8F765C6AB9}" type="presOf" srcId="{C1E11885-77BF-4153-8032-98EDB0F552B4}" destId="{498E7E81-3AD9-49E1-9AAD-BA8D47A6EEE6}" srcOrd="0" destOrd="0" presId="urn:microsoft.com/office/officeart/2005/8/layout/vList2"/>
    <dgm:cxn modelId="{31966FEB-5E00-4A14-BD1D-549BBECC4BE1}" type="presOf" srcId="{4AD7AB06-63DF-4996-9056-D7BB62C0DB08}" destId="{68BE81D4-9A75-4BB0-913A-2B3312C4E17E}" srcOrd="0" destOrd="0" presId="urn:microsoft.com/office/officeart/2005/8/layout/vList2"/>
    <dgm:cxn modelId="{92C00A54-1D4F-406F-ABD1-971F71B51BF4}" type="presParOf" srcId="{11B35803-A45F-44D5-8F9C-389C8B5EFCB4}" destId="{3F7936B0-A8D0-4B06-A045-FB85F964813E}" srcOrd="0" destOrd="0" presId="urn:microsoft.com/office/officeart/2005/8/layout/vList2"/>
    <dgm:cxn modelId="{EB243E58-10BA-4584-9AC2-7979CEB16B84}" type="presParOf" srcId="{11B35803-A45F-44D5-8F9C-389C8B5EFCB4}" destId="{928E0510-015E-407A-8DB4-1A19AA7A76E0}" srcOrd="1" destOrd="0" presId="urn:microsoft.com/office/officeart/2005/8/layout/vList2"/>
    <dgm:cxn modelId="{C5C3A09A-5980-49E1-90B9-D09EF0C6298A}" type="presParOf" srcId="{11B35803-A45F-44D5-8F9C-389C8B5EFCB4}" destId="{498E7E81-3AD9-49E1-9AAD-BA8D47A6EEE6}" srcOrd="2" destOrd="0" presId="urn:microsoft.com/office/officeart/2005/8/layout/vList2"/>
    <dgm:cxn modelId="{A351C303-CCA4-4A21-A74E-8C2E9DD78168}" type="presParOf" srcId="{11B35803-A45F-44D5-8F9C-389C8B5EFCB4}" destId="{6AB74190-19B8-419D-925F-D78191ABA088}" srcOrd="3" destOrd="0" presId="urn:microsoft.com/office/officeart/2005/8/layout/vList2"/>
    <dgm:cxn modelId="{B8B88690-5B78-4CE8-8ED7-42D508E3AA2E}" type="presParOf" srcId="{11B35803-A45F-44D5-8F9C-389C8B5EFCB4}" destId="{15BFC2BC-44C9-465B-AD70-592534A6C2FC}" srcOrd="4" destOrd="0" presId="urn:microsoft.com/office/officeart/2005/8/layout/vList2"/>
    <dgm:cxn modelId="{FC50A5BA-4EC7-43D4-8AFA-4309148E80CC}" type="presParOf" srcId="{11B35803-A45F-44D5-8F9C-389C8B5EFCB4}" destId="{F27F44FE-5503-4E03-BD9E-B30A3CB4F5C7}" srcOrd="5" destOrd="0" presId="urn:microsoft.com/office/officeart/2005/8/layout/vList2"/>
    <dgm:cxn modelId="{44E09BB4-F53B-4424-9FEC-374FB2363215}" type="presParOf" srcId="{11B35803-A45F-44D5-8F9C-389C8B5EFCB4}" destId="{7291135D-0C09-425B-82C6-E9E88732FC23}" srcOrd="6" destOrd="0" presId="urn:microsoft.com/office/officeart/2005/8/layout/vList2"/>
    <dgm:cxn modelId="{E2401722-27B8-44A7-A7A8-34F17E2C67A6}" type="presParOf" srcId="{11B35803-A45F-44D5-8F9C-389C8B5EFCB4}" destId="{DA8F26BF-0758-4022-88E7-8D02549C529E}" srcOrd="7" destOrd="0" presId="urn:microsoft.com/office/officeart/2005/8/layout/vList2"/>
    <dgm:cxn modelId="{02220CA4-C369-4520-B01F-44AA6D5D3DBF}" type="presParOf" srcId="{11B35803-A45F-44D5-8F9C-389C8B5EFCB4}" destId="{68BE81D4-9A75-4BB0-913A-2B3312C4E17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DA9C1003-2C27-48B1-B6AB-7489C25C431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FEBE89-2631-4730-B113-F793E7E0D661}">
      <dgm:prSet/>
      <dgm:spPr/>
      <dgm:t>
        <a:bodyPr/>
        <a:lstStyle/>
        <a:p>
          <a:r>
            <a:rPr lang="uk-UA" b="0" i="0" baseline="0"/>
            <a:t>полк</a:t>
          </a:r>
          <a:endParaRPr lang="uk-UA"/>
        </a:p>
      </dgm:t>
    </dgm:pt>
    <dgm:pt modelId="{9293737F-6A04-4B46-875C-0FB42A4C6BA7}" type="parTrans" cxnId="{47BBD6B7-EC82-48C2-9870-D555608C2B17}">
      <dgm:prSet/>
      <dgm:spPr/>
      <dgm:t>
        <a:bodyPr/>
        <a:lstStyle/>
        <a:p>
          <a:endParaRPr lang="uk-UA"/>
        </a:p>
      </dgm:t>
    </dgm:pt>
    <dgm:pt modelId="{B6BEF79A-FC01-4981-B4CE-4D42B2B125B3}" type="sibTrans" cxnId="{47BBD6B7-EC82-48C2-9870-D555608C2B17}">
      <dgm:prSet/>
      <dgm:spPr/>
      <dgm:t>
        <a:bodyPr/>
        <a:lstStyle/>
        <a:p>
          <a:endParaRPr lang="uk-UA"/>
        </a:p>
      </dgm:t>
    </dgm:pt>
    <dgm:pt modelId="{EAF618BF-73D7-45C3-AD27-8F6C60BB4A65}">
      <dgm:prSet/>
      <dgm:spPr/>
      <dgm:t>
        <a:bodyPr/>
        <a:lstStyle/>
        <a:p>
          <a:r>
            <a:rPr lang="uk-UA" b="0" i="0" baseline="0"/>
            <a:t>паланка</a:t>
          </a:r>
          <a:endParaRPr lang="uk-UA"/>
        </a:p>
      </dgm:t>
    </dgm:pt>
    <dgm:pt modelId="{3C5F2624-4F85-4A5B-A83D-18F293EDDF39}" type="parTrans" cxnId="{145A00FC-5030-4912-87FA-BBD9641EBB0D}">
      <dgm:prSet/>
      <dgm:spPr/>
      <dgm:t>
        <a:bodyPr/>
        <a:lstStyle/>
        <a:p>
          <a:endParaRPr lang="uk-UA"/>
        </a:p>
      </dgm:t>
    </dgm:pt>
    <dgm:pt modelId="{77C2B85D-1922-4C50-A97D-E215E63C8197}" type="sibTrans" cxnId="{145A00FC-5030-4912-87FA-BBD9641EBB0D}">
      <dgm:prSet/>
      <dgm:spPr/>
      <dgm:t>
        <a:bodyPr/>
        <a:lstStyle/>
        <a:p>
          <a:endParaRPr lang="uk-UA"/>
        </a:p>
      </dgm:t>
    </dgm:pt>
    <dgm:pt modelId="{3B173752-0C85-4B1B-ADE6-D95B20E81674}">
      <dgm:prSet/>
      <dgm:spPr/>
      <dgm:t>
        <a:bodyPr/>
        <a:lstStyle/>
        <a:p>
          <a:r>
            <a:rPr lang="uk-UA" b="0" i="0" baseline="0"/>
            <a:t>земля</a:t>
          </a:r>
          <a:endParaRPr lang="uk-UA"/>
        </a:p>
      </dgm:t>
    </dgm:pt>
    <dgm:pt modelId="{945F357D-7088-4FCD-BFC2-402ED225992D}" type="parTrans" cxnId="{66EBD947-EDAF-43B3-AA5E-3B682C875B2B}">
      <dgm:prSet/>
      <dgm:spPr/>
      <dgm:t>
        <a:bodyPr/>
        <a:lstStyle/>
        <a:p>
          <a:endParaRPr lang="uk-UA"/>
        </a:p>
      </dgm:t>
    </dgm:pt>
    <dgm:pt modelId="{7BB0958B-92E4-40CA-94AF-525C357CE94B}" type="sibTrans" cxnId="{66EBD947-EDAF-43B3-AA5E-3B682C875B2B}">
      <dgm:prSet/>
      <dgm:spPr/>
      <dgm:t>
        <a:bodyPr/>
        <a:lstStyle/>
        <a:p>
          <a:endParaRPr lang="uk-UA"/>
        </a:p>
      </dgm:t>
    </dgm:pt>
    <dgm:pt modelId="{55EA37BE-3533-44FB-9B1D-311B935E5A87}">
      <dgm:prSet/>
      <dgm:spPr/>
      <dgm:t>
        <a:bodyPr/>
        <a:lstStyle/>
        <a:p>
          <a:r>
            <a:rPr lang="uk-UA" b="0" i="0" baseline="0"/>
            <a:t>округ</a:t>
          </a:r>
          <a:endParaRPr lang="uk-UA"/>
        </a:p>
      </dgm:t>
    </dgm:pt>
    <dgm:pt modelId="{8F85139C-E3A2-4BC0-8ED5-F339537F6054}" type="parTrans" cxnId="{3F1ADFE0-6095-42C1-A11E-10C2B8434B02}">
      <dgm:prSet/>
      <dgm:spPr/>
      <dgm:t>
        <a:bodyPr/>
        <a:lstStyle/>
        <a:p>
          <a:endParaRPr lang="uk-UA"/>
        </a:p>
      </dgm:t>
    </dgm:pt>
    <dgm:pt modelId="{E9A88CE4-CD0A-4A18-AE05-A19C547D36E9}" type="sibTrans" cxnId="{3F1ADFE0-6095-42C1-A11E-10C2B8434B02}">
      <dgm:prSet/>
      <dgm:spPr/>
      <dgm:t>
        <a:bodyPr/>
        <a:lstStyle/>
        <a:p>
          <a:endParaRPr lang="uk-UA"/>
        </a:p>
      </dgm:t>
    </dgm:pt>
    <dgm:pt modelId="{C69389F9-F210-4ADC-B6EA-6CF6550732CC}" type="pres">
      <dgm:prSet presAssocID="{DA9C1003-2C27-48B1-B6AB-7489C25C4317}" presName="Name0" presStyleCnt="0">
        <dgm:presLayoutVars>
          <dgm:chMax val="7"/>
          <dgm:chPref val="7"/>
          <dgm:dir/>
        </dgm:presLayoutVars>
      </dgm:prSet>
      <dgm:spPr/>
    </dgm:pt>
    <dgm:pt modelId="{805AD328-55E9-476F-8102-7D68AF8D8FF3}" type="pres">
      <dgm:prSet presAssocID="{DA9C1003-2C27-48B1-B6AB-7489C25C4317}" presName="Name1" presStyleCnt="0"/>
      <dgm:spPr/>
    </dgm:pt>
    <dgm:pt modelId="{D0B836C1-E004-4B70-AACC-DF1665410658}" type="pres">
      <dgm:prSet presAssocID="{DA9C1003-2C27-48B1-B6AB-7489C25C4317}" presName="cycle" presStyleCnt="0"/>
      <dgm:spPr/>
    </dgm:pt>
    <dgm:pt modelId="{84553133-BDC2-48B6-9314-BC3309AAFBA6}" type="pres">
      <dgm:prSet presAssocID="{DA9C1003-2C27-48B1-B6AB-7489C25C4317}" presName="srcNode" presStyleLbl="node1" presStyleIdx="0" presStyleCnt="4"/>
      <dgm:spPr/>
    </dgm:pt>
    <dgm:pt modelId="{B223D760-F011-4BD0-AC0F-8E55E0EEEAF9}" type="pres">
      <dgm:prSet presAssocID="{DA9C1003-2C27-48B1-B6AB-7489C25C4317}" presName="conn" presStyleLbl="parChTrans1D2" presStyleIdx="0" presStyleCnt="1"/>
      <dgm:spPr/>
    </dgm:pt>
    <dgm:pt modelId="{39A81066-F815-41A3-AA58-059DB622951F}" type="pres">
      <dgm:prSet presAssocID="{DA9C1003-2C27-48B1-B6AB-7489C25C4317}" presName="extraNode" presStyleLbl="node1" presStyleIdx="0" presStyleCnt="4"/>
      <dgm:spPr/>
    </dgm:pt>
    <dgm:pt modelId="{3A7695D3-C465-48E6-8F89-8C8E5CBF1104}" type="pres">
      <dgm:prSet presAssocID="{DA9C1003-2C27-48B1-B6AB-7489C25C4317}" presName="dstNode" presStyleLbl="node1" presStyleIdx="0" presStyleCnt="4"/>
      <dgm:spPr/>
    </dgm:pt>
    <dgm:pt modelId="{E32A309B-33DD-4481-A3D4-3B7B90F740C2}" type="pres">
      <dgm:prSet presAssocID="{65FEBE89-2631-4730-B113-F793E7E0D661}" presName="text_1" presStyleLbl="node1" presStyleIdx="0" presStyleCnt="4">
        <dgm:presLayoutVars>
          <dgm:bulletEnabled val="1"/>
        </dgm:presLayoutVars>
      </dgm:prSet>
      <dgm:spPr/>
    </dgm:pt>
    <dgm:pt modelId="{6343A6C8-0384-4D65-A8F5-ABDED5A4DEF4}" type="pres">
      <dgm:prSet presAssocID="{65FEBE89-2631-4730-B113-F793E7E0D661}" presName="accent_1" presStyleCnt="0"/>
      <dgm:spPr/>
    </dgm:pt>
    <dgm:pt modelId="{F3C2631C-AFE3-483A-8C7A-82437CDEFD70}" type="pres">
      <dgm:prSet presAssocID="{65FEBE89-2631-4730-B113-F793E7E0D661}" presName="accentRepeatNode" presStyleLbl="solidFgAcc1" presStyleIdx="0" presStyleCnt="4"/>
      <dgm:spPr/>
    </dgm:pt>
    <dgm:pt modelId="{DDB0C33C-3D37-4424-BB34-2AD7BA413EB3}" type="pres">
      <dgm:prSet presAssocID="{EAF618BF-73D7-45C3-AD27-8F6C60BB4A65}" presName="text_2" presStyleLbl="node1" presStyleIdx="1" presStyleCnt="4">
        <dgm:presLayoutVars>
          <dgm:bulletEnabled val="1"/>
        </dgm:presLayoutVars>
      </dgm:prSet>
      <dgm:spPr/>
    </dgm:pt>
    <dgm:pt modelId="{66DBEF4F-21ED-45BA-A269-713B4AC9F6D4}" type="pres">
      <dgm:prSet presAssocID="{EAF618BF-73D7-45C3-AD27-8F6C60BB4A65}" presName="accent_2" presStyleCnt="0"/>
      <dgm:spPr/>
    </dgm:pt>
    <dgm:pt modelId="{5A2A211D-8F3B-45B3-8583-97C2C82EB884}" type="pres">
      <dgm:prSet presAssocID="{EAF618BF-73D7-45C3-AD27-8F6C60BB4A65}" presName="accentRepeatNode" presStyleLbl="solidFgAcc1" presStyleIdx="1" presStyleCnt="4"/>
      <dgm:spPr/>
    </dgm:pt>
    <dgm:pt modelId="{0522E759-D445-4375-8AB6-C61D2CBDC338}" type="pres">
      <dgm:prSet presAssocID="{3B173752-0C85-4B1B-ADE6-D95B20E81674}" presName="text_3" presStyleLbl="node1" presStyleIdx="2" presStyleCnt="4">
        <dgm:presLayoutVars>
          <dgm:bulletEnabled val="1"/>
        </dgm:presLayoutVars>
      </dgm:prSet>
      <dgm:spPr/>
    </dgm:pt>
    <dgm:pt modelId="{82E235F1-E84D-4CD6-B51C-3F556F2ED7A7}" type="pres">
      <dgm:prSet presAssocID="{3B173752-0C85-4B1B-ADE6-D95B20E81674}" presName="accent_3" presStyleCnt="0"/>
      <dgm:spPr/>
    </dgm:pt>
    <dgm:pt modelId="{6701AE3A-45EC-4B79-87F6-70131B378E29}" type="pres">
      <dgm:prSet presAssocID="{3B173752-0C85-4B1B-ADE6-D95B20E81674}" presName="accentRepeatNode" presStyleLbl="solidFgAcc1" presStyleIdx="2" presStyleCnt="4"/>
      <dgm:spPr/>
    </dgm:pt>
    <dgm:pt modelId="{53DB7B88-7B45-4FE1-9801-B1B874B810DC}" type="pres">
      <dgm:prSet presAssocID="{55EA37BE-3533-44FB-9B1D-311B935E5A87}" presName="text_4" presStyleLbl="node1" presStyleIdx="3" presStyleCnt="4">
        <dgm:presLayoutVars>
          <dgm:bulletEnabled val="1"/>
        </dgm:presLayoutVars>
      </dgm:prSet>
      <dgm:spPr/>
    </dgm:pt>
    <dgm:pt modelId="{E5E14110-6D33-4FC7-B760-CF52A856EAA8}" type="pres">
      <dgm:prSet presAssocID="{55EA37BE-3533-44FB-9B1D-311B935E5A87}" presName="accent_4" presStyleCnt="0"/>
      <dgm:spPr/>
    </dgm:pt>
    <dgm:pt modelId="{2E195213-E1AA-4200-ADF4-411785C9C9F2}" type="pres">
      <dgm:prSet presAssocID="{55EA37BE-3533-44FB-9B1D-311B935E5A87}" presName="accentRepeatNode" presStyleLbl="solidFgAcc1" presStyleIdx="3" presStyleCnt="4"/>
      <dgm:spPr/>
    </dgm:pt>
  </dgm:ptLst>
  <dgm:cxnLst>
    <dgm:cxn modelId="{1C95EE02-FCDE-4EE7-917D-528AD3607284}" type="presOf" srcId="{3B173752-0C85-4B1B-ADE6-D95B20E81674}" destId="{0522E759-D445-4375-8AB6-C61D2CBDC338}" srcOrd="0" destOrd="0" presId="urn:microsoft.com/office/officeart/2008/layout/VerticalCurvedList"/>
    <dgm:cxn modelId="{7B93A213-1945-4833-8351-682866E0620C}" type="presOf" srcId="{65FEBE89-2631-4730-B113-F793E7E0D661}" destId="{E32A309B-33DD-4481-A3D4-3B7B90F740C2}" srcOrd="0" destOrd="0" presId="urn:microsoft.com/office/officeart/2008/layout/VerticalCurvedList"/>
    <dgm:cxn modelId="{B986BD5C-326E-4205-824E-BE54F30D8BC9}" type="presOf" srcId="{B6BEF79A-FC01-4981-B4CE-4D42B2B125B3}" destId="{B223D760-F011-4BD0-AC0F-8E55E0EEEAF9}" srcOrd="0" destOrd="0" presId="urn:microsoft.com/office/officeart/2008/layout/VerticalCurvedList"/>
    <dgm:cxn modelId="{66EBD947-EDAF-43B3-AA5E-3B682C875B2B}" srcId="{DA9C1003-2C27-48B1-B6AB-7489C25C4317}" destId="{3B173752-0C85-4B1B-ADE6-D95B20E81674}" srcOrd="2" destOrd="0" parTransId="{945F357D-7088-4FCD-BFC2-402ED225992D}" sibTransId="{7BB0958B-92E4-40CA-94AF-525C357CE94B}"/>
    <dgm:cxn modelId="{250D6E54-5536-4B12-9ED9-EBDB07CC8905}" type="presOf" srcId="{DA9C1003-2C27-48B1-B6AB-7489C25C4317}" destId="{C69389F9-F210-4ADC-B6EA-6CF6550732CC}" srcOrd="0" destOrd="0" presId="urn:microsoft.com/office/officeart/2008/layout/VerticalCurvedList"/>
    <dgm:cxn modelId="{47BBD6B7-EC82-48C2-9870-D555608C2B17}" srcId="{DA9C1003-2C27-48B1-B6AB-7489C25C4317}" destId="{65FEBE89-2631-4730-B113-F793E7E0D661}" srcOrd="0" destOrd="0" parTransId="{9293737F-6A04-4B46-875C-0FB42A4C6BA7}" sibTransId="{B6BEF79A-FC01-4981-B4CE-4D42B2B125B3}"/>
    <dgm:cxn modelId="{8CF44BBE-A59D-4530-B076-E6131C584FC3}" type="presOf" srcId="{55EA37BE-3533-44FB-9B1D-311B935E5A87}" destId="{53DB7B88-7B45-4FE1-9801-B1B874B810DC}" srcOrd="0" destOrd="0" presId="urn:microsoft.com/office/officeart/2008/layout/VerticalCurvedList"/>
    <dgm:cxn modelId="{B9D814CE-F56D-4916-AFDD-C324F687E52F}" type="presOf" srcId="{EAF618BF-73D7-45C3-AD27-8F6C60BB4A65}" destId="{DDB0C33C-3D37-4424-BB34-2AD7BA413EB3}" srcOrd="0" destOrd="0" presId="urn:microsoft.com/office/officeart/2008/layout/VerticalCurvedList"/>
    <dgm:cxn modelId="{3F1ADFE0-6095-42C1-A11E-10C2B8434B02}" srcId="{DA9C1003-2C27-48B1-B6AB-7489C25C4317}" destId="{55EA37BE-3533-44FB-9B1D-311B935E5A87}" srcOrd="3" destOrd="0" parTransId="{8F85139C-E3A2-4BC0-8ED5-F339537F6054}" sibTransId="{E9A88CE4-CD0A-4A18-AE05-A19C547D36E9}"/>
    <dgm:cxn modelId="{145A00FC-5030-4912-87FA-BBD9641EBB0D}" srcId="{DA9C1003-2C27-48B1-B6AB-7489C25C4317}" destId="{EAF618BF-73D7-45C3-AD27-8F6C60BB4A65}" srcOrd="1" destOrd="0" parTransId="{3C5F2624-4F85-4A5B-A83D-18F293EDDF39}" sibTransId="{77C2B85D-1922-4C50-A97D-E215E63C8197}"/>
    <dgm:cxn modelId="{070053F6-E47D-48E9-9550-69A3FC630BAC}" type="presParOf" srcId="{C69389F9-F210-4ADC-B6EA-6CF6550732CC}" destId="{805AD328-55E9-476F-8102-7D68AF8D8FF3}" srcOrd="0" destOrd="0" presId="urn:microsoft.com/office/officeart/2008/layout/VerticalCurvedList"/>
    <dgm:cxn modelId="{421BD6B8-06EA-41C1-A500-4249F4103E85}" type="presParOf" srcId="{805AD328-55E9-476F-8102-7D68AF8D8FF3}" destId="{D0B836C1-E004-4B70-AACC-DF1665410658}" srcOrd="0" destOrd="0" presId="urn:microsoft.com/office/officeart/2008/layout/VerticalCurvedList"/>
    <dgm:cxn modelId="{8D4C2E48-17C8-4253-8609-11429D6E0970}" type="presParOf" srcId="{D0B836C1-E004-4B70-AACC-DF1665410658}" destId="{84553133-BDC2-48B6-9314-BC3309AAFBA6}" srcOrd="0" destOrd="0" presId="urn:microsoft.com/office/officeart/2008/layout/VerticalCurvedList"/>
    <dgm:cxn modelId="{A46CB68D-BD31-49D8-970A-2DDDAC30A335}" type="presParOf" srcId="{D0B836C1-E004-4B70-AACC-DF1665410658}" destId="{B223D760-F011-4BD0-AC0F-8E55E0EEEAF9}" srcOrd="1" destOrd="0" presId="urn:microsoft.com/office/officeart/2008/layout/VerticalCurvedList"/>
    <dgm:cxn modelId="{37B81329-735F-4B0B-846B-AF53E4C2D6EF}" type="presParOf" srcId="{D0B836C1-E004-4B70-AACC-DF1665410658}" destId="{39A81066-F815-41A3-AA58-059DB622951F}" srcOrd="2" destOrd="0" presId="urn:microsoft.com/office/officeart/2008/layout/VerticalCurvedList"/>
    <dgm:cxn modelId="{C3A3B5B1-296E-47F7-B8DD-80C12F4D424C}" type="presParOf" srcId="{D0B836C1-E004-4B70-AACC-DF1665410658}" destId="{3A7695D3-C465-48E6-8F89-8C8E5CBF1104}" srcOrd="3" destOrd="0" presId="urn:microsoft.com/office/officeart/2008/layout/VerticalCurvedList"/>
    <dgm:cxn modelId="{24E06602-0A6E-497E-BDE1-92E227C3E3E5}" type="presParOf" srcId="{805AD328-55E9-476F-8102-7D68AF8D8FF3}" destId="{E32A309B-33DD-4481-A3D4-3B7B90F740C2}" srcOrd="1" destOrd="0" presId="urn:microsoft.com/office/officeart/2008/layout/VerticalCurvedList"/>
    <dgm:cxn modelId="{16FC932F-17D4-4AC2-9FEC-7C48254B4BCB}" type="presParOf" srcId="{805AD328-55E9-476F-8102-7D68AF8D8FF3}" destId="{6343A6C8-0384-4D65-A8F5-ABDED5A4DEF4}" srcOrd="2" destOrd="0" presId="urn:microsoft.com/office/officeart/2008/layout/VerticalCurvedList"/>
    <dgm:cxn modelId="{236ADCA0-1552-48B5-B040-16E634975BDE}" type="presParOf" srcId="{6343A6C8-0384-4D65-A8F5-ABDED5A4DEF4}" destId="{F3C2631C-AFE3-483A-8C7A-82437CDEFD70}" srcOrd="0" destOrd="0" presId="urn:microsoft.com/office/officeart/2008/layout/VerticalCurvedList"/>
    <dgm:cxn modelId="{B2DB8BA1-4271-460E-82EF-12D3C33CF7C4}" type="presParOf" srcId="{805AD328-55E9-476F-8102-7D68AF8D8FF3}" destId="{DDB0C33C-3D37-4424-BB34-2AD7BA413EB3}" srcOrd="3" destOrd="0" presId="urn:microsoft.com/office/officeart/2008/layout/VerticalCurvedList"/>
    <dgm:cxn modelId="{35469B25-A53A-4E98-8D56-E4E0203DA954}" type="presParOf" srcId="{805AD328-55E9-476F-8102-7D68AF8D8FF3}" destId="{66DBEF4F-21ED-45BA-A269-713B4AC9F6D4}" srcOrd="4" destOrd="0" presId="urn:microsoft.com/office/officeart/2008/layout/VerticalCurvedList"/>
    <dgm:cxn modelId="{CEA1C882-5FB6-4D86-A2C7-57ECA062C079}" type="presParOf" srcId="{66DBEF4F-21ED-45BA-A269-713B4AC9F6D4}" destId="{5A2A211D-8F3B-45B3-8583-97C2C82EB884}" srcOrd="0" destOrd="0" presId="urn:microsoft.com/office/officeart/2008/layout/VerticalCurvedList"/>
    <dgm:cxn modelId="{62685D86-BAAB-46D1-8C80-D2768FFD60DA}" type="presParOf" srcId="{805AD328-55E9-476F-8102-7D68AF8D8FF3}" destId="{0522E759-D445-4375-8AB6-C61D2CBDC338}" srcOrd="5" destOrd="0" presId="urn:microsoft.com/office/officeart/2008/layout/VerticalCurvedList"/>
    <dgm:cxn modelId="{CEFD91DE-A391-4884-85A4-F8500C5BC497}" type="presParOf" srcId="{805AD328-55E9-476F-8102-7D68AF8D8FF3}" destId="{82E235F1-E84D-4CD6-B51C-3F556F2ED7A7}" srcOrd="6" destOrd="0" presId="urn:microsoft.com/office/officeart/2008/layout/VerticalCurvedList"/>
    <dgm:cxn modelId="{8452DABE-D7F7-425A-98D4-5825AE23C824}" type="presParOf" srcId="{82E235F1-E84D-4CD6-B51C-3F556F2ED7A7}" destId="{6701AE3A-45EC-4B79-87F6-70131B378E29}" srcOrd="0" destOrd="0" presId="urn:microsoft.com/office/officeart/2008/layout/VerticalCurvedList"/>
    <dgm:cxn modelId="{290FA535-F8BB-4576-BB00-D0ED7AE93A8F}" type="presParOf" srcId="{805AD328-55E9-476F-8102-7D68AF8D8FF3}" destId="{53DB7B88-7B45-4FE1-9801-B1B874B810DC}" srcOrd="7" destOrd="0" presId="urn:microsoft.com/office/officeart/2008/layout/VerticalCurvedList"/>
    <dgm:cxn modelId="{8CF98FA7-C377-4EA1-864C-1E25CE31C4E2}" type="presParOf" srcId="{805AD328-55E9-476F-8102-7D68AF8D8FF3}" destId="{E5E14110-6D33-4FC7-B760-CF52A856EAA8}" srcOrd="8" destOrd="0" presId="urn:microsoft.com/office/officeart/2008/layout/VerticalCurvedList"/>
    <dgm:cxn modelId="{31CEF707-F2A7-4DFD-932B-7AA14E519D37}" type="presParOf" srcId="{E5E14110-6D33-4FC7-B760-CF52A856EAA8}" destId="{2E195213-E1AA-4200-ADF4-411785C9C9F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CF7BF3F1-C0D4-4035-A824-C3211F9A1DC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8CFA29-243F-4119-8C8F-D3F23B287B45}">
      <dgm:prSet/>
      <dgm:spPr/>
      <dgm:t>
        <a:bodyPr/>
        <a:lstStyle/>
        <a:p>
          <a:r>
            <a:rPr lang="uk-UA" b="0" i="0" baseline="0"/>
            <a:t>Х</a:t>
          </a:r>
          <a:r>
            <a:rPr lang="en-US" b="0" i="0" baseline="0"/>
            <a:t>V</a:t>
          </a:r>
          <a:r>
            <a:rPr lang="uk-UA" b="0" i="0" baseline="0"/>
            <a:t>І ст.</a:t>
          </a:r>
          <a:endParaRPr lang="uk-UA"/>
        </a:p>
      </dgm:t>
    </dgm:pt>
    <dgm:pt modelId="{C068EF5C-3377-4BFA-A37C-C647FBACB528}" type="parTrans" cxnId="{159FAD2C-49D1-4125-87EB-8F60B86B0D25}">
      <dgm:prSet/>
      <dgm:spPr/>
      <dgm:t>
        <a:bodyPr/>
        <a:lstStyle/>
        <a:p>
          <a:endParaRPr lang="uk-UA"/>
        </a:p>
      </dgm:t>
    </dgm:pt>
    <dgm:pt modelId="{CB0F8D1E-C79E-4278-A159-DC3FF1F90536}" type="sibTrans" cxnId="{159FAD2C-49D1-4125-87EB-8F60B86B0D25}">
      <dgm:prSet/>
      <dgm:spPr/>
      <dgm:t>
        <a:bodyPr/>
        <a:lstStyle/>
        <a:p>
          <a:endParaRPr lang="uk-UA"/>
        </a:p>
      </dgm:t>
    </dgm:pt>
    <dgm:pt modelId="{488309FA-B7FC-46CC-8395-B3FB3487271C}">
      <dgm:prSet/>
      <dgm:spPr/>
      <dgm:t>
        <a:bodyPr/>
        <a:lstStyle/>
        <a:p>
          <a:r>
            <a:rPr lang="uk-UA" b="0" i="0" baseline="0"/>
            <a:t>Х</a:t>
          </a:r>
          <a:r>
            <a:rPr lang="en-US" b="0" i="0" baseline="0"/>
            <a:t>V</a:t>
          </a:r>
          <a:r>
            <a:rPr lang="uk-UA" b="0" i="0" baseline="0"/>
            <a:t>ІІ ст.</a:t>
          </a:r>
          <a:endParaRPr lang="uk-UA"/>
        </a:p>
      </dgm:t>
    </dgm:pt>
    <dgm:pt modelId="{B98EE7E3-D3ED-4E7D-B511-51D6E0473AEE}" type="parTrans" cxnId="{6895EFF4-1BE5-49E0-AA3F-7DC533A6B3D2}">
      <dgm:prSet/>
      <dgm:spPr/>
      <dgm:t>
        <a:bodyPr/>
        <a:lstStyle/>
        <a:p>
          <a:endParaRPr lang="uk-UA"/>
        </a:p>
      </dgm:t>
    </dgm:pt>
    <dgm:pt modelId="{2A6F8AA7-88BE-4359-8B9F-3C59E990D856}" type="sibTrans" cxnId="{6895EFF4-1BE5-49E0-AA3F-7DC533A6B3D2}">
      <dgm:prSet/>
      <dgm:spPr/>
      <dgm:t>
        <a:bodyPr/>
        <a:lstStyle/>
        <a:p>
          <a:endParaRPr lang="uk-UA"/>
        </a:p>
      </dgm:t>
    </dgm:pt>
    <dgm:pt modelId="{42273B1D-D6D2-44E3-83AC-2677452DCD9E}">
      <dgm:prSet/>
      <dgm:spPr/>
      <dgm:t>
        <a:bodyPr/>
        <a:lstStyle/>
        <a:p>
          <a:r>
            <a:rPr lang="uk-UA" b="0" i="0" baseline="0"/>
            <a:t>Х</a:t>
          </a:r>
          <a:r>
            <a:rPr lang="en-US" b="0" i="0" baseline="0"/>
            <a:t>V</a:t>
          </a:r>
          <a:r>
            <a:rPr lang="uk-UA" b="0" i="0" baseline="0"/>
            <a:t>ІІІ ст.</a:t>
          </a:r>
          <a:endParaRPr lang="uk-UA"/>
        </a:p>
      </dgm:t>
    </dgm:pt>
    <dgm:pt modelId="{EDB0A872-5B81-481B-A8EB-DC7B53C08CC5}" type="parTrans" cxnId="{7E637490-D100-4AEA-8F6A-A6E6F9EE39BD}">
      <dgm:prSet/>
      <dgm:spPr/>
      <dgm:t>
        <a:bodyPr/>
        <a:lstStyle/>
        <a:p>
          <a:endParaRPr lang="uk-UA"/>
        </a:p>
      </dgm:t>
    </dgm:pt>
    <dgm:pt modelId="{297B6C3C-1B86-4BB0-BF77-7E73B617BAFC}" type="sibTrans" cxnId="{7E637490-D100-4AEA-8F6A-A6E6F9EE39BD}">
      <dgm:prSet/>
      <dgm:spPr/>
      <dgm:t>
        <a:bodyPr/>
        <a:lstStyle/>
        <a:p>
          <a:endParaRPr lang="uk-UA"/>
        </a:p>
      </dgm:t>
    </dgm:pt>
    <dgm:pt modelId="{615ECC16-F4D1-4AD7-AE59-D02B84ECF24F}">
      <dgm:prSet/>
      <dgm:spPr/>
      <dgm:t>
        <a:bodyPr/>
        <a:lstStyle/>
        <a:p>
          <a:r>
            <a:rPr lang="uk-UA" b="0" i="0" baseline="0"/>
            <a:t>ХІХ ст.</a:t>
          </a:r>
          <a:endParaRPr lang="uk-UA"/>
        </a:p>
      </dgm:t>
    </dgm:pt>
    <dgm:pt modelId="{4464B59B-297F-4D26-B637-CB6D9A9FF857}" type="parTrans" cxnId="{694BC27A-63C9-4DC0-863E-A57A4CA31F09}">
      <dgm:prSet/>
      <dgm:spPr/>
      <dgm:t>
        <a:bodyPr/>
        <a:lstStyle/>
        <a:p>
          <a:endParaRPr lang="uk-UA"/>
        </a:p>
      </dgm:t>
    </dgm:pt>
    <dgm:pt modelId="{5FC7AD62-8ABA-4C74-84CA-8A93E1A9CD7A}" type="sibTrans" cxnId="{694BC27A-63C9-4DC0-863E-A57A4CA31F09}">
      <dgm:prSet/>
      <dgm:spPr/>
      <dgm:t>
        <a:bodyPr/>
        <a:lstStyle/>
        <a:p>
          <a:endParaRPr lang="uk-UA"/>
        </a:p>
      </dgm:t>
    </dgm:pt>
    <dgm:pt modelId="{CD7D8FE2-ED29-4E87-98A0-23F124BA1B77}" type="pres">
      <dgm:prSet presAssocID="{CF7BF3F1-C0D4-4035-A824-C3211F9A1DC9}" presName="matrix" presStyleCnt="0">
        <dgm:presLayoutVars>
          <dgm:chMax val="1"/>
          <dgm:dir/>
          <dgm:resizeHandles val="exact"/>
        </dgm:presLayoutVars>
      </dgm:prSet>
      <dgm:spPr/>
    </dgm:pt>
    <dgm:pt modelId="{548AF70A-4DBB-45C3-9D51-55F449366BC7}" type="pres">
      <dgm:prSet presAssocID="{CF7BF3F1-C0D4-4035-A824-C3211F9A1DC9}" presName="diamond" presStyleLbl="bgShp" presStyleIdx="0" presStyleCnt="1"/>
      <dgm:spPr/>
    </dgm:pt>
    <dgm:pt modelId="{D26883F8-CB7E-438C-9E52-A97347513725}" type="pres">
      <dgm:prSet presAssocID="{CF7BF3F1-C0D4-4035-A824-C3211F9A1DC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171773A-BBE4-4B32-947E-AE00D992A6C6}" type="pres">
      <dgm:prSet presAssocID="{CF7BF3F1-C0D4-4035-A824-C3211F9A1DC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67720E-C4B4-4EE6-9326-E04E0643A00C}" type="pres">
      <dgm:prSet presAssocID="{CF7BF3F1-C0D4-4035-A824-C3211F9A1DC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F908B1D-D2E3-4D60-8242-6AEEA91A325A}" type="pres">
      <dgm:prSet presAssocID="{CF7BF3F1-C0D4-4035-A824-C3211F9A1DC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9653F0E-DAE6-402B-B4AA-FA3C211EDB3C}" type="presOf" srcId="{718CFA29-243F-4119-8C8F-D3F23B287B45}" destId="{D26883F8-CB7E-438C-9E52-A97347513725}" srcOrd="0" destOrd="0" presId="urn:microsoft.com/office/officeart/2005/8/layout/matrix3"/>
    <dgm:cxn modelId="{159FAD2C-49D1-4125-87EB-8F60B86B0D25}" srcId="{CF7BF3F1-C0D4-4035-A824-C3211F9A1DC9}" destId="{718CFA29-243F-4119-8C8F-D3F23B287B45}" srcOrd="0" destOrd="0" parTransId="{C068EF5C-3377-4BFA-A37C-C647FBACB528}" sibTransId="{CB0F8D1E-C79E-4278-A159-DC3FF1F90536}"/>
    <dgm:cxn modelId="{694BC27A-63C9-4DC0-863E-A57A4CA31F09}" srcId="{CF7BF3F1-C0D4-4035-A824-C3211F9A1DC9}" destId="{615ECC16-F4D1-4AD7-AE59-D02B84ECF24F}" srcOrd="3" destOrd="0" parTransId="{4464B59B-297F-4D26-B637-CB6D9A9FF857}" sibTransId="{5FC7AD62-8ABA-4C74-84CA-8A93E1A9CD7A}"/>
    <dgm:cxn modelId="{7E637490-D100-4AEA-8F6A-A6E6F9EE39BD}" srcId="{CF7BF3F1-C0D4-4035-A824-C3211F9A1DC9}" destId="{42273B1D-D6D2-44E3-83AC-2677452DCD9E}" srcOrd="2" destOrd="0" parTransId="{EDB0A872-5B81-481B-A8EB-DC7B53C08CC5}" sibTransId="{297B6C3C-1B86-4BB0-BF77-7E73B617BAFC}"/>
    <dgm:cxn modelId="{02995EB1-F708-417C-B373-501033568396}" type="presOf" srcId="{615ECC16-F4D1-4AD7-AE59-D02B84ECF24F}" destId="{AF908B1D-D2E3-4D60-8242-6AEEA91A325A}" srcOrd="0" destOrd="0" presId="urn:microsoft.com/office/officeart/2005/8/layout/matrix3"/>
    <dgm:cxn modelId="{1D8A76B1-AFB1-4EE5-9189-42A5D58AA9A7}" type="presOf" srcId="{CF7BF3F1-C0D4-4035-A824-C3211F9A1DC9}" destId="{CD7D8FE2-ED29-4E87-98A0-23F124BA1B77}" srcOrd="0" destOrd="0" presId="urn:microsoft.com/office/officeart/2005/8/layout/matrix3"/>
    <dgm:cxn modelId="{5CBF70B9-46DC-44C3-8A6B-AA332C04877A}" type="presOf" srcId="{42273B1D-D6D2-44E3-83AC-2677452DCD9E}" destId="{EC67720E-C4B4-4EE6-9326-E04E0643A00C}" srcOrd="0" destOrd="0" presId="urn:microsoft.com/office/officeart/2005/8/layout/matrix3"/>
    <dgm:cxn modelId="{6895EFF4-1BE5-49E0-AA3F-7DC533A6B3D2}" srcId="{CF7BF3F1-C0D4-4035-A824-C3211F9A1DC9}" destId="{488309FA-B7FC-46CC-8395-B3FB3487271C}" srcOrd="1" destOrd="0" parTransId="{B98EE7E3-D3ED-4E7D-B511-51D6E0473AEE}" sibTransId="{2A6F8AA7-88BE-4359-8B9F-3C59E990D856}"/>
    <dgm:cxn modelId="{B0AA45F8-0B4A-4882-884C-47D3F5E948D5}" type="presOf" srcId="{488309FA-B7FC-46CC-8395-B3FB3487271C}" destId="{9171773A-BBE4-4B32-947E-AE00D992A6C6}" srcOrd="0" destOrd="0" presId="urn:microsoft.com/office/officeart/2005/8/layout/matrix3"/>
    <dgm:cxn modelId="{A342D061-4387-4A72-828D-C5FC1D071C85}" type="presParOf" srcId="{CD7D8FE2-ED29-4E87-98A0-23F124BA1B77}" destId="{548AF70A-4DBB-45C3-9D51-55F449366BC7}" srcOrd="0" destOrd="0" presId="urn:microsoft.com/office/officeart/2005/8/layout/matrix3"/>
    <dgm:cxn modelId="{414E72B0-882D-4FDA-A67F-D4BD2137A42C}" type="presParOf" srcId="{CD7D8FE2-ED29-4E87-98A0-23F124BA1B77}" destId="{D26883F8-CB7E-438C-9E52-A97347513725}" srcOrd="1" destOrd="0" presId="urn:microsoft.com/office/officeart/2005/8/layout/matrix3"/>
    <dgm:cxn modelId="{D0468395-D0BC-4EC7-9906-39962A6CB6B9}" type="presParOf" srcId="{CD7D8FE2-ED29-4E87-98A0-23F124BA1B77}" destId="{9171773A-BBE4-4B32-947E-AE00D992A6C6}" srcOrd="2" destOrd="0" presId="urn:microsoft.com/office/officeart/2005/8/layout/matrix3"/>
    <dgm:cxn modelId="{D8132044-8822-411B-AE78-2578B9EBEC11}" type="presParOf" srcId="{CD7D8FE2-ED29-4E87-98A0-23F124BA1B77}" destId="{EC67720E-C4B4-4EE6-9326-E04E0643A00C}" srcOrd="3" destOrd="0" presId="urn:microsoft.com/office/officeart/2005/8/layout/matrix3"/>
    <dgm:cxn modelId="{0CD2DA3C-F96F-49E6-BA71-75B450016771}" type="presParOf" srcId="{CD7D8FE2-ED29-4E87-98A0-23F124BA1B77}" destId="{AF908B1D-D2E3-4D60-8242-6AEEA91A32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065B86AC-4038-4F3B-AD30-56A07B1FEDB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28AC456-0D73-4EB8-87C9-8561ECF0057D}">
      <dgm:prSet/>
      <dgm:spPr/>
      <dgm:t>
        <a:bodyPr/>
        <a:lstStyle/>
        <a:p>
          <a:r>
            <a:rPr lang="ru-RU" b="0" i="0" baseline="0"/>
            <a:t>І. Мазепою.</a:t>
          </a:r>
          <a:endParaRPr lang="uk-UA"/>
        </a:p>
      </dgm:t>
    </dgm:pt>
    <dgm:pt modelId="{010B5E83-6977-4430-A40D-E61EC297ACE0}" type="parTrans" cxnId="{562A8F01-8A94-44C9-9DD8-E5A9CD9E1681}">
      <dgm:prSet/>
      <dgm:spPr/>
      <dgm:t>
        <a:bodyPr/>
        <a:lstStyle/>
        <a:p>
          <a:endParaRPr lang="uk-UA"/>
        </a:p>
      </dgm:t>
    </dgm:pt>
    <dgm:pt modelId="{153F0CFB-B563-4F1C-81C9-250B6F17F362}" type="sibTrans" cxnId="{562A8F01-8A94-44C9-9DD8-E5A9CD9E1681}">
      <dgm:prSet/>
      <dgm:spPr/>
      <dgm:t>
        <a:bodyPr/>
        <a:lstStyle/>
        <a:p>
          <a:endParaRPr lang="uk-UA"/>
        </a:p>
      </dgm:t>
    </dgm:pt>
    <dgm:pt modelId="{4151AB76-E835-48EF-82E5-3A75867DF1DF}">
      <dgm:prSet/>
      <dgm:spPr/>
      <dgm:t>
        <a:bodyPr/>
        <a:lstStyle/>
        <a:p>
          <a:r>
            <a:rPr lang="ru-RU" b="0" i="0" baseline="0" dirty="0"/>
            <a:t>І. </a:t>
          </a:r>
          <a:r>
            <a:rPr lang="ru-RU" b="0" i="0" baseline="0" dirty="0" err="1"/>
            <a:t>Скоропадським</a:t>
          </a:r>
          <a:r>
            <a:rPr lang="ru-RU" b="0" i="0" baseline="0" dirty="0"/>
            <a:t>.</a:t>
          </a:r>
          <a:endParaRPr lang="uk-UA" dirty="0"/>
        </a:p>
      </dgm:t>
    </dgm:pt>
    <dgm:pt modelId="{F2D5AF2F-7186-4306-89A4-CB14F5252F83}" type="parTrans" cxnId="{86C6E520-60FC-4633-A1C4-4F915067E7DA}">
      <dgm:prSet/>
      <dgm:spPr/>
      <dgm:t>
        <a:bodyPr/>
        <a:lstStyle/>
        <a:p>
          <a:endParaRPr lang="uk-UA"/>
        </a:p>
      </dgm:t>
    </dgm:pt>
    <dgm:pt modelId="{9A077D82-5D1E-4E63-AEEA-D15C566D9918}" type="sibTrans" cxnId="{86C6E520-60FC-4633-A1C4-4F915067E7DA}">
      <dgm:prSet/>
      <dgm:spPr/>
      <dgm:t>
        <a:bodyPr/>
        <a:lstStyle/>
        <a:p>
          <a:endParaRPr lang="uk-UA"/>
        </a:p>
      </dgm:t>
    </dgm:pt>
    <dgm:pt modelId="{D45FCB18-B059-478A-BB3D-8096AEFF150E}">
      <dgm:prSet/>
      <dgm:spPr/>
      <dgm:t>
        <a:bodyPr/>
        <a:lstStyle/>
        <a:p>
          <a:r>
            <a:rPr lang="ru-RU" b="0" i="0" baseline="0" dirty="0"/>
            <a:t>Д. Апостолом.</a:t>
          </a:r>
          <a:endParaRPr lang="uk-UA" dirty="0"/>
        </a:p>
      </dgm:t>
    </dgm:pt>
    <dgm:pt modelId="{C65C1C09-9F73-4F01-9391-4522F7F6F5A9}" type="parTrans" cxnId="{32C7A167-ADED-43CC-AF2E-1E5A10F3BBFA}">
      <dgm:prSet/>
      <dgm:spPr/>
      <dgm:t>
        <a:bodyPr/>
        <a:lstStyle/>
        <a:p>
          <a:endParaRPr lang="uk-UA"/>
        </a:p>
      </dgm:t>
    </dgm:pt>
    <dgm:pt modelId="{1A79033E-A7A1-4AE7-899C-BEDE34AD0C29}" type="sibTrans" cxnId="{32C7A167-ADED-43CC-AF2E-1E5A10F3BBFA}">
      <dgm:prSet/>
      <dgm:spPr/>
      <dgm:t>
        <a:bodyPr/>
        <a:lstStyle/>
        <a:p>
          <a:endParaRPr lang="uk-UA"/>
        </a:p>
      </dgm:t>
    </dgm:pt>
    <dgm:pt modelId="{B09DDB62-C960-4D60-A8E0-1DEC3FB23A1C}">
      <dgm:prSet/>
      <dgm:spPr/>
      <dgm:t>
        <a:bodyPr/>
        <a:lstStyle/>
        <a:p>
          <a:r>
            <a:rPr lang="ru-RU" b="0" i="0" baseline="0" dirty="0"/>
            <a:t>К. </a:t>
          </a:r>
          <a:r>
            <a:rPr lang="ru-RU" b="0" i="0" baseline="0" dirty="0" err="1"/>
            <a:t>Розумовським</a:t>
          </a:r>
          <a:r>
            <a:rPr lang="ru-RU" b="0" i="0" baseline="0" dirty="0"/>
            <a:t>.</a:t>
          </a:r>
          <a:endParaRPr lang="uk-UA" dirty="0"/>
        </a:p>
      </dgm:t>
    </dgm:pt>
    <dgm:pt modelId="{F32268B8-5CDB-47FE-A320-C54B0A2072F4}" type="parTrans" cxnId="{C8E82505-3D87-4963-BC95-B11365B9314C}">
      <dgm:prSet/>
      <dgm:spPr/>
      <dgm:t>
        <a:bodyPr/>
        <a:lstStyle/>
        <a:p>
          <a:endParaRPr lang="uk-UA"/>
        </a:p>
      </dgm:t>
    </dgm:pt>
    <dgm:pt modelId="{680E7537-9FA8-4AA4-9288-96F262F883E5}" type="sibTrans" cxnId="{C8E82505-3D87-4963-BC95-B11365B9314C}">
      <dgm:prSet/>
      <dgm:spPr/>
      <dgm:t>
        <a:bodyPr/>
        <a:lstStyle/>
        <a:p>
          <a:endParaRPr lang="uk-UA"/>
        </a:p>
      </dgm:t>
    </dgm:pt>
    <dgm:pt modelId="{955C75DA-DF21-4941-A1EA-72F5E1EBE8BB}" type="pres">
      <dgm:prSet presAssocID="{065B86AC-4038-4F3B-AD30-56A07B1FEDB2}" presName="matrix" presStyleCnt="0">
        <dgm:presLayoutVars>
          <dgm:chMax val="1"/>
          <dgm:dir/>
          <dgm:resizeHandles val="exact"/>
        </dgm:presLayoutVars>
      </dgm:prSet>
      <dgm:spPr/>
    </dgm:pt>
    <dgm:pt modelId="{BADC2E81-8FC3-4A39-BC37-94F0491CF24D}" type="pres">
      <dgm:prSet presAssocID="{065B86AC-4038-4F3B-AD30-56A07B1FEDB2}" presName="diamond" presStyleLbl="bgShp" presStyleIdx="0" presStyleCnt="1"/>
      <dgm:spPr/>
    </dgm:pt>
    <dgm:pt modelId="{6E208121-9A13-4D6C-A15D-7F750462E5CD}" type="pres">
      <dgm:prSet presAssocID="{065B86AC-4038-4F3B-AD30-56A07B1FEDB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0F84D4A-C4DA-46F5-8390-990BA6A2D52A}" type="pres">
      <dgm:prSet presAssocID="{065B86AC-4038-4F3B-AD30-56A07B1FEDB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3258E03-63DB-4F5F-A49D-7060B3C1D8CB}" type="pres">
      <dgm:prSet presAssocID="{065B86AC-4038-4F3B-AD30-56A07B1FEDB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9AD229A-A315-4AA6-A1AF-DB926D661B2F}" type="pres">
      <dgm:prSet presAssocID="{065B86AC-4038-4F3B-AD30-56A07B1FEDB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62A8F01-8A94-44C9-9DD8-E5A9CD9E1681}" srcId="{065B86AC-4038-4F3B-AD30-56A07B1FEDB2}" destId="{A28AC456-0D73-4EB8-87C9-8561ECF0057D}" srcOrd="0" destOrd="0" parTransId="{010B5E83-6977-4430-A40D-E61EC297ACE0}" sibTransId="{153F0CFB-B563-4F1C-81C9-250B6F17F362}"/>
    <dgm:cxn modelId="{C8E82505-3D87-4963-BC95-B11365B9314C}" srcId="{065B86AC-4038-4F3B-AD30-56A07B1FEDB2}" destId="{B09DDB62-C960-4D60-A8E0-1DEC3FB23A1C}" srcOrd="3" destOrd="0" parTransId="{F32268B8-5CDB-47FE-A320-C54B0A2072F4}" sibTransId="{680E7537-9FA8-4AA4-9288-96F262F883E5}"/>
    <dgm:cxn modelId="{2AE1511A-2342-4F53-A797-F1C4A3E6D2B3}" type="presOf" srcId="{4151AB76-E835-48EF-82E5-3A75867DF1DF}" destId="{40F84D4A-C4DA-46F5-8390-990BA6A2D52A}" srcOrd="0" destOrd="0" presId="urn:microsoft.com/office/officeart/2005/8/layout/matrix3"/>
    <dgm:cxn modelId="{86C6E520-60FC-4633-A1C4-4F915067E7DA}" srcId="{065B86AC-4038-4F3B-AD30-56A07B1FEDB2}" destId="{4151AB76-E835-48EF-82E5-3A75867DF1DF}" srcOrd="1" destOrd="0" parTransId="{F2D5AF2F-7186-4306-89A4-CB14F5252F83}" sibTransId="{9A077D82-5D1E-4E63-AEEA-D15C566D9918}"/>
    <dgm:cxn modelId="{E4DB915C-53F9-4EC2-90D7-1F35E8D4A31F}" type="presOf" srcId="{065B86AC-4038-4F3B-AD30-56A07B1FEDB2}" destId="{955C75DA-DF21-4941-A1EA-72F5E1EBE8BB}" srcOrd="0" destOrd="0" presId="urn:microsoft.com/office/officeart/2005/8/layout/matrix3"/>
    <dgm:cxn modelId="{32C7A167-ADED-43CC-AF2E-1E5A10F3BBFA}" srcId="{065B86AC-4038-4F3B-AD30-56A07B1FEDB2}" destId="{D45FCB18-B059-478A-BB3D-8096AEFF150E}" srcOrd="2" destOrd="0" parTransId="{C65C1C09-9F73-4F01-9391-4522F7F6F5A9}" sibTransId="{1A79033E-A7A1-4AE7-899C-BEDE34AD0C29}"/>
    <dgm:cxn modelId="{2C883A49-CD82-444C-93F9-2C8CC450F1AE}" type="presOf" srcId="{B09DDB62-C960-4D60-A8E0-1DEC3FB23A1C}" destId="{C9AD229A-A315-4AA6-A1AF-DB926D661B2F}" srcOrd="0" destOrd="0" presId="urn:microsoft.com/office/officeart/2005/8/layout/matrix3"/>
    <dgm:cxn modelId="{4E1BD44D-CB6F-4572-ABFC-7DE58CA5B424}" type="presOf" srcId="{A28AC456-0D73-4EB8-87C9-8561ECF0057D}" destId="{6E208121-9A13-4D6C-A15D-7F750462E5CD}" srcOrd="0" destOrd="0" presId="urn:microsoft.com/office/officeart/2005/8/layout/matrix3"/>
    <dgm:cxn modelId="{019D0057-5250-4C71-AE18-35858266BE39}" type="presOf" srcId="{D45FCB18-B059-478A-BB3D-8096AEFF150E}" destId="{A3258E03-63DB-4F5F-A49D-7060B3C1D8CB}" srcOrd="0" destOrd="0" presId="urn:microsoft.com/office/officeart/2005/8/layout/matrix3"/>
    <dgm:cxn modelId="{0B2CB8F5-56A6-4C79-875C-8FECDE126AE6}" type="presParOf" srcId="{955C75DA-DF21-4941-A1EA-72F5E1EBE8BB}" destId="{BADC2E81-8FC3-4A39-BC37-94F0491CF24D}" srcOrd="0" destOrd="0" presId="urn:microsoft.com/office/officeart/2005/8/layout/matrix3"/>
    <dgm:cxn modelId="{BF121C0B-DDCF-466C-9A0F-E156548E3230}" type="presParOf" srcId="{955C75DA-DF21-4941-A1EA-72F5E1EBE8BB}" destId="{6E208121-9A13-4D6C-A15D-7F750462E5CD}" srcOrd="1" destOrd="0" presId="urn:microsoft.com/office/officeart/2005/8/layout/matrix3"/>
    <dgm:cxn modelId="{E582BEF5-BA21-4DBF-BC77-950807E3E862}" type="presParOf" srcId="{955C75DA-DF21-4941-A1EA-72F5E1EBE8BB}" destId="{40F84D4A-C4DA-46F5-8390-990BA6A2D52A}" srcOrd="2" destOrd="0" presId="urn:microsoft.com/office/officeart/2005/8/layout/matrix3"/>
    <dgm:cxn modelId="{03B525ED-F007-468B-9E30-A25EF8F40D93}" type="presParOf" srcId="{955C75DA-DF21-4941-A1EA-72F5E1EBE8BB}" destId="{A3258E03-63DB-4F5F-A49D-7060B3C1D8CB}" srcOrd="3" destOrd="0" presId="urn:microsoft.com/office/officeart/2005/8/layout/matrix3"/>
    <dgm:cxn modelId="{8B977F56-99FF-492C-961F-63D24B9AC197}" type="presParOf" srcId="{955C75DA-DF21-4941-A1EA-72F5E1EBE8BB}" destId="{C9AD229A-A315-4AA6-A1AF-DB926D661B2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E689B77B-3B37-40C3-ADAD-7F50575CF3D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4492047-57C8-4254-877E-89DE0D7E7372}">
      <dgm:prSet/>
      <dgm:spPr/>
      <dgm:t>
        <a:bodyPr/>
        <a:lstStyle/>
        <a:p>
          <a:r>
            <a:rPr lang="uk-UA" b="0" i="0" baseline="0"/>
            <a:t>бароко.</a:t>
          </a:r>
          <a:endParaRPr lang="uk-UA"/>
        </a:p>
      </dgm:t>
    </dgm:pt>
    <dgm:pt modelId="{7C0C4E18-DC49-45C5-BB28-709DE21A6955}" type="parTrans" cxnId="{0C347BC0-E2FC-4356-9700-C91352C221F2}">
      <dgm:prSet/>
      <dgm:spPr/>
      <dgm:t>
        <a:bodyPr/>
        <a:lstStyle/>
        <a:p>
          <a:endParaRPr lang="uk-UA"/>
        </a:p>
      </dgm:t>
    </dgm:pt>
    <dgm:pt modelId="{DE5B1FEC-943D-4219-807B-2A1AB635C7FD}" type="sibTrans" cxnId="{0C347BC0-E2FC-4356-9700-C91352C221F2}">
      <dgm:prSet/>
      <dgm:spPr/>
      <dgm:t>
        <a:bodyPr/>
        <a:lstStyle/>
        <a:p>
          <a:endParaRPr lang="uk-UA"/>
        </a:p>
      </dgm:t>
    </dgm:pt>
    <dgm:pt modelId="{B1494CAF-6E2E-46D6-A9BC-BB5FBEA9DA77}">
      <dgm:prSet/>
      <dgm:spPr/>
      <dgm:t>
        <a:bodyPr/>
        <a:lstStyle/>
        <a:p>
          <a:r>
            <a:rPr lang="uk-UA" b="0" i="0" baseline="0"/>
            <a:t>класицизму.</a:t>
          </a:r>
          <a:endParaRPr lang="uk-UA"/>
        </a:p>
      </dgm:t>
    </dgm:pt>
    <dgm:pt modelId="{48971467-4BDD-4A9C-9BEF-5373232499FB}" type="parTrans" cxnId="{BF6B4679-9EE2-4BBC-866E-D2025A3BD2C4}">
      <dgm:prSet/>
      <dgm:spPr/>
      <dgm:t>
        <a:bodyPr/>
        <a:lstStyle/>
        <a:p>
          <a:endParaRPr lang="uk-UA"/>
        </a:p>
      </dgm:t>
    </dgm:pt>
    <dgm:pt modelId="{34FCD0B0-B986-4050-934F-84F6A50B4A0D}" type="sibTrans" cxnId="{BF6B4679-9EE2-4BBC-866E-D2025A3BD2C4}">
      <dgm:prSet/>
      <dgm:spPr/>
      <dgm:t>
        <a:bodyPr/>
        <a:lstStyle/>
        <a:p>
          <a:endParaRPr lang="uk-UA"/>
        </a:p>
      </dgm:t>
    </dgm:pt>
    <dgm:pt modelId="{694A2E72-59E6-4F98-A92E-EC09427C3FFC}">
      <dgm:prSet/>
      <dgm:spPr/>
      <dgm:t>
        <a:bodyPr/>
        <a:lstStyle/>
        <a:p>
          <a:r>
            <a:rPr lang="uk-UA" b="0" i="0" baseline="0"/>
            <a:t>модерну.</a:t>
          </a:r>
          <a:endParaRPr lang="uk-UA"/>
        </a:p>
      </dgm:t>
    </dgm:pt>
    <dgm:pt modelId="{28F7B731-A2F2-4BB0-8C62-777DB52B69B8}" type="parTrans" cxnId="{33DA6546-A7E2-450C-ABB6-350D23D66182}">
      <dgm:prSet/>
      <dgm:spPr/>
      <dgm:t>
        <a:bodyPr/>
        <a:lstStyle/>
        <a:p>
          <a:endParaRPr lang="uk-UA"/>
        </a:p>
      </dgm:t>
    </dgm:pt>
    <dgm:pt modelId="{6B63D914-F7DC-4887-8E42-CDE61CF60DC4}" type="sibTrans" cxnId="{33DA6546-A7E2-450C-ABB6-350D23D66182}">
      <dgm:prSet/>
      <dgm:spPr/>
      <dgm:t>
        <a:bodyPr/>
        <a:lstStyle/>
        <a:p>
          <a:endParaRPr lang="uk-UA"/>
        </a:p>
      </dgm:t>
    </dgm:pt>
    <dgm:pt modelId="{4AD637FA-C10F-4DD1-829C-4E07B3C23B04}">
      <dgm:prSet/>
      <dgm:spPr/>
      <dgm:t>
        <a:bodyPr/>
        <a:lstStyle/>
        <a:p>
          <a:r>
            <a:rPr lang="uk-UA" b="0" i="0" baseline="0"/>
            <a:t>готики.</a:t>
          </a:r>
          <a:endParaRPr lang="uk-UA"/>
        </a:p>
      </dgm:t>
    </dgm:pt>
    <dgm:pt modelId="{0AC26A4C-BFB2-40C4-9D37-442CC941FBCC}" type="parTrans" cxnId="{E856ECB5-8098-4C2D-80A2-B3E05559F9C8}">
      <dgm:prSet/>
      <dgm:spPr/>
      <dgm:t>
        <a:bodyPr/>
        <a:lstStyle/>
        <a:p>
          <a:endParaRPr lang="uk-UA"/>
        </a:p>
      </dgm:t>
    </dgm:pt>
    <dgm:pt modelId="{C40D9A5F-8E4A-45D7-91A9-CFC439581768}" type="sibTrans" cxnId="{E856ECB5-8098-4C2D-80A2-B3E05559F9C8}">
      <dgm:prSet/>
      <dgm:spPr/>
      <dgm:t>
        <a:bodyPr/>
        <a:lstStyle/>
        <a:p>
          <a:endParaRPr lang="uk-UA"/>
        </a:p>
      </dgm:t>
    </dgm:pt>
    <dgm:pt modelId="{22B021B7-26D1-4740-A2DB-8FBD46E4DD91}" type="pres">
      <dgm:prSet presAssocID="{E689B77B-3B37-40C3-ADAD-7F50575CF3DC}" presName="Name0" presStyleCnt="0">
        <dgm:presLayoutVars>
          <dgm:chMax val="7"/>
          <dgm:chPref val="7"/>
          <dgm:dir/>
        </dgm:presLayoutVars>
      </dgm:prSet>
      <dgm:spPr/>
    </dgm:pt>
    <dgm:pt modelId="{9DE31673-9664-485E-AD98-29F288434287}" type="pres">
      <dgm:prSet presAssocID="{E689B77B-3B37-40C3-ADAD-7F50575CF3DC}" presName="Name1" presStyleCnt="0"/>
      <dgm:spPr/>
    </dgm:pt>
    <dgm:pt modelId="{902CC390-55DB-4BE2-B67A-22B93048DA7C}" type="pres">
      <dgm:prSet presAssocID="{E689B77B-3B37-40C3-ADAD-7F50575CF3DC}" presName="cycle" presStyleCnt="0"/>
      <dgm:spPr/>
    </dgm:pt>
    <dgm:pt modelId="{31968265-4494-4793-A205-03DF6F7F0B50}" type="pres">
      <dgm:prSet presAssocID="{E689B77B-3B37-40C3-ADAD-7F50575CF3DC}" presName="srcNode" presStyleLbl="node1" presStyleIdx="0" presStyleCnt="4"/>
      <dgm:spPr/>
    </dgm:pt>
    <dgm:pt modelId="{9A4DA297-256E-4455-8A09-FDB59A3D3E39}" type="pres">
      <dgm:prSet presAssocID="{E689B77B-3B37-40C3-ADAD-7F50575CF3DC}" presName="conn" presStyleLbl="parChTrans1D2" presStyleIdx="0" presStyleCnt="1"/>
      <dgm:spPr/>
    </dgm:pt>
    <dgm:pt modelId="{072E7150-F130-4382-B90E-2F3456CAB6DB}" type="pres">
      <dgm:prSet presAssocID="{E689B77B-3B37-40C3-ADAD-7F50575CF3DC}" presName="extraNode" presStyleLbl="node1" presStyleIdx="0" presStyleCnt="4"/>
      <dgm:spPr/>
    </dgm:pt>
    <dgm:pt modelId="{7F1FE8E8-A38C-4F6E-A078-74734086DF80}" type="pres">
      <dgm:prSet presAssocID="{E689B77B-3B37-40C3-ADAD-7F50575CF3DC}" presName="dstNode" presStyleLbl="node1" presStyleIdx="0" presStyleCnt="4"/>
      <dgm:spPr/>
    </dgm:pt>
    <dgm:pt modelId="{1D0CE291-E8BB-4CE5-9241-0F4B46592829}" type="pres">
      <dgm:prSet presAssocID="{04492047-57C8-4254-877E-89DE0D7E7372}" presName="text_1" presStyleLbl="node1" presStyleIdx="0" presStyleCnt="4">
        <dgm:presLayoutVars>
          <dgm:bulletEnabled val="1"/>
        </dgm:presLayoutVars>
      </dgm:prSet>
      <dgm:spPr/>
    </dgm:pt>
    <dgm:pt modelId="{4FB6312A-F342-459B-BA70-BE3555791880}" type="pres">
      <dgm:prSet presAssocID="{04492047-57C8-4254-877E-89DE0D7E7372}" presName="accent_1" presStyleCnt="0"/>
      <dgm:spPr/>
    </dgm:pt>
    <dgm:pt modelId="{A89997AC-E772-41C9-A424-F2119A6B37B5}" type="pres">
      <dgm:prSet presAssocID="{04492047-57C8-4254-877E-89DE0D7E7372}" presName="accentRepeatNode" presStyleLbl="solidFgAcc1" presStyleIdx="0" presStyleCnt="4"/>
      <dgm:spPr/>
    </dgm:pt>
    <dgm:pt modelId="{617AFA54-251C-4744-BEF3-59992D0C56B2}" type="pres">
      <dgm:prSet presAssocID="{B1494CAF-6E2E-46D6-A9BC-BB5FBEA9DA77}" presName="text_2" presStyleLbl="node1" presStyleIdx="1" presStyleCnt="4">
        <dgm:presLayoutVars>
          <dgm:bulletEnabled val="1"/>
        </dgm:presLayoutVars>
      </dgm:prSet>
      <dgm:spPr/>
    </dgm:pt>
    <dgm:pt modelId="{69C4C998-5129-46CA-A99D-BE59E9FE4700}" type="pres">
      <dgm:prSet presAssocID="{B1494CAF-6E2E-46D6-A9BC-BB5FBEA9DA77}" presName="accent_2" presStyleCnt="0"/>
      <dgm:spPr/>
    </dgm:pt>
    <dgm:pt modelId="{2A9A32B5-B2AE-464E-AA54-CB0CF7924E80}" type="pres">
      <dgm:prSet presAssocID="{B1494CAF-6E2E-46D6-A9BC-BB5FBEA9DA77}" presName="accentRepeatNode" presStyleLbl="solidFgAcc1" presStyleIdx="1" presStyleCnt="4"/>
      <dgm:spPr/>
    </dgm:pt>
    <dgm:pt modelId="{59161E4A-801B-4BB1-93A0-CA1625DCC625}" type="pres">
      <dgm:prSet presAssocID="{694A2E72-59E6-4F98-A92E-EC09427C3FFC}" presName="text_3" presStyleLbl="node1" presStyleIdx="2" presStyleCnt="4">
        <dgm:presLayoutVars>
          <dgm:bulletEnabled val="1"/>
        </dgm:presLayoutVars>
      </dgm:prSet>
      <dgm:spPr/>
    </dgm:pt>
    <dgm:pt modelId="{109A036C-78E2-4AE5-A44A-EB3BD8FDF2F5}" type="pres">
      <dgm:prSet presAssocID="{694A2E72-59E6-4F98-A92E-EC09427C3FFC}" presName="accent_3" presStyleCnt="0"/>
      <dgm:spPr/>
    </dgm:pt>
    <dgm:pt modelId="{BC4CD668-2B4E-47C1-9026-C0F7A7392B52}" type="pres">
      <dgm:prSet presAssocID="{694A2E72-59E6-4F98-A92E-EC09427C3FFC}" presName="accentRepeatNode" presStyleLbl="solidFgAcc1" presStyleIdx="2" presStyleCnt="4"/>
      <dgm:spPr/>
    </dgm:pt>
    <dgm:pt modelId="{9F48EA13-475F-4153-BF48-4D2F885C3E5C}" type="pres">
      <dgm:prSet presAssocID="{4AD637FA-C10F-4DD1-829C-4E07B3C23B04}" presName="text_4" presStyleLbl="node1" presStyleIdx="3" presStyleCnt="4">
        <dgm:presLayoutVars>
          <dgm:bulletEnabled val="1"/>
        </dgm:presLayoutVars>
      </dgm:prSet>
      <dgm:spPr/>
    </dgm:pt>
    <dgm:pt modelId="{16A9C76B-B42E-4EBD-9C64-53D87A816B40}" type="pres">
      <dgm:prSet presAssocID="{4AD637FA-C10F-4DD1-829C-4E07B3C23B04}" presName="accent_4" presStyleCnt="0"/>
      <dgm:spPr/>
    </dgm:pt>
    <dgm:pt modelId="{BEC66D36-E7E3-49A7-B935-530E1F1B74B5}" type="pres">
      <dgm:prSet presAssocID="{4AD637FA-C10F-4DD1-829C-4E07B3C23B04}" presName="accentRepeatNode" presStyleLbl="solidFgAcc1" presStyleIdx="3" presStyleCnt="4"/>
      <dgm:spPr/>
    </dgm:pt>
  </dgm:ptLst>
  <dgm:cxnLst>
    <dgm:cxn modelId="{24630306-7870-496D-9E20-3C1D20C35C03}" type="presOf" srcId="{04492047-57C8-4254-877E-89DE0D7E7372}" destId="{1D0CE291-E8BB-4CE5-9241-0F4B46592829}" srcOrd="0" destOrd="0" presId="urn:microsoft.com/office/officeart/2008/layout/VerticalCurvedList"/>
    <dgm:cxn modelId="{E526563D-E138-45AC-A3CB-127F36B41FEF}" type="presOf" srcId="{E689B77B-3B37-40C3-ADAD-7F50575CF3DC}" destId="{22B021B7-26D1-4740-A2DB-8FBD46E4DD91}" srcOrd="0" destOrd="0" presId="urn:microsoft.com/office/officeart/2008/layout/VerticalCurvedList"/>
    <dgm:cxn modelId="{D0C64065-BFF9-443C-93A9-798EDD1CDBF2}" type="presOf" srcId="{B1494CAF-6E2E-46D6-A9BC-BB5FBEA9DA77}" destId="{617AFA54-251C-4744-BEF3-59992D0C56B2}" srcOrd="0" destOrd="0" presId="urn:microsoft.com/office/officeart/2008/layout/VerticalCurvedList"/>
    <dgm:cxn modelId="{33DA6546-A7E2-450C-ABB6-350D23D66182}" srcId="{E689B77B-3B37-40C3-ADAD-7F50575CF3DC}" destId="{694A2E72-59E6-4F98-A92E-EC09427C3FFC}" srcOrd="2" destOrd="0" parTransId="{28F7B731-A2F2-4BB0-8C62-777DB52B69B8}" sibTransId="{6B63D914-F7DC-4887-8E42-CDE61CF60DC4}"/>
    <dgm:cxn modelId="{BF6B4679-9EE2-4BBC-866E-D2025A3BD2C4}" srcId="{E689B77B-3B37-40C3-ADAD-7F50575CF3DC}" destId="{B1494CAF-6E2E-46D6-A9BC-BB5FBEA9DA77}" srcOrd="1" destOrd="0" parTransId="{48971467-4BDD-4A9C-9BEF-5373232499FB}" sibTransId="{34FCD0B0-B986-4050-934F-84F6A50B4A0D}"/>
    <dgm:cxn modelId="{800ED580-7EAC-4665-972D-0D62F328CB35}" type="presOf" srcId="{694A2E72-59E6-4F98-A92E-EC09427C3FFC}" destId="{59161E4A-801B-4BB1-93A0-CA1625DCC625}" srcOrd="0" destOrd="0" presId="urn:microsoft.com/office/officeart/2008/layout/VerticalCurvedList"/>
    <dgm:cxn modelId="{EE8D06B3-E8F2-46E0-8147-FF514F4A37AC}" type="presOf" srcId="{4AD637FA-C10F-4DD1-829C-4E07B3C23B04}" destId="{9F48EA13-475F-4153-BF48-4D2F885C3E5C}" srcOrd="0" destOrd="0" presId="urn:microsoft.com/office/officeart/2008/layout/VerticalCurvedList"/>
    <dgm:cxn modelId="{E856ECB5-8098-4C2D-80A2-B3E05559F9C8}" srcId="{E689B77B-3B37-40C3-ADAD-7F50575CF3DC}" destId="{4AD637FA-C10F-4DD1-829C-4E07B3C23B04}" srcOrd="3" destOrd="0" parTransId="{0AC26A4C-BFB2-40C4-9D37-442CC941FBCC}" sibTransId="{C40D9A5F-8E4A-45D7-91A9-CFC439581768}"/>
    <dgm:cxn modelId="{0C347BC0-E2FC-4356-9700-C91352C221F2}" srcId="{E689B77B-3B37-40C3-ADAD-7F50575CF3DC}" destId="{04492047-57C8-4254-877E-89DE0D7E7372}" srcOrd="0" destOrd="0" parTransId="{7C0C4E18-DC49-45C5-BB28-709DE21A6955}" sibTransId="{DE5B1FEC-943D-4219-807B-2A1AB635C7FD}"/>
    <dgm:cxn modelId="{4DF48FC7-580B-4A20-B766-C9BF08BFF060}" type="presOf" srcId="{DE5B1FEC-943D-4219-807B-2A1AB635C7FD}" destId="{9A4DA297-256E-4455-8A09-FDB59A3D3E39}" srcOrd="0" destOrd="0" presId="urn:microsoft.com/office/officeart/2008/layout/VerticalCurvedList"/>
    <dgm:cxn modelId="{8F657D20-6CEB-4B31-A572-E7333D6EE791}" type="presParOf" srcId="{22B021B7-26D1-4740-A2DB-8FBD46E4DD91}" destId="{9DE31673-9664-485E-AD98-29F288434287}" srcOrd="0" destOrd="0" presId="urn:microsoft.com/office/officeart/2008/layout/VerticalCurvedList"/>
    <dgm:cxn modelId="{A0D5A496-802E-41BD-9ECE-8BA9DD57EB3B}" type="presParOf" srcId="{9DE31673-9664-485E-AD98-29F288434287}" destId="{902CC390-55DB-4BE2-B67A-22B93048DA7C}" srcOrd="0" destOrd="0" presId="urn:microsoft.com/office/officeart/2008/layout/VerticalCurvedList"/>
    <dgm:cxn modelId="{E80F74A7-299E-4206-9633-F59BDA0974C5}" type="presParOf" srcId="{902CC390-55DB-4BE2-B67A-22B93048DA7C}" destId="{31968265-4494-4793-A205-03DF6F7F0B50}" srcOrd="0" destOrd="0" presId="urn:microsoft.com/office/officeart/2008/layout/VerticalCurvedList"/>
    <dgm:cxn modelId="{54519D57-D33C-48AF-9C87-382AFBC2DEF9}" type="presParOf" srcId="{902CC390-55DB-4BE2-B67A-22B93048DA7C}" destId="{9A4DA297-256E-4455-8A09-FDB59A3D3E39}" srcOrd="1" destOrd="0" presId="urn:microsoft.com/office/officeart/2008/layout/VerticalCurvedList"/>
    <dgm:cxn modelId="{F09DD5C1-839E-4BC4-99AF-278C6A9524CD}" type="presParOf" srcId="{902CC390-55DB-4BE2-B67A-22B93048DA7C}" destId="{072E7150-F130-4382-B90E-2F3456CAB6DB}" srcOrd="2" destOrd="0" presId="urn:microsoft.com/office/officeart/2008/layout/VerticalCurvedList"/>
    <dgm:cxn modelId="{F062FFD0-D312-4EA3-96AE-F95A68A0A62A}" type="presParOf" srcId="{902CC390-55DB-4BE2-B67A-22B93048DA7C}" destId="{7F1FE8E8-A38C-4F6E-A078-74734086DF80}" srcOrd="3" destOrd="0" presId="urn:microsoft.com/office/officeart/2008/layout/VerticalCurvedList"/>
    <dgm:cxn modelId="{8AC35DAB-A266-4216-8C5D-788676724D09}" type="presParOf" srcId="{9DE31673-9664-485E-AD98-29F288434287}" destId="{1D0CE291-E8BB-4CE5-9241-0F4B46592829}" srcOrd="1" destOrd="0" presId="urn:microsoft.com/office/officeart/2008/layout/VerticalCurvedList"/>
    <dgm:cxn modelId="{1935CB5C-104B-4E28-BD93-B02BC0F0BC78}" type="presParOf" srcId="{9DE31673-9664-485E-AD98-29F288434287}" destId="{4FB6312A-F342-459B-BA70-BE3555791880}" srcOrd="2" destOrd="0" presId="urn:microsoft.com/office/officeart/2008/layout/VerticalCurvedList"/>
    <dgm:cxn modelId="{8E5449F2-F57C-4456-BC1F-8911F407DDD5}" type="presParOf" srcId="{4FB6312A-F342-459B-BA70-BE3555791880}" destId="{A89997AC-E772-41C9-A424-F2119A6B37B5}" srcOrd="0" destOrd="0" presId="urn:microsoft.com/office/officeart/2008/layout/VerticalCurvedList"/>
    <dgm:cxn modelId="{0CA4EC14-161D-4372-8782-AF75C18EEB23}" type="presParOf" srcId="{9DE31673-9664-485E-AD98-29F288434287}" destId="{617AFA54-251C-4744-BEF3-59992D0C56B2}" srcOrd="3" destOrd="0" presId="urn:microsoft.com/office/officeart/2008/layout/VerticalCurvedList"/>
    <dgm:cxn modelId="{895D1AE1-F29A-4CCA-8A72-8C5D38A37ECC}" type="presParOf" srcId="{9DE31673-9664-485E-AD98-29F288434287}" destId="{69C4C998-5129-46CA-A99D-BE59E9FE4700}" srcOrd="4" destOrd="0" presId="urn:microsoft.com/office/officeart/2008/layout/VerticalCurvedList"/>
    <dgm:cxn modelId="{D5B3EF06-A291-47E0-91CB-0A3297D392DA}" type="presParOf" srcId="{69C4C998-5129-46CA-A99D-BE59E9FE4700}" destId="{2A9A32B5-B2AE-464E-AA54-CB0CF7924E80}" srcOrd="0" destOrd="0" presId="urn:microsoft.com/office/officeart/2008/layout/VerticalCurvedList"/>
    <dgm:cxn modelId="{2487A0EE-EC4D-459A-AA07-B481D9A3EB0D}" type="presParOf" srcId="{9DE31673-9664-485E-AD98-29F288434287}" destId="{59161E4A-801B-4BB1-93A0-CA1625DCC625}" srcOrd="5" destOrd="0" presId="urn:microsoft.com/office/officeart/2008/layout/VerticalCurvedList"/>
    <dgm:cxn modelId="{623FF20D-47BE-4162-A469-F49C9D61115E}" type="presParOf" srcId="{9DE31673-9664-485E-AD98-29F288434287}" destId="{109A036C-78E2-4AE5-A44A-EB3BD8FDF2F5}" srcOrd="6" destOrd="0" presId="urn:microsoft.com/office/officeart/2008/layout/VerticalCurvedList"/>
    <dgm:cxn modelId="{A33E0A55-8BEF-4AA3-AE6A-948515A42EF9}" type="presParOf" srcId="{109A036C-78E2-4AE5-A44A-EB3BD8FDF2F5}" destId="{BC4CD668-2B4E-47C1-9026-C0F7A7392B52}" srcOrd="0" destOrd="0" presId="urn:microsoft.com/office/officeart/2008/layout/VerticalCurvedList"/>
    <dgm:cxn modelId="{4E2C5861-864F-4927-BC3F-51C9240DBF08}" type="presParOf" srcId="{9DE31673-9664-485E-AD98-29F288434287}" destId="{9F48EA13-475F-4153-BF48-4D2F885C3E5C}" srcOrd="7" destOrd="0" presId="urn:microsoft.com/office/officeart/2008/layout/VerticalCurvedList"/>
    <dgm:cxn modelId="{122C8B2A-6B85-42E6-8E6A-4FCC3090509F}" type="presParOf" srcId="{9DE31673-9664-485E-AD98-29F288434287}" destId="{16A9C76B-B42E-4EBD-9C64-53D87A816B40}" srcOrd="8" destOrd="0" presId="urn:microsoft.com/office/officeart/2008/layout/VerticalCurvedList"/>
    <dgm:cxn modelId="{2C3F786F-AB68-4E47-9AC2-987C88F7D927}" type="presParOf" srcId="{16A9C76B-B42E-4EBD-9C64-53D87A816B40}" destId="{BEC66D36-E7E3-49A7-B935-530E1F1B74B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60CC3061-DFD4-44E0-A597-F35490C611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5018AB-1904-465C-AFE6-0C23C924B8E6}">
      <dgm:prSet/>
      <dgm:spPr/>
      <dgm:t>
        <a:bodyPr/>
        <a:lstStyle/>
        <a:p>
          <a:r>
            <a:rPr lang="uk-UA" b="0" i="0" baseline="0"/>
            <a:t>класичному</a:t>
          </a:r>
          <a:endParaRPr lang="uk-UA"/>
        </a:p>
      </dgm:t>
    </dgm:pt>
    <dgm:pt modelId="{6239B218-E62B-49B9-A901-D8419BBCA111}" type="parTrans" cxnId="{D9B98E3E-ECF8-461F-9020-6BB54AE5A957}">
      <dgm:prSet/>
      <dgm:spPr/>
      <dgm:t>
        <a:bodyPr/>
        <a:lstStyle/>
        <a:p>
          <a:endParaRPr lang="uk-UA"/>
        </a:p>
      </dgm:t>
    </dgm:pt>
    <dgm:pt modelId="{3D71A24F-7102-4991-9AD5-FF0EF2C75C98}" type="sibTrans" cxnId="{D9B98E3E-ECF8-461F-9020-6BB54AE5A957}">
      <dgm:prSet/>
      <dgm:spPr/>
      <dgm:t>
        <a:bodyPr/>
        <a:lstStyle/>
        <a:p>
          <a:endParaRPr lang="uk-UA"/>
        </a:p>
      </dgm:t>
    </dgm:pt>
    <dgm:pt modelId="{31F1E3E5-79D1-47C9-9BC2-75EDE5B097D1}">
      <dgm:prSet/>
      <dgm:spPr/>
      <dgm:t>
        <a:bodyPr/>
        <a:lstStyle/>
        <a:p>
          <a:r>
            <a:rPr lang="uk-UA" b="0" i="0" baseline="0"/>
            <a:t>романському</a:t>
          </a:r>
          <a:endParaRPr lang="uk-UA"/>
        </a:p>
      </dgm:t>
    </dgm:pt>
    <dgm:pt modelId="{2E287FA9-E608-4A85-A63A-8E7B17CCB591}" type="parTrans" cxnId="{B9AA86DB-D4F0-44C4-98F4-AF218AAA9CAA}">
      <dgm:prSet/>
      <dgm:spPr/>
      <dgm:t>
        <a:bodyPr/>
        <a:lstStyle/>
        <a:p>
          <a:endParaRPr lang="uk-UA"/>
        </a:p>
      </dgm:t>
    </dgm:pt>
    <dgm:pt modelId="{0723BB6B-FEEF-4ED8-8C87-E822F30816AD}" type="sibTrans" cxnId="{B9AA86DB-D4F0-44C4-98F4-AF218AAA9CAA}">
      <dgm:prSet/>
      <dgm:spPr/>
      <dgm:t>
        <a:bodyPr/>
        <a:lstStyle/>
        <a:p>
          <a:endParaRPr lang="uk-UA"/>
        </a:p>
      </dgm:t>
    </dgm:pt>
    <dgm:pt modelId="{FC6ECC80-56F7-46C1-BE15-B7DA3CA3908A}">
      <dgm:prSet/>
      <dgm:spPr/>
      <dgm:t>
        <a:bodyPr/>
        <a:lstStyle/>
        <a:p>
          <a:r>
            <a:rPr lang="uk-UA" b="0" i="0" baseline="0"/>
            <a:t>готичному</a:t>
          </a:r>
          <a:endParaRPr lang="uk-UA"/>
        </a:p>
      </dgm:t>
    </dgm:pt>
    <dgm:pt modelId="{1A507D63-AEEA-4E52-80DE-FD7714DF76ED}" type="parTrans" cxnId="{EF8E8F43-DBAA-4CE7-A665-4D410A86FAD0}">
      <dgm:prSet/>
      <dgm:spPr/>
      <dgm:t>
        <a:bodyPr/>
        <a:lstStyle/>
        <a:p>
          <a:endParaRPr lang="uk-UA"/>
        </a:p>
      </dgm:t>
    </dgm:pt>
    <dgm:pt modelId="{CDB3E182-9B6C-4E11-A09C-4AF645B541D7}" type="sibTrans" cxnId="{EF8E8F43-DBAA-4CE7-A665-4D410A86FAD0}">
      <dgm:prSet/>
      <dgm:spPr/>
      <dgm:t>
        <a:bodyPr/>
        <a:lstStyle/>
        <a:p>
          <a:endParaRPr lang="uk-UA"/>
        </a:p>
      </dgm:t>
    </dgm:pt>
    <dgm:pt modelId="{DF7517D7-77DC-4B74-9B86-BFD2950149A9}">
      <dgm:prSet/>
      <dgm:spPr/>
      <dgm:t>
        <a:bodyPr/>
        <a:lstStyle/>
        <a:p>
          <a:r>
            <a:rPr lang="uk-UA" b="0" i="0" baseline="0"/>
            <a:t>бароко</a:t>
          </a:r>
          <a:endParaRPr lang="uk-UA"/>
        </a:p>
      </dgm:t>
    </dgm:pt>
    <dgm:pt modelId="{D83C558A-4F35-4537-B1B9-56792D810D2B}" type="parTrans" cxnId="{BA526916-E3D7-41D9-A476-9D1A46C13859}">
      <dgm:prSet/>
      <dgm:spPr/>
      <dgm:t>
        <a:bodyPr/>
        <a:lstStyle/>
        <a:p>
          <a:endParaRPr lang="uk-UA"/>
        </a:p>
      </dgm:t>
    </dgm:pt>
    <dgm:pt modelId="{C15F0858-547C-4D87-B069-317CA62B3A8B}" type="sibTrans" cxnId="{BA526916-E3D7-41D9-A476-9D1A46C13859}">
      <dgm:prSet/>
      <dgm:spPr/>
      <dgm:t>
        <a:bodyPr/>
        <a:lstStyle/>
        <a:p>
          <a:endParaRPr lang="uk-UA"/>
        </a:p>
      </dgm:t>
    </dgm:pt>
    <dgm:pt modelId="{6F410D7D-8A2D-4FB6-B0FC-3A5F4FB52DA1}" type="pres">
      <dgm:prSet presAssocID="{60CC3061-DFD4-44E0-A597-F35490C611D4}" presName="linear" presStyleCnt="0">
        <dgm:presLayoutVars>
          <dgm:animLvl val="lvl"/>
          <dgm:resizeHandles val="exact"/>
        </dgm:presLayoutVars>
      </dgm:prSet>
      <dgm:spPr/>
    </dgm:pt>
    <dgm:pt modelId="{D5F62B3B-6C6B-46B6-BFF8-1464FADA292A}" type="pres">
      <dgm:prSet presAssocID="{AA5018AB-1904-465C-AFE6-0C23C924B8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FCBF80E-A2A8-49D7-AF04-74806BE6F11C}" type="pres">
      <dgm:prSet presAssocID="{3D71A24F-7102-4991-9AD5-FF0EF2C75C98}" presName="spacer" presStyleCnt="0"/>
      <dgm:spPr/>
    </dgm:pt>
    <dgm:pt modelId="{38656086-40C1-4847-A201-02C7BF7BDD26}" type="pres">
      <dgm:prSet presAssocID="{31F1E3E5-79D1-47C9-9BC2-75EDE5B097D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9DC1D6-DD6B-49EF-B8D5-949D5043FB78}" type="pres">
      <dgm:prSet presAssocID="{0723BB6B-FEEF-4ED8-8C87-E822F30816AD}" presName="spacer" presStyleCnt="0"/>
      <dgm:spPr/>
    </dgm:pt>
    <dgm:pt modelId="{F83AC422-A121-45F5-A2B8-61B40745CFA2}" type="pres">
      <dgm:prSet presAssocID="{FC6ECC80-56F7-46C1-BE15-B7DA3CA390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EB0E81-F9DB-443E-901A-7F8A2D30C469}" type="pres">
      <dgm:prSet presAssocID="{CDB3E182-9B6C-4E11-A09C-4AF645B541D7}" presName="spacer" presStyleCnt="0"/>
      <dgm:spPr/>
    </dgm:pt>
    <dgm:pt modelId="{74583A23-EB83-4D33-BBD7-6AF6FD360B5E}" type="pres">
      <dgm:prSet presAssocID="{DF7517D7-77DC-4B74-9B86-BFD2950149A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B3F703-7476-488F-B5A8-BC915BC4756A}" type="presOf" srcId="{AA5018AB-1904-465C-AFE6-0C23C924B8E6}" destId="{D5F62B3B-6C6B-46B6-BFF8-1464FADA292A}" srcOrd="0" destOrd="0" presId="urn:microsoft.com/office/officeart/2005/8/layout/vList2"/>
    <dgm:cxn modelId="{BA526916-E3D7-41D9-A476-9D1A46C13859}" srcId="{60CC3061-DFD4-44E0-A597-F35490C611D4}" destId="{DF7517D7-77DC-4B74-9B86-BFD2950149A9}" srcOrd="3" destOrd="0" parTransId="{D83C558A-4F35-4537-B1B9-56792D810D2B}" sibTransId="{C15F0858-547C-4D87-B069-317CA62B3A8B}"/>
    <dgm:cxn modelId="{DDF3763E-26DB-4A1B-B783-4337D40EFC3D}" type="presOf" srcId="{FC6ECC80-56F7-46C1-BE15-B7DA3CA3908A}" destId="{F83AC422-A121-45F5-A2B8-61B40745CFA2}" srcOrd="0" destOrd="0" presId="urn:microsoft.com/office/officeart/2005/8/layout/vList2"/>
    <dgm:cxn modelId="{D9B98E3E-ECF8-461F-9020-6BB54AE5A957}" srcId="{60CC3061-DFD4-44E0-A597-F35490C611D4}" destId="{AA5018AB-1904-465C-AFE6-0C23C924B8E6}" srcOrd="0" destOrd="0" parTransId="{6239B218-E62B-49B9-A901-D8419BBCA111}" sibTransId="{3D71A24F-7102-4991-9AD5-FF0EF2C75C98}"/>
    <dgm:cxn modelId="{EF8E8F43-DBAA-4CE7-A665-4D410A86FAD0}" srcId="{60CC3061-DFD4-44E0-A597-F35490C611D4}" destId="{FC6ECC80-56F7-46C1-BE15-B7DA3CA3908A}" srcOrd="2" destOrd="0" parTransId="{1A507D63-AEEA-4E52-80DE-FD7714DF76ED}" sibTransId="{CDB3E182-9B6C-4E11-A09C-4AF645B541D7}"/>
    <dgm:cxn modelId="{6383A843-9580-4566-955A-10A9B9A47A7D}" type="presOf" srcId="{DF7517D7-77DC-4B74-9B86-BFD2950149A9}" destId="{74583A23-EB83-4D33-BBD7-6AF6FD360B5E}" srcOrd="0" destOrd="0" presId="urn:microsoft.com/office/officeart/2005/8/layout/vList2"/>
    <dgm:cxn modelId="{1DEFAE4C-051D-4347-9BF6-A01E6CCD45A6}" type="presOf" srcId="{60CC3061-DFD4-44E0-A597-F35490C611D4}" destId="{6F410D7D-8A2D-4FB6-B0FC-3A5F4FB52DA1}" srcOrd="0" destOrd="0" presId="urn:microsoft.com/office/officeart/2005/8/layout/vList2"/>
    <dgm:cxn modelId="{B9AA86DB-D4F0-44C4-98F4-AF218AAA9CAA}" srcId="{60CC3061-DFD4-44E0-A597-F35490C611D4}" destId="{31F1E3E5-79D1-47C9-9BC2-75EDE5B097D1}" srcOrd="1" destOrd="0" parTransId="{2E287FA9-E608-4A85-A63A-8E7B17CCB591}" sibTransId="{0723BB6B-FEEF-4ED8-8C87-E822F30816AD}"/>
    <dgm:cxn modelId="{471186E0-7A97-4C81-90FA-8E9E0F460551}" type="presOf" srcId="{31F1E3E5-79D1-47C9-9BC2-75EDE5B097D1}" destId="{38656086-40C1-4847-A201-02C7BF7BDD26}" srcOrd="0" destOrd="0" presId="urn:microsoft.com/office/officeart/2005/8/layout/vList2"/>
    <dgm:cxn modelId="{9EBBD1D6-7687-41D9-B541-F5D43C2F807E}" type="presParOf" srcId="{6F410D7D-8A2D-4FB6-B0FC-3A5F4FB52DA1}" destId="{D5F62B3B-6C6B-46B6-BFF8-1464FADA292A}" srcOrd="0" destOrd="0" presId="urn:microsoft.com/office/officeart/2005/8/layout/vList2"/>
    <dgm:cxn modelId="{2A7A5C8E-76DB-4F64-83EA-1F221CDB8501}" type="presParOf" srcId="{6F410D7D-8A2D-4FB6-B0FC-3A5F4FB52DA1}" destId="{EFCBF80E-A2A8-49D7-AF04-74806BE6F11C}" srcOrd="1" destOrd="0" presId="urn:microsoft.com/office/officeart/2005/8/layout/vList2"/>
    <dgm:cxn modelId="{7E2F109B-465E-4C8C-A1C3-011A194C1901}" type="presParOf" srcId="{6F410D7D-8A2D-4FB6-B0FC-3A5F4FB52DA1}" destId="{38656086-40C1-4847-A201-02C7BF7BDD26}" srcOrd="2" destOrd="0" presId="urn:microsoft.com/office/officeart/2005/8/layout/vList2"/>
    <dgm:cxn modelId="{188EB207-7B23-4B60-A65B-5C3C0B03EE23}" type="presParOf" srcId="{6F410D7D-8A2D-4FB6-B0FC-3A5F4FB52DA1}" destId="{AB9DC1D6-DD6B-49EF-B8D5-949D5043FB78}" srcOrd="3" destOrd="0" presId="urn:microsoft.com/office/officeart/2005/8/layout/vList2"/>
    <dgm:cxn modelId="{5E532226-0F54-4778-9281-C54ECE95B2F8}" type="presParOf" srcId="{6F410D7D-8A2D-4FB6-B0FC-3A5F4FB52DA1}" destId="{F83AC422-A121-45F5-A2B8-61B40745CFA2}" srcOrd="4" destOrd="0" presId="urn:microsoft.com/office/officeart/2005/8/layout/vList2"/>
    <dgm:cxn modelId="{6B00A652-9C35-428D-AC65-419D673B1568}" type="presParOf" srcId="{6F410D7D-8A2D-4FB6-B0FC-3A5F4FB52DA1}" destId="{75EB0E81-F9DB-443E-901A-7F8A2D30C469}" srcOrd="5" destOrd="0" presId="urn:microsoft.com/office/officeart/2005/8/layout/vList2"/>
    <dgm:cxn modelId="{D70FCEE0-BA86-41DF-A02A-5BF2C130C0F7}" type="presParOf" srcId="{6F410D7D-8A2D-4FB6-B0FC-3A5F4FB52DA1}" destId="{74583A23-EB83-4D33-BBD7-6AF6FD360B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481F5C61-754D-41F6-9899-14457A5206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DC434D-2AED-4BCE-9F39-33C4966F55F1}">
      <dgm:prSet/>
      <dgm:spPr/>
      <dgm:t>
        <a:bodyPr/>
        <a:lstStyle/>
        <a:p>
          <a:r>
            <a:rPr lang="uk-UA" b="0" i="0" baseline="0"/>
            <a:t>Києва.</a:t>
          </a:r>
          <a:endParaRPr lang="uk-UA"/>
        </a:p>
      </dgm:t>
    </dgm:pt>
    <dgm:pt modelId="{7B45CC2E-791B-431E-86FC-CA05E84613FB}" type="parTrans" cxnId="{52AB031F-1A97-470B-BC82-0E30D7ACCCEF}">
      <dgm:prSet/>
      <dgm:spPr/>
      <dgm:t>
        <a:bodyPr/>
        <a:lstStyle/>
        <a:p>
          <a:endParaRPr lang="uk-UA"/>
        </a:p>
      </dgm:t>
    </dgm:pt>
    <dgm:pt modelId="{A7E07FBA-691D-446B-A87A-228F8BC74C8B}" type="sibTrans" cxnId="{52AB031F-1A97-470B-BC82-0E30D7ACCCEF}">
      <dgm:prSet/>
      <dgm:spPr/>
      <dgm:t>
        <a:bodyPr/>
        <a:lstStyle/>
        <a:p>
          <a:endParaRPr lang="uk-UA"/>
        </a:p>
      </dgm:t>
    </dgm:pt>
    <dgm:pt modelId="{2897AB18-959C-4C08-BA61-E2A435163D4F}">
      <dgm:prSet/>
      <dgm:spPr/>
      <dgm:t>
        <a:bodyPr/>
        <a:lstStyle/>
        <a:p>
          <a:r>
            <a:rPr lang="uk-UA" b="0" i="0" baseline="0"/>
            <a:t>Харкова.</a:t>
          </a:r>
          <a:endParaRPr lang="uk-UA"/>
        </a:p>
      </dgm:t>
    </dgm:pt>
    <dgm:pt modelId="{F2D97A22-B957-42E2-844F-D13215BF66E1}" type="parTrans" cxnId="{A89FBFCF-946B-45FA-BF68-2EDB550A396A}">
      <dgm:prSet/>
      <dgm:spPr/>
      <dgm:t>
        <a:bodyPr/>
        <a:lstStyle/>
        <a:p>
          <a:endParaRPr lang="uk-UA"/>
        </a:p>
      </dgm:t>
    </dgm:pt>
    <dgm:pt modelId="{7E3B887A-4AE2-4819-8098-C25192C6775E}" type="sibTrans" cxnId="{A89FBFCF-946B-45FA-BF68-2EDB550A396A}">
      <dgm:prSet/>
      <dgm:spPr/>
      <dgm:t>
        <a:bodyPr/>
        <a:lstStyle/>
        <a:p>
          <a:endParaRPr lang="uk-UA"/>
        </a:p>
      </dgm:t>
    </dgm:pt>
    <dgm:pt modelId="{8B71AE93-5EE3-473D-9ACF-0F315D3D4ABD}">
      <dgm:prSet/>
      <dgm:spPr/>
      <dgm:t>
        <a:bodyPr/>
        <a:lstStyle/>
        <a:p>
          <a:r>
            <a:rPr lang="uk-UA" b="0" i="0" baseline="0"/>
            <a:t>Луцька.</a:t>
          </a:r>
          <a:endParaRPr lang="uk-UA"/>
        </a:p>
      </dgm:t>
    </dgm:pt>
    <dgm:pt modelId="{D5484D99-C821-49B1-AF80-1582B7D1A47F}" type="parTrans" cxnId="{A7106415-D22E-471E-AE52-883A7A71B35A}">
      <dgm:prSet/>
      <dgm:spPr/>
      <dgm:t>
        <a:bodyPr/>
        <a:lstStyle/>
        <a:p>
          <a:endParaRPr lang="uk-UA"/>
        </a:p>
      </dgm:t>
    </dgm:pt>
    <dgm:pt modelId="{9217DB06-0089-4DD9-9431-DE418C25D0A2}" type="sibTrans" cxnId="{A7106415-D22E-471E-AE52-883A7A71B35A}">
      <dgm:prSet/>
      <dgm:spPr/>
      <dgm:t>
        <a:bodyPr/>
        <a:lstStyle/>
        <a:p>
          <a:endParaRPr lang="uk-UA"/>
        </a:p>
      </dgm:t>
    </dgm:pt>
    <dgm:pt modelId="{108CBDEC-CB90-45A0-9DC4-AD00651FECA9}">
      <dgm:prSet/>
      <dgm:spPr/>
      <dgm:t>
        <a:bodyPr/>
        <a:lstStyle/>
        <a:p>
          <a:r>
            <a:rPr lang="uk-UA" b="0" i="0" baseline="0"/>
            <a:t>Львова.</a:t>
          </a:r>
          <a:endParaRPr lang="uk-UA"/>
        </a:p>
      </dgm:t>
    </dgm:pt>
    <dgm:pt modelId="{AC4C4050-9729-4A68-8283-A039880AA1A2}" type="parTrans" cxnId="{FBFFB09C-33B0-464F-85B8-2AA9F199D5AB}">
      <dgm:prSet/>
      <dgm:spPr/>
      <dgm:t>
        <a:bodyPr/>
        <a:lstStyle/>
        <a:p>
          <a:endParaRPr lang="uk-UA"/>
        </a:p>
      </dgm:t>
    </dgm:pt>
    <dgm:pt modelId="{B92B497D-38FC-4B26-9BBB-D7FF8B560135}" type="sibTrans" cxnId="{FBFFB09C-33B0-464F-85B8-2AA9F199D5AB}">
      <dgm:prSet/>
      <dgm:spPr/>
      <dgm:t>
        <a:bodyPr/>
        <a:lstStyle/>
        <a:p>
          <a:endParaRPr lang="uk-UA"/>
        </a:p>
      </dgm:t>
    </dgm:pt>
    <dgm:pt modelId="{0A50EF94-3704-4AF3-8466-238EEA162F4A}" type="pres">
      <dgm:prSet presAssocID="{481F5C61-754D-41F6-9899-14457A52064B}" presName="matrix" presStyleCnt="0">
        <dgm:presLayoutVars>
          <dgm:chMax val="1"/>
          <dgm:dir/>
          <dgm:resizeHandles val="exact"/>
        </dgm:presLayoutVars>
      </dgm:prSet>
      <dgm:spPr/>
    </dgm:pt>
    <dgm:pt modelId="{B17D9513-0E03-4602-8B5E-430C7D94FD5A}" type="pres">
      <dgm:prSet presAssocID="{481F5C61-754D-41F6-9899-14457A52064B}" presName="diamond" presStyleLbl="bgShp" presStyleIdx="0" presStyleCnt="1"/>
      <dgm:spPr/>
    </dgm:pt>
    <dgm:pt modelId="{1C227D79-8AE3-495C-9654-041EBC0BBF87}" type="pres">
      <dgm:prSet presAssocID="{481F5C61-754D-41F6-9899-14457A5206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B7FC88-9D52-4281-A72D-AB2C36BF8301}" type="pres">
      <dgm:prSet presAssocID="{481F5C61-754D-41F6-9899-14457A5206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D0BE9C-71F5-405B-BC74-8DF48D4D41B6}" type="pres">
      <dgm:prSet presAssocID="{481F5C61-754D-41F6-9899-14457A5206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F429CA-E031-44E6-A9C3-E49741B9166D}" type="pres">
      <dgm:prSet presAssocID="{481F5C61-754D-41F6-9899-14457A5206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6887412-8243-47C6-85F5-933D595DF6C9}" type="presOf" srcId="{481F5C61-754D-41F6-9899-14457A52064B}" destId="{0A50EF94-3704-4AF3-8466-238EEA162F4A}" srcOrd="0" destOrd="0" presId="urn:microsoft.com/office/officeart/2005/8/layout/matrix3"/>
    <dgm:cxn modelId="{A7106415-D22E-471E-AE52-883A7A71B35A}" srcId="{481F5C61-754D-41F6-9899-14457A52064B}" destId="{8B71AE93-5EE3-473D-9ACF-0F315D3D4ABD}" srcOrd="2" destOrd="0" parTransId="{D5484D99-C821-49B1-AF80-1582B7D1A47F}" sibTransId="{9217DB06-0089-4DD9-9431-DE418C25D0A2}"/>
    <dgm:cxn modelId="{52AB031F-1A97-470B-BC82-0E30D7ACCCEF}" srcId="{481F5C61-754D-41F6-9899-14457A52064B}" destId="{F2DC434D-2AED-4BCE-9F39-33C4966F55F1}" srcOrd="0" destOrd="0" parTransId="{7B45CC2E-791B-431E-86FC-CA05E84613FB}" sibTransId="{A7E07FBA-691D-446B-A87A-228F8BC74C8B}"/>
    <dgm:cxn modelId="{C8308221-40FA-4CEC-A910-67E07C712E3E}" type="presOf" srcId="{8B71AE93-5EE3-473D-9ACF-0F315D3D4ABD}" destId="{F8D0BE9C-71F5-405B-BC74-8DF48D4D41B6}" srcOrd="0" destOrd="0" presId="urn:microsoft.com/office/officeart/2005/8/layout/matrix3"/>
    <dgm:cxn modelId="{F476046E-5F94-47E3-BBC2-D50619453C3B}" type="presOf" srcId="{108CBDEC-CB90-45A0-9DC4-AD00651FECA9}" destId="{77F429CA-E031-44E6-A9C3-E49741B9166D}" srcOrd="0" destOrd="0" presId="urn:microsoft.com/office/officeart/2005/8/layout/matrix3"/>
    <dgm:cxn modelId="{FBFFB09C-33B0-464F-85B8-2AA9F199D5AB}" srcId="{481F5C61-754D-41F6-9899-14457A52064B}" destId="{108CBDEC-CB90-45A0-9DC4-AD00651FECA9}" srcOrd="3" destOrd="0" parTransId="{AC4C4050-9729-4A68-8283-A039880AA1A2}" sibTransId="{B92B497D-38FC-4B26-9BBB-D7FF8B560135}"/>
    <dgm:cxn modelId="{86A5A1B1-E7C3-439F-BE4F-56EC85566742}" type="presOf" srcId="{F2DC434D-2AED-4BCE-9F39-33C4966F55F1}" destId="{1C227D79-8AE3-495C-9654-041EBC0BBF87}" srcOrd="0" destOrd="0" presId="urn:microsoft.com/office/officeart/2005/8/layout/matrix3"/>
    <dgm:cxn modelId="{A89FBFCF-946B-45FA-BF68-2EDB550A396A}" srcId="{481F5C61-754D-41F6-9899-14457A52064B}" destId="{2897AB18-959C-4C08-BA61-E2A435163D4F}" srcOrd="1" destOrd="0" parTransId="{F2D97A22-B957-42E2-844F-D13215BF66E1}" sibTransId="{7E3B887A-4AE2-4819-8098-C25192C6775E}"/>
    <dgm:cxn modelId="{676BBEFA-B500-44F0-B8A8-3737E2274842}" type="presOf" srcId="{2897AB18-959C-4C08-BA61-E2A435163D4F}" destId="{29B7FC88-9D52-4281-A72D-AB2C36BF8301}" srcOrd="0" destOrd="0" presId="urn:microsoft.com/office/officeart/2005/8/layout/matrix3"/>
    <dgm:cxn modelId="{68124220-725E-4B3A-8386-CC8D9493085F}" type="presParOf" srcId="{0A50EF94-3704-4AF3-8466-238EEA162F4A}" destId="{B17D9513-0E03-4602-8B5E-430C7D94FD5A}" srcOrd="0" destOrd="0" presId="urn:microsoft.com/office/officeart/2005/8/layout/matrix3"/>
    <dgm:cxn modelId="{B87FE44B-A096-4644-B320-0F95269477B3}" type="presParOf" srcId="{0A50EF94-3704-4AF3-8466-238EEA162F4A}" destId="{1C227D79-8AE3-495C-9654-041EBC0BBF87}" srcOrd="1" destOrd="0" presId="urn:microsoft.com/office/officeart/2005/8/layout/matrix3"/>
    <dgm:cxn modelId="{525699E9-0762-4880-9B24-932177C45366}" type="presParOf" srcId="{0A50EF94-3704-4AF3-8466-238EEA162F4A}" destId="{29B7FC88-9D52-4281-A72D-AB2C36BF8301}" srcOrd="2" destOrd="0" presId="urn:microsoft.com/office/officeart/2005/8/layout/matrix3"/>
    <dgm:cxn modelId="{5C64E294-FD71-4B7B-BBB4-2BCD632FFF8A}" type="presParOf" srcId="{0A50EF94-3704-4AF3-8466-238EEA162F4A}" destId="{F8D0BE9C-71F5-405B-BC74-8DF48D4D41B6}" srcOrd="3" destOrd="0" presId="urn:microsoft.com/office/officeart/2005/8/layout/matrix3"/>
    <dgm:cxn modelId="{7E023A2E-9D4F-4C97-BF1A-3A3E9740C4AD}" type="presParOf" srcId="{0A50EF94-3704-4AF3-8466-238EEA162F4A}" destId="{77F429CA-E031-44E6-A9C3-E49741B9166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9F4C9C90-8EB0-4573-9F05-595D8D17FC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B6145D5-EFE1-4193-86DC-54B4C322A93A}">
      <dgm:prSet/>
      <dgm:spPr/>
      <dgm:t>
        <a:bodyPr/>
        <a:lstStyle/>
        <a:p>
          <a:r>
            <a:rPr lang="uk-UA" b="0" i="0" baseline="0"/>
            <a:t>Львова.</a:t>
          </a:r>
          <a:endParaRPr lang="uk-UA"/>
        </a:p>
      </dgm:t>
    </dgm:pt>
    <dgm:pt modelId="{EBFE1B37-23DD-4EF3-AD72-7AFDDC713AF7}" type="parTrans" cxnId="{6394C6F5-BB89-4230-AB85-05235E757551}">
      <dgm:prSet/>
      <dgm:spPr/>
      <dgm:t>
        <a:bodyPr/>
        <a:lstStyle/>
        <a:p>
          <a:endParaRPr lang="uk-UA"/>
        </a:p>
      </dgm:t>
    </dgm:pt>
    <dgm:pt modelId="{35FDE1AB-BF72-48E8-93A1-60E407E8D684}" type="sibTrans" cxnId="{6394C6F5-BB89-4230-AB85-05235E757551}">
      <dgm:prSet/>
      <dgm:spPr/>
      <dgm:t>
        <a:bodyPr/>
        <a:lstStyle/>
        <a:p>
          <a:endParaRPr lang="uk-UA"/>
        </a:p>
      </dgm:t>
    </dgm:pt>
    <dgm:pt modelId="{AFB9300B-9AA5-42C1-B171-0717BA8A0792}">
      <dgm:prSet/>
      <dgm:spPr/>
      <dgm:t>
        <a:bodyPr/>
        <a:lstStyle/>
        <a:p>
          <a:r>
            <a:rPr lang="uk-UA" b="0" i="0" baseline="0"/>
            <a:t>Чернігова.</a:t>
          </a:r>
          <a:endParaRPr lang="uk-UA"/>
        </a:p>
      </dgm:t>
    </dgm:pt>
    <dgm:pt modelId="{5A257CFA-ECE4-48CC-850D-75EF108FCA0C}" type="parTrans" cxnId="{911EDC1B-8F61-4082-931A-64C3ACCB2F16}">
      <dgm:prSet/>
      <dgm:spPr/>
      <dgm:t>
        <a:bodyPr/>
        <a:lstStyle/>
        <a:p>
          <a:endParaRPr lang="uk-UA"/>
        </a:p>
      </dgm:t>
    </dgm:pt>
    <dgm:pt modelId="{21BECD59-D927-4400-8C40-0540D5E76EFD}" type="sibTrans" cxnId="{911EDC1B-8F61-4082-931A-64C3ACCB2F16}">
      <dgm:prSet/>
      <dgm:spPr/>
      <dgm:t>
        <a:bodyPr/>
        <a:lstStyle/>
        <a:p>
          <a:endParaRPr lang="uk-UA"/>
        </a:p>
      </dgm:t>
    </dgm:pt>
    <dgm:pt modelId="{50A1D7D1-1A82-4C03-B863-7FF5DBB31340}">
      <dgm:prSet/>
      <dgm:spPr/>
      <dgm:t>
        <a:bodyPr/>
        <a:lstStyle/>
        <a:p>
          <a:r>
            <a:rPr lang="uk-UA" b="0" i="0" baseline="0"/>
            <a:t>Дрогобича.</a:t>
          </a:r>
          <a:endParaRPr lang="uk-UA"/>
        </a:p>
      </dgm:t>
    </dgm:pt>
    <dgm:pt modelId="{7F4AD910-3975-432D-816C-58ECC4C44DFC}" type="parTrans" cxnId="{CF1E8303-14A1-4ED9-A9C7-FA4B6803A8C6}">
      <dgm:prSet/>
      <dgm:spPr/>
      <dgm:t>
        <a:bodyPr/>
        <a:lstStyle/>
        <a:p>
          <a:endParaRPr lang="uk-UA"/>
        </a:p>
      </dgm:t>
    </dgm:pt>
    <dgm:pt modelId="{DF7D2EC0-F285-4E8C-AC1B-737086FC00B5}" type="sibTrans" cxnId="{CF1E8303-14A1-4ED9-A9C7-FA4B6803A8C6}">
      <dgm:prSet/>
      <dgm:spPr/>
      <dgm:t>
        <a:bodyPr/>
        <a:lstStyle/>
        <a:p>
          <a:endParaRPr lang="uk-UA"/>
        </a:p>
      </dgm:t>
    </dgm:pt>
    <dgm:pt modelId="{06818B1C-0C49-4170-B7B9-B78F5828B439}">
      <dgm:prSet/>
      <dgm:spPr/>
      <dgm:t>
        <a:bodyPr/>
        <a:lstStyle/>
        <a:p>
          <a:r>
            <a:rPr lang="uk-UA" b="0" i="0" baseline="0"/>
            <a:t>Володимира.</a:t>
          </a:r>
          <a:endParaRPr lang="uk-UA"/>
        </a:p>
      </dgm:t>
    </dgm:pt>
    <dgm:pt modelId="{3EFF527F-2675-44D0-A20C-FE1263E39709}" type="parTrans" cxnId="{6CD75694-450C-4CCC-A440-FB526ED3CAE1}">
      <dgm:prSet/>
      <dgm:spPr/>
      <dgm:t>
        <a:bodyPr/>
        <a:lstStyle/>
        <a:p>
          <a:endParaRPr lang="uk-UA"/>
        </a:p>
      </dgm:t>
    </dgm:pt>
    <dgm:pt modelId="{02A2D59D-B460-49C8-9C48-17D81EA3937E}" type="sibTrans" cxnId="{6CD75694-450C-4CCC-A440-FB526ED3CAE1}">
      <dgm:prSet/>
      <dgm:spPr/>
      <dgm:t>
        <a:bodyPr/>
        <a:lstStyle/>
        <a:p>
          <a:endParaRPr lang="uk-UA"/>
        </a:p>
      </dgm:t>
    </dgm:pt>
    <dgm:pt modelId="{866E08AB-7C0E-4344-93F3-8A9C33802F02}" type="pres">
      <dgm:prSet presAssocID="{9F4C9C90-8EB0-4573-9F05-595D8D17FC4D}" presName="linear" presStyleCnt="0">
        <dgm:presLayoutVars>
          <dgm:animLvl val="lvl"/>
          <dgm:resizeHandles val="exact"/>
        </dgm:presLayoutVars>
      </dgm:prSet>
      <dgm:spPr/>
    </dgm:pt>
    <dgm:pt modelId="{AB787209-0799-4520-88C4-F1DB816768A4}" type="pres">
      <dgm:prSet presAssocID="{6B6145D5-EFE1-4193-86DC-54B4C322A9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0FCEA1-D26A-4C39-9836-3F776D64EE32}" type="pres">
      <dgm:prSet presAssocID="{35FDE1AB-BF72-48E8-93A1-60E407E8D684}" presName="spacer" presStyleCnt="0"/>
      <dgm:spPr/>
    </dgm:pt>
    <dgm:pt modelId="{5D6FDB5A-9F69-43DA-A52A-FD9C236ACEAC}" type="pres">
      <dgm:prSet presAssocID="{AFB9300B-9AA5-42C1-B171-0717BA8A07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20D9FB-7702-4FAC-AA83-89EBE489E82F}" type="pres">
      <dgm:prSet presAssocID="{21BECD59-D927-4400-8C40-0540D5E76EFD}" presName="spacer" presStyleCnt="0"/>
      <dgm:spPr/>
    </dgm:pt>
    <dgm:pt modelId="{EB73F330-8D65-4FB4-A484-9B1CA9B09A74}" type="pres">
      <dgm:prSet presAssocID="{50A1D7D1-1A82-4C03-B863-7FF5DBB313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20B2BED-0B36-42ED-AE5F-6E2E95A9AE25}" type="pres">
      <dgm:prSet presAssocID="{DF7D2EC0-F285-4E8C-AC1B-737086FC00B5}" presName="spacer" presStyleCnt="0"/>
      <dgm:spPr/>
    </dgm:pt>
    <dgm:pt modelId="{9C78725A-4D5E-48E4-945B-8186FEDEACA7}" type="pres">
      <dgm:prSet presAssocID="{06818B1C-0C49-4170-B7B9-B78F5828B4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F1E8303-14A1-4ED9-A9C7-FA4B6803A8C6}" srcId="{9F4C9C90-8EB0-4573-9F05-595D8D17FC4D}" destId="{50A1D7D1-1A82-4C03-B863-7FF5DBB31340}" srcOrd="2" destOrd="0" parTransId="{7F4AD910-3975-432D-816C-58ECC4C44DFC}" sibTransId="{DF7D2EC0-F285-4E8C-AC1B-737086FC00B5}"/>
    <dgm:cxn modelId="{911EDC1B-8F61-4082-931A-64C3ACCB2F16}" srcId="{9F4C9C90-8EB0-4573-9F05-595D8D17FC4D}" destId="{AFB9300B-9AA5-42C1-B171-0717BA8A0792}" srcOrd="1" destOrd="0" parTransId="{5A257CFA-ECE4-48CC-850D-75EF108FCA0C}" sibTransId="{21BECD59-D927-4400-8C40-0540D5E76EFD}"/>
    <dgm:cxn modelId="{F4D2FF65-9EB7-4D41-8512-4EB9B04F9ECA}" type="presOf" srcId="{9F4C9C90-8EB0-4573-9F05-595D8D17FC4D}" destId="{866E08AB-7C0E-4344-93F3-8A9C33802F02}" srcOrd="0" destOrd="0" presId="urn:microsoft.com/office/officeart/2005/8/layout/vList2"/>
    <dgm:cxn modelId="{6CD75694-450C-4CCC-A440-FB526ED3CAE1}" srcId="{9F4C9C90-8EB0-4573-9F05-595D8D17FC4D}" destId="{06818B1C-0C49-4170-B7B9-B78F5828B439}" srcOrd="3" destOrd="0" parTransId="{3EFF527F-2675-44D0-A20C-FE1263E39709}" sibTransId="{02A2D59D-B460-49C8-9C48-17D81EA3937E}"/>
    <dgm:cxn modelId="{93A3C196-A525-46A3-858D-8A7038B3F0DC}" type="presOf" srcId="{AFB9300B-9AA5-42C1-B171-0717BA8A0792}" destId="{5D6FDB5A-9F69-43DA-A52A-FD9C236ACEAC}" srcOrd="0" destOrd="0" presId="urn:microsoft.com/office/officeart/2005/8/layout/vList2"/>
    <dgm:cxn modelId="{5E855CB8-C4D5-4A4C-BF64-792171DB190F}" type="presOf" srcId="{06818B1C-0C49-4170-B7B9-B78F5828B439}" destId="{9C78725A-4D5E-48E4-945B-8186FEDEACA7}" srcOrd="0" destOrd="0" presId="urn:microsoft.com/office/officeart/2005/8/layout/vList2"/>
    <dgm:cxn modelId="{9FFC08D3-C948-4872-A8F6-CE0C92129F8F}" type="presOf" srcId="{6B6145D5-EFE1-4193-86DC-54B4C322A93A}" destId="{AB787209-0799-4520-88C4-F1DB816768A4}" srcOrd="0" destOrd="0" presId="urn:microsoft.com/office/officeart/2005/8/layout/vList2"/>
    <dgm:cxn modelId="{386F0DDB-8723-4AD8-9214-14677313F619}" type="presOf" srcId="{50A1D7D1-1A82-4C03-B863-7FF5DBB31340}" destId="{EB73F330-8D65-4FB4-A484-9B1CA9B09A74}" srcOrd="0" destOrd="0" presId="urn:microsoft.com/office/officeart/2005/8/layout/vList2"/>
    <dgm:cxn modelId="{6394C6F5-BB89-4230-AB85-05235E757551}" srcId="{9F4C9C90-8EB0-4573-9F05-595D8D17FC4D}" destId="{6B6145D5-EFE1-4193-86DC-54B4C322A93A}" srcOrd="0" destOrd="0" parTransId="{EBFE1B37-23DD-4EF3-AD72-7AFDDC713AF7}" sibTransId="{35FDE1AB-BF72-48E8-93A1-60E407E8D684}"/>
    <dgm:cxn modelId="{FBA68B7B-24BF-4735-960A-0A161DF20E93}" type="presParOf" srcId="{866E08AB-7C0E-4344-93F3-8A9C33802F02}" destId="{AB787209-0799-4520-88C4-F1DB816768A4}" srcOrd="0" destOrd="0" presId="urn:microsoft.com/office/officeart/2005/8/layout/vList2"/>
    <dgm:cxn modelId="{906FBD7E-7911-4FF0-8C67-E3F8A47A9F35}" type="presParOf" srcId="{866E08AB-7C0E-4344-93F3-8A9C33802F02}" destId="{560FCEA1-D26A-4C39-9836-3F776D64EE32}" srcOrd="1" destOrd="0" presId="urn:microsoft.com/office/officeart/2005/8/layout/vList2"/>
    <dgm:cxn modelId="{8C816E8F-711B-49C7-9684-01DBEF093850}" type="presParOf" srcId="{866E08AB-7C0E-4344-93F3-8A9C33802F02}" destId="{5D6FDB5A-9F69-43DA-A52A-FD9C236ACEAC}" srcOrd="2" destOrd="0" presId="urn:microsoft.com/office/officeart/2005/8/layout/vList2"/>
    <dgm:cxn modelId="{36CD9F1F-A051-483F-A10E-BD8A3E46F185}" type="presParOf" srcId="{866E08AB-7C0E-4344-93F3-8A9C33802F02}" destId="{1C20D9FB-7702-4FAC-AA83-89EBE489E82F}" srcOrd="3" destOrd="0" presId="urn:microsoft.com/office/officeart/2005/8/layout/vList2"/>
    <dgm:cxn modelId="{76C3515D-9D44-4FFD-B94E-B2122DD137CB}" type="presParOf" srcId="{866E08AB-7C0E-4344-93F3-8A9C33802F02}" destId="{EB73F330-8D65-4FB4-A484-9B1CA9B09A74}" srcOrd="4" destOrd="0" presId="urn:microsoft.com/office/officeart/2005/8/layout/vList2"/>
    <dgm:cxn modelId="{9176BDBC-850C-48FF-8A74-009C9EA58664}" type="presParOf" srcId="{866E08AB-7C0E-4344-93F3-8A9C33802F02}" destId="{720B2BED-0B36-42ED-AE5F-6E2E95A9AE25}" srcOrd="5" destOrd="0" presId="urn:microsoft.com/office/officeart/2005/8/layout/vList2"/>
    <dgm:cxn modelId="{8060F9BF-B493-4C2D-B2DE-0DDB1E4DF1D7}" type="presParOf" srcId="{866E08AB-7C0E-4344-93F3-8A9C33802F02}" destId="{9C78725A-4D5E-48E4-945B-8186FEDEAC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A4F1C555-B45A-4C19-AC6C-4D95CB564A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8091EB-AAA4-4B51-AFFD-4DBEF54116E0}">
      <dgm:prSet/>
      <dgm:spPr/>
      <dgm:t>
        <a:bodyPr/>
        <a:lstStyle/>
        <a:p>
          <a:r>
            <a:rPr lang="uk-UA" b="0" i="0" baseline="0"/>
            <a:t>вірмен.</a:t>
          </a:r>
          <a:endParaRPr lang="uk-UA"/>
        </a:p>
      </dgm:t>
    </dgm:pt>
    <dgm:pt modelId="{C6A06964-31EC-4759-B443-16FA784BEB74}" type="parTrans" cxnId="{8FF873C7-BE31-4D8C-9966-6032A015DA94}">
      <dgm:prSet/>
      <dgm:spPr/>
      <dgm:t>
        <a:bodyPr/>
        <a:lstStyle/>
        <a:p>
          <a:endParaRPr lang="uk-UA"/>
        </a:p>
      </dgm:t>
    </dgm:pt>
    <dgm:pt modelId="{F75814A6-41D6-49D0-B045-6225E0DA1B92}" type="sibTrans" cxnId="{8FF873C7-BE31-4D8C-9966-6032A015DA94}">
      <dgm:prSet/>
      <dgm:spPr/>
      <dgm:t>
        <a:bodyPr/>
        <a:lstStyle/>
        <a:p>
          <a:endParaRPr lang="uk-UA"/>
        </a:p>
      </dgm:t>
    </dgm:pt>
    <dgm:pt modelId="{ACDFE782-0AB9-458E-A51B-9A7ECE32FA0B}">
      <dgm:prSet/>
      <dgm:spPr/>
      <dgm:t>
        <a:bodyPr/>
        <a:lstStyle/>
        <a:p>
          <a:r>
            <a:rPr lang="uk-UA" b="0" i="0" baseline="0"/>
            <a:t>німців.</a:t>
          </a:r>
          <a:endParaRPr lang="uk-UA"/>
        </a:p>
      </dgm:t>
    </dgm:pt>
    <dgm:pt modelId="{1B1094F0-962D-44CF-92C8-F9B8ECEB9C84}" type="parTrans" cxnId="{5499D8B7-C19B-43AB-B0DD-5068C1B755CD}">
      <dgm:prSet/>
      <dgm:spPr/>
      <dgm:t>
        <a:bodyPr/>
        <a:lstStyle/>
        <a:p>
          <a:endParaRPr lang="uk-UA"/>
        </a:p>
      </dgm:t>
    </dgm:pt>
    <dgm:pt modelId="{AF4DFAA9-8104-452E-A1A4-CCF7FC0BE3EE}" type="sibTrans" cxnId="{5499D8B7-C19B-43AB-B0DD-5068C1B755CD}">
      <dgm:prSet/>
      <dgm:spPr/>
      <dgm:t>
        <a:bodyPr/>
        <a:lstStyle/>
        <a:p>
          <a:endParaRPr lang="uk-UA"/>
        </a:p>
      </dgm:t>
    </dgm:pt>
    <dgm:pt modelId="{F22E985D-40A5-4D37-873A-B9A7AF421391}">
      <dgm:prSet/>
      <dgm:spPr/>
      <dgm:t>
        <a:bodyPr/>
        <a:lstStyle/>
        <a:p>
          <a:r>
            <a:rPr lang="uk-UA" b="0" i="0" baseline="0"/>
            <a:t>євреїв.</a:t>
          </a:r>
          <a:endParaRPr lang="uk-UA"/>
        </a:p>
      </dgm:t>
    </dgm:pt>
    <dgm:pt modelId="{9E75EC72-9081-4164-AF2F-20C0D3BD8F29}" type="parTrans" cxnId="{16C1A9B2-755C-4F8C-BD54-7BCA9B03421A}">
      <dgm:prSet/>
      <dgm:spPr/>
      <dgm:t>
        <a:bodyPr/>
        <a:lstStyle/>
        <a:p>
          <a:endParaRPr lang="uk-UA"/>
        </a:p>
      </dgm:t>
    </dgm:pt>
    <dgm:pt modelId="{27A61C69-16D2-4272-B11F-9812982350F2}" type="sibTrans" cxnId="{16C1A9B2-755C-4F8C-BD54-7BCA9B03421A}">
      <dgm:prSet/>
      <dgm:spPr/>
      <dgm:t>
        <a:bodyPr/>
        <a:lstStyle/>
        <a:p>
          <a:endParaRPr lang="uk-UA"/>
        </a:p>
      </dgm:t>
    </dgm:pt>
    <dgm:pt modelId="{B731B604-98E2-4E6E-9410-AAA99BED24D3}">
      <dgm:prSet/>
      <dgm:spPr/>
      <dgm:t>
        <a:bodyPr/>
        <a:lstStyle/>
        <a:p>
          <a:r>
            <a:rPr lang="uk-UA" b="0" i="0" baseline="0"/>
            <a:t>поляків.</a:t>
          </a:r>
          <a:endParaRPr lang="uk-UA"/>
        </a:p>
      </dgm:t>
    </dgm:pt>
    <dgm:pt modelId="{70A75104-02E3-48AD-8A3A-08F241EA2611}" type="parTrans" cxnId="{322C8F99-797E-4587-9645-71C348BB8C2E}">
      <dgm:prSet/>
      <dgm:spPr/>
      <dgm:t>
        <a:bodyPr/>
        <a:lstStyle/>
        <a:p>
          <a:endParaRPr lang="uk-UA"/>
        </a:p>
      </dgm:t>
    </dgm:pt>
    <dgm:pt modelId="{AFA033BB-6560-4F58-A854-8EE6C178FB44}" type="sibTrans" cxnId="{322C8F99-797E-4587-9645-71C348BB8C2E}">
      <dgm:prSet/>
      <dgm:spPr/>
      <dgm:t>
        <a:bodyPr/>
        <a:lstStyle/>
        <a:p>
          <a:endParaRPr lang="uk-UA"/>
        </a:p>
      </dgm:t>
    </dgm:pt>
    <dgm:pt modelId="{1F4E536B-BE06-4EA0-8F26-D0E610229318}" type="pres">
      <dgm:prSet presAssocID="{A4F1C555-B45A-4C19-AC6C-4D95CB564A30}" presName="linear" presStyleCnt="0">
        <dgm:presLayoutVars>
          <dgm:animLvl val="lvl"/>
          <dgm:resizeHandles val="exact"/>
        </dgm:presLayoutVars>
      </dgm:prSet>
      <dgm:spPr/>
    </dgm:pt>
    <dgm:pt modelId="{768778D3-C979-404C-B609-504E968E6AFC}" type="pres">
      <dgm:prSet presAssocID="{198091EB-AAA4-4B51-AFFD-4DBEF54116E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A5F82B-F637-4815-91C8-C78CB843530B}" type="pres">
      <dgm:prSet presAssocID="{F75814A6-41D6-49D0-B045-6225E0DA1B92}" presName="spacer" presStyleCnt="0"/>
      <dgm:spPr/>
    </dgm:pt>
    <dgm:pt modelId="{1B388800-7B9F-4BFE-AD29-CF7685C61C1A}" type="pres">
      <dgm:prSet presAssocID="{ACDFE782-0AB9-458E-A51B-9A7ECE32FA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CA101D-1C54-4639-B26D-34791A17B388}" type="pres">
      <dgm:prSet presAssocID="{AF4DFAA9-8104-452E-A1A4-CCF7FC0BE3EE}" presName="spacer" presStyleCnt="0"/>
      <dgm:spPr/>
    </dgm:pt>
    <dgm:pt modelId="{9FAD973C-2262-49D1-A0B8-D4B782E7A8CF}" type="pres">
      <dgm:prSet presAssocID="{F22E985D-40A5-4D37-873A-B9A7AF4213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23CFC1-6612-46F7-A326-293B9F388443}" type="pres">
      <dgm:prSet presAssocID="{27A61C69-16D2-4272-B11F-9812982350F2}" presName="spacer" presStyleCnt="0"/>
      <dgm:spPr/>
    </dgm:pt>
    <dgm:pt modelId="{D9FB1967-9AA2-4639-8D2C-CB5137096752}" type="pres">
      <dgm:prSet presAssocID="{B731B604-98E2-4E6E-9410-AAA99BED24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BABE21C-4797-4BE3-B318-A8A183BDD6D2}" type="presOf" srcId="{198091EB-AAA4-4B51-AFFD-4DBEF54116E0}" destId="{768778D3-C979-404C-B609-504E968E6AFC}" srcOrd="0" destOrd="0" presId="urn:microsoft.com/office/officeart/2005/8/layout/vList2"/>
    <dgm:cxn modelId="{2DD84830-FC95-4E08-8BE0-BBF04C689FB1}" type="presOf" srcId="{A4F1C555-B45A-4C19-AC6C-4D95CB564A30}" destId="{1F4E536B-BE06-4EA0-8F26-D0E610229318}" srcOrd="0" destOrd="0" presId="urn:microsoft.com/office/officeart/2005/8/layout/vList2"/>
    <dgm:cxn modelId="{8B68014A-8AB2-4A0C-9046-4E9F1D4940C3}" type="presOf" srcId="{ACDFE782-0AB9-458E-A51B-9A7ECE32FA0B}" destId="{1B388800-7B9F-4BFE-AD29-CF7685C61C1A}" srcOrd="0" destOrd="0" presId="urn:microsoft.com/office/officeart/2005/8/layout/vList2"/>
    <dgm:cxn modelId="{E43A2689-5FF2-4D18-BA3D-8F12817E7E26}" type="presOf" srcId="{B731B604-98E2-4E6E-9410-AAA99BED24D3}" destId="{D9FB1967-9AA2-4639-8D2C-CB5137096752}" srcOrd="0" destOrd="0" presId="urn:microsoft.com/office/officeart/2005/8/layout/vList2"/>
    <dgm:cxn modelId="{322C8F99-797E-4587-9645-71C348BB8C2E}" srcId="{A4F1C555-B45A-4C19-AC6C-4D95CB564A30}" destId="{B731B604-98E2-4E6E-9410-AAA99BED24D3}" srcOrd="3" destOrd="0" parTransId="{70A75104-02E3-48AD-8A3A-08F241EA2611}" sibTransId="{AFA033BB-6560-4F58-A854-8EE6C178FB44}"/>
    <dgm:cxn modelId="{0A1D1F9B-4F79-4C82-B811-296FDD24DAFE}" type="presOf" srcId="{F22E985D-40A5-4D37-873A-B9A7AF421391}" destId="{9FAD973C-2262-49D1-A0B8-D4B782E7A8CF}" srcOrd="0" destOrd="0" presId="urn:microsoft.com/office/officeart/2005/8/layout/vList2"/>
    <dgm:cxn modelId="{16C1A9B2-755C-4F8C-BD54-7BCA9B03421A}" srcId="{A4F1C555-B45A-4C19-AC6C-4D95CB564A30}" destId="{F22E985D-40A5-4D37-873A-B9A7AF421391}" srcOrd="2" destOrd="0" parTransId="{9E75EC72-9081-4164-AF2F-20C0D3BD8F29}" sibTransId="{27A61C69-16D2-4272-B11F-9812982350F2}"/>
    <dgm:cxn modelId="{5499D8B7-C19B-43AB-B0DD-5068C1B755CD}" srcId="{A4F1C555-B45A-4C19-AC6C-4D95CB564A30}" destId="{ACDFE782-0AB9-458E-A51B-9A7ECE32FA0B}" srcOrd="1" destOrd="0" parTransId="{1B1094F0-962D-44CF-92C8-F9B8ECEB9C84}" sibTransId="{AF4DFAA9-8104-452E-A1A4-CCF7FC0BE3EE}"/>
    <dgm:cxn modelId="{8FF873C7-BE31-4D8C-9966-6032A015DA94}" srcId="{A4F1C555-B45A-4C19-AC6C-4D95CB564A30}" destId="{198091EB-AAA4-4B51-AFFD-4DBEF54116E0}" srcOrd="0" destOrd="0" parTransId="{C6A06964-31EC-4759-B443-16FA784BEB74}" sibTransId="{F75814A6-41D6-49D0-B045-6225E0DA1B92}"/>
    <dgm:cxn modelId="{464CF496-F400-4929-AA64-A6576A9149AA}" type="presParOf" srcId="{1F4E536B-BE06-4EA0-8F26-D0E610229318}" destId="{768778D3-C979-404C-B609-504E968E6AFC}" srcOrd="0" destOrd="0" presId="urn:microsoft.com/office/officeart/2005/8/layout/vList2"/>
    <dgm:cxn modelId="{F83694CF-9B4A-4FD7-86CC-0B0785D9FD06}" type="presParOf" srcId="{1F4E536B-BE06-4EA0-8F26-D0E610229318}" destId="{2AA5F82B-F637-4815-91C8-C78CB843530B}" srcOrd="1" destOrd="0" presId="urn:microsoft.com/office/officeart/2005/8/layout/vList2"/>
    <dgm:cxn modelId="{7B65766E-D141-4C2E-A7ED-E8504A09DA85}" type="presParOf" srcId="{1F4E536B-BE06-4EA0-8F26-D0E610229318}" destId="{1B388800-7B9F-4BFE-AD29-CF7685C61C1A}" srcOrd="2" destOrd="0" presId="urn:microsoft.com/office/officeart/2005/8/layout/vList2"/>
    <dgm:cxn modelId="{8E94B99D-2AC9-4127-8925-3320030CA3A2}" type="presParOf" srcId="{1F4E536B-BE06-4EA0-8F26-D0E610229318}" destId="{A3CA101D-1C54-4639-B26D-34791A17B388}" srcOrd="3" destOrd="0" presId="urn:microsoft.com/office/officeart/2005/8/layout/vList2"/>
    <dgm:cxn modelId="{78E7D1FF-25A8-4A26-9FB2-2E5E05B1DDA4}" type="presParOf" srcId="{1F4E536B-BE06-4EA0-8F26-D0E610229318}" destId="{9FAD973C-2262-49D1-A0B8-D4B782E7A8CF}" srcOrd="4" destOrd="0" presId="urn:microsoft.com/office/officeart/2005/8/layout/vList2"/>
    <dgm:cxn modelId="{E9CF2302-10E0-469A-B315-183721F7B924}" type="presParOf" srcId="{1F4E536B-BE06-4EA0-8F26-D0E610229318}" destId="{8F23CFC1-6612-46F7-A326-293B9F388443}" srcOrd="5" destOrd="0" presId="urn:microsoft.com/office/officeart/2005/8/layout/vList2"/>
    <dgm:cxn modelId="{FA9BCE00-B311-401A-A29E-B52F59083886}" type="presParOf" srcId="{1F4E536B-BE06-4EA0-8F26-D0E610229318}" destId="{D9FB1967-9AA2-4639-8D2C-CB51370967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695032FD-8212-4374-904E-2A8EDBFA31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3CE8BD-8693-4B20-A0DD-4D8E3678E145}">
      <dgm:prSet/>
      <dgm:spPr/>
      <dgm:t>
        <a:bodyPr/>
        <a:lstStyle/>
        <a:p>
          <a:r>
            <a:rPr lang="uk-UA" b="0" i="0" baseline="0"/>
            <a:t>мати додатковий важіль впливу на Річ Посполиту.</a:t>
          </a:r>
          <a:endParaRPr lang="uk-UA"/>
        </a:p>
      </dgm:t>
    </dgm:pt>
    <dgm:pt modelId="{C597D24A-1C0C-42EA-8A00-3EB3EE9FAB75}" type="parTrans" cxnId="{7C5F065F-E63E-4E07-897C-FE642B4DE01B}">
      <dgm:prSet/>
      <dgm:spPr/>
      <dgm:t>
        <a:bodyPr/>
        <a:lstStyle/>
        <a:p>
          <a:endParaRPr lang="uk-UA"/>
        </a:p>
      </dgm:t>
    </dgm:pt>
    <dgm:pt modelId="{D1D3F7FA-C9B7-4BE6-B520-A88873BE1658}" type="sibTrans" cxnId="{7C5F065F-E63E-4E07-897C-FE642B4DE01B}">
      <dgm:prSet/>
      <dgm:spPr/>
      <dgm:t>
        <a:bodyPr/>
        <a:lstStyle/>
        <a:p>
          <a:endParaRPr lang="uk-UA"/>
        </a:p>
      </dgm:t>
    </dgm:pt>
    <dgm:pt modelId="{18891BE9-0F4B-4137-9A7A-9E611B56F197}">
      <dgm:prSet/>
      <dgm:spPr/>
      <dgm:t>
        <a:bodyPr/>
        <a:lstStyle/>
        <a:p>
          <a:r>
            <a:rPr lang="uk-UA" b="0" i="0" baseline="0"/>
            <a:t>залучити козаків до придушення селянських виступів.</a:t>
          </a:r>
          <a:endParaRPr lang="uk-UA"/>
        </a:p>
      </dgm:t>
    </dgm:pt>
    <dgm:pt modelId="{A75BF3FC-B8C3-4820-859D-F918ACCE4483}" type="parTrans" cxnId="{C88C90D2-C530-43A1-B932-6EFB57AA7DAD}">
      <dgm:prSet/>
      <dgm:spPr/>
      <dgm:t>
        <a:bodyPr/>
        <a:lstStyle/>
        <a:p>
          <a:endParaRPr lang="uk-UA"/>
        </a:p>
      </dgm:t>
    </dgm:pt>
    <dgm:pt modelId="{FE0F827F-27D5-4543-8BD1-EF1ECDD7AAB5}" type="sibTrans" cxnId="{C88C90D2-C530-43A1-B932-6EFB57AA7DAD}">
      <dgm:prSet/>
      <dgm:spPr/>
      <dgm:t>
        <a:bodyPr/>
        <a:lstStyle/>
        <a:p>
          <a:endParaRPr lang="uk-UA"/>
        </a:p>
      </dgm:t>
    </dgm:pt>
    <dgm:pt modelId="{7CA7F2A7-9022-49E6-8BF5-4D9F8DA70D1E}">
      <dgm:prSet/>
      <dgm:spPr/>
      <dgm:t>
        <a:bodyPr/>
        <a:lstStyle/>
        <a:p>
          <a:r>
            <a:rPr lang="uk-UA" b="0" i="0" baseline="0"/>
            <a:t>використати козаків у новій російсько-турецькій війні.</a:t>
          </a:r>
          <a:endParaRPr lang="uk-UA"/>
        </a:p>
      </dgm:t>
    </dgm:pt>
    <dgm:pt modelId="{2177837A-DD57-44FC-A3B9-D6130C862EC2}" type="parTrans" cxnId="{F9CA0CE5-69C0-4A6B-880D-7360265643C7}">
      <dgm:prSet/>
      <dgm:spPr/>
      <dgm:t>
        <a:bodyPr/>
        <a:lstStyle/>
        <a:p>
          <a:endParaRPr lang="uk-UA"/>
        </a:p>
      </dgm:t>
    </dgm:pt>
    <dgm:pt modelId="{DE35FC6D-FD2B-4F60-8247-F33305C8D7EF}" type="sibTrans" cxnId="{F9CA0CE5-69C0-4A6B-880D-7360265643C7}">
      <dgm:prSet/>
      <dgm:spPr/>
      <dgm:t>
        <a:bodyPr/>
        <a:lstStyle/>
        <a:p>
          <a:endParaRPr lang="uk-UA"/>
        </a:p>
      </dgm:t>
    </dgm:pt>
    <dgm:pt modelId="{BBC4CAD7-DFF4-43C3-9966-17B7838327CD}">
      <dgm:prSet/>
      <dgm:spPr/>
      <dgm:t>
        <a:bodyPr/>
        <a:lstStyle/>
        <a:p>
          <a:r>
            <a:rPr lang="uk-UA" b="0" i="0" baseline="0"/>
            <a:t>налагодити союзницькі стосунки із Кримським ханством.</a:t>
          </a:r>
          <a:endParaRPr lang="uk-UA"/>
        </a:p>
      </dgm:t>
    </dgm:pt>
    <dgm:pt modelId="{D795893A-638B-421C-A6C9-06064F48D8A1}" type="parTrans" cxnId="{D21305EF-4F81-4D0E-B0C2-BC64E6A28F39}">
      <dgm:prSet/>
      <dgm:spPr/>
      <dgm:t>
        <a:bodyPr/>
        <a:lstStyle/>
        <a:p>
          <a:endParaRPr lang="uk-UA"/>
        </a:p>
      </dgm:t>
    </dgm:pt>
    <dgm:pt modelId="{1E81F4D7-369E-4343-A351-7B88BA2E2424}" type="sibTrans" cxnId="{D21305EF-4F81-4D0E-B0C2-BC64E6A28F39}">
      <dgm:prSet/>
      <dgm:spPr/>
      <dgm:t>
        <a:bodyPr/>
        <a:lstStyle/>
        <a:p>
          <a:endParaRPr lang="uk-UA"/>
        </a:p>
      </dgm:t>
    </dgm:pt>
    <dgm:pt modelId="{2FEF8AF2-0AF8-4685-9154-59AF7DC228F2}" type="pres">
      <dgm:prSet presAssocID="{695032FD-8212-4374-904E-2A8EDBFA312C}" presName="linear" presStyleCnt="0">
        <dgm:presLayoutVars>
          <dgm:animLvl val="lvl"/>
          <dgm:resizeHandles val="exact"/>
        </dgm:presLayoutVars>
      </dgm:prSet>
      <dgm:spPr/>
    </dgm:pt>
    <dgm:pt modelId="{274AF6A2-CAF0-48EE-BBBF-7881110529AA}" type="pres">
      <dgm:prSet presAssocID="{353CE8BD-8693-4B20-A0DD-4D8E3678E14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1C1E91-2F26-436F-B208-3F16EE172491}" type="pres">
      <dgm:prSet presAssocID="{D1D3F7FA-C9B7-4BE6-B520-A88873BE1658}" presName="spacer" presStyleCnt="0"/>
      <dgm:spPr/>
    </dgm:pt>
    <dgm:pt modelId="{6CEDCD9D-D905-4D1E-BEFB-875FD247FD4E}" type="pres">
      <dgm:prSet presAssocID="{18891BE9-0F4B-4137-9A7A-9E611B56F19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CC5B39-2DD2-4B70-9FA8-680C7F7C9CFD}" type="pres">
      <dgm:prSet presAssocID="{FE0F827F-27D5-4543-8BD1-EF1ECDD7AAB5}" presName="spacer" presStyleCnt="0"/>
      <dgm:spPr/>
    </dgm:pt>
    <dgm:pt modelId="{9B591F67-CF62-4A04-9584-9F13221CB88F}" type="pres">
      <dgm:prSet presAssocID="{7CA7F2A7-9022-49E6-8BF5-4D9F8DA70D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2FA581-4F2D-4E49-B7A4-EC74C4A925CC}" type="pres">
      <dgm:prSet presAssocID="{DE35FC6D-FD2B-4F60-8247-F33305C8D7EF}" presName="spacer" presStyleCnt="0"/>
      <dgm:spPr/>
    </dgm:pt>
    <dgm:pt modelId="{303A17CC-513D-4993-B5EA-BB72BA2D4855}" type="pres">
      <dgm:prSet presAssocID="{BBC4CAD7-DFF4-43C3-9966-17B7838327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5F065F-E63E-4E07-897C-FE642B4DE01B}" srcId="{695032FD-8212-4374-904E-2A8EDBFA312C}" destId="{353CE8BD-8693-4B20-A0DD-4D8E3678E145}" srcOrd="0" destOrd="0" parTransId="{C597D24A-1C0C-42EA-8A00-3EB3EE9FAB75}" sibTransId="{D1D3F7FA-C9B7-4BE6-B520-A88873BE1658}"/>
    <dgm:cxn modelId="{FA5E1C9E-86C9-4983-B96E-C36346E2DEA8}" type="presOf" srcId="{BBC4CAD7-DFF4-43C3-9966-17B7838327CD}" destId="{303A17CC-513D-4993-B5EA-BB72BA2D4855}" srcOrd="0" destOrd="0" presId="urn:microsoft.com/office/officeart/2005/8/layout/vList2"/>
    <dgm:cxn modelId="{D6B53BB6-D792-4982-88DD-CBFD68E1D8AD}" type="presOf" srcId="{18891BE9-0F4B-4137-9A7A-9E611B56F197}" destId="{6CEDCD9D-D905-4D1E-BEFB-875FD247FD4E}" srcOrd="0" destOrd="0" presId="urn:microsoft.com/office/officeart/2005/8/layout/vList2"/>
    <dgm:cxn modelId="{30FB3CD2-4789-4FFE-995C-E64A0282B62A}" type="presOf" srcId="{353CE8BD-8693-4B20-A0DD-4D8E3678E145}" destId="{274AF6A2-CAF0-48EE-BBBF-7881110529AA}" srcOrd="0" destOrd="0" presId="urn:microsoft.com/office/officeart/2005/8/layout/vList2"/>
    <dgm:cxn modelId="{C88C90D2-C530-43A1-B932-6EFB57AA7DAD}" srcId="{695032FD-8212-4374-904E-2A8EDBFA312C}" destId="{18891BE9-0F4B-4137-9A7A-9E611B56F197}" srcOrd="1" destOrd="0" parTransId="{A75BF3FC-B8C3-4820-859D-F918ACCE4483}" sibTransId="{FE0F827F-27D5-4543-8BD1-EF1ECDD7AAB5}"/>
    <dgm:cxn modelId="{085348DD-1AC8-4D6F-8D8C-110E357E7E5C}" type="presOf" srcId="{7CA7F2A7-9022-49E6-8BF5-4D9F8DA70D1E}" destId="{9B591F67-CF62-4A04-9584-9F13221CB88F}" srcOrd="0" destOrd="0" presId="urn:microsoft.com/office/officeart/2005/8/layout/vList2"/>
    <dgm:cxn modelId="{F9CA0CE5-69C0-4A6B-880D-7360265643C7}" srcId="{695032FD-8212-4374-904E-2A8EDBFA312C}" destId="{7CA7F2A7-9022-49E6-8BF5-4D9F8DA70D1E}" srcOrd="2" destOrd="0" parTransId="{2177837A-DD57-44FC-A3B9-D6130C862EC2}" sibTransId="{DE35FC6D-FD2B-4F60-8247-F33305C8D7EF}"/>
    <dgm:cxn modelId="{D21305EF-4F81-4D0E-B0C2-BC64E6A28F39}" srcId="{695032FD-8212-4374-904E-2A8EDBFA312C}" destId="{BBC4CAD7-DFF4-43C3-9966-17B7838327CD}" srcOrd="3" destOrd="0" parTransId="{D795893A-638B-421C-A6C9-06064F48D8A1}" sibTransId="{1E81F4D7-369E-4343-A351-7B88BA2E2424}"/>
    <dgm:cxn modelId="{776FCDF6-71DA-4552-82E0-B5C618E1F360}" type="presOf" srcId="{695032FD-8212-4374-904E-2A8EDBFA312C}" destId="{2FEF8AF2-0AF8-4685-9154-59AF7DC228F2}" srcOrd="0" destOrd="0" presId="urn:microsoft.com/office/officeart/2005/8/layout/vList2"/>
    <dgm:cxn modelId="{190460AE-655E-4E50-B216-0630D8A0D143}" type="presParOf" srcId="{2FEF8AF2-0AF8-4685-9154-59AF7DC228F2}" destId="{274AF6A2-CAF0-48EE-BBBF-7881110529AA}" srcOrd="0" destOrd="0" presId="urn:microsoft.com/office/officeart/2005/8/layout/vList2"/>
    <dgm:cxn modelId="{92D7F406-BF34-4071-A3EF-481A70B0ADAE}" type="presParOf" srcId="{2FEF8AF2-0AF8-4685-9154-59AF7DC228F2}" destId="{A31C1E91-2F26-436F-B208-3F16EE172491}" srcOrd="1" destOrd="0" presId="urn:microsoft.com/office/officeart/2005/8/layout/vList2"/>
    <dgm:cxn modelId="{B29E8720-26C4-4494-9CC6-F5E181CE282B}" type="presParOf" srcId="{2FEF8AF2-0AF8-4685-9154-59AF7DC228F2}" destId="{6CEDCD9D-D905-4D1E-BEFB-875FD247FD4E}" srcOrd="2" destOrd="0" presId="urn:microsoft.com/office/officeart/2005/8/layout/vList2"/>
    <dgm:cxn modelId="{73FA8553-5752-4C17-9D36-C0F287830DAC}" type="presParOf" srcId="{2FEF8AF2-0AF8-4685-9154-59AF7DC228F2}" destId="{17CC5B39-2DD2-4B70-9FA8-680C7F7C9CFD}" srcOrd="3" destOrd="0" presId="urn:microsoft.com/office/officeart/2005/8/layout/vList2"/>
    <dgm:cxn modelId="{C16C89D8-9AB6-4062-AFFA-EA7F616468B4}" type="presParOf" srcId="{2FEF8AF2-0AF8-4685-9154-59AF7DC228F2}" destId="{9B591F67-CF62-4A04-9584-9F13221CB88F}" srcOrd="4" destOrd="0" presId="urn:microsoft.com/office/officeart/2005/8/layout/vList2"/>
    <dgm:cxn modelId="{19AE9E5A-4604-43C1-BB99-8CE2C0300ADB}" type="presParOf" srcId="{2FEF8AF2-0AF8-4685-9154-59AF7DC228F2}" destId="{662FA581-4F2D-4E49-B7A4-EC74C4A925CC}" srcOrd="5" destOrd="0" presId="urn:microsoft.com/office/officeart/2005/8/layout/vList2"/>
    <dgm:cxn modelId="{1F04F5FA-D7E6-4F14-8161-1F11915A236F}" type="presParOf" srcId="{2FEF8AF2-0AF8-4685-9154-59AF7DC228F2}" destId="{303A17CC-513D-4993-B5EA-BB72BA2D48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EB564BAE-8377-4428-B8A3-060B00D40D9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11AF240-536D-44A5-A673-ABF7F1AEE391}">
      <dgm:prSet/>
      <dgm:spPr/>
      <dgm:t>
        <a:bodyPr/>
        <a:lstStyle/>
        <a:p>
          <a:r>
            <a:rPr lang="ru-RU" b="0" i="1" baseline="0"/>
            <a:t>«Після раптового вторгнення запорожців у табір Османа турками оволоділа паніка: сам Осман, який ще недавно думав, що немає нікого у світі могутнішого за нього, тепер на власні очі бачив усю хиткість свого становища...»</a:t>
          </a:r>
          <a:endParaRPr lang="uk-UA"/>
        </a:p>
      </dgm:t>
    </dgm:pt>
    <dgm:pt modelId="{63D9C66C-7448-4EFA-BBEF-60B6B797B6AE}" type="parTrans" cxnId="{C6F5B2CD-9CED-43DE-A059-BE653B93EAE2}">
      <dgm:prSet/>
      <dgm:spPr/>
      <dgm:t>
        <a:bodyPr/>
        <a:lstStyle/>
        <a:p>
          <a:endParaRPr lang="uk-UA"/>
        </a:p>
      </dgm:t>
    </dgm:pt>
    <dgm:pt modelId="{6C453701-D890-42D1-B629-7D4F7C31C363}" type="sibTrans" cxnId="{C6F5B2CD-9CED-43DE-A059-BE653B93EAE2}">
      <dgm:prSet/>
      <dgm:spPr/>
      <dgm:t>
        <a:bodyPr/>
        <a:lstStyle/>
        <a:p>
          <a:endParaRPr lang="uk-UA"/>
        </a:p>
      </dgm:t>
    </dgm:pt>
    <dgm:pt modelId="{AD860627-B956-4912-AF59-31F0BC47B941}">
      <dgm:prSet/>
      <dgm:spPr/>
      <dgm:t>
        <a:bodyPr/>
        <a:lstStyle/>
        <a:p>
          <a:r>
            <a:rPr lang="ru-RU" b="0" i="1" baseline="0" dirty="0"/>
            <a:t>«Орда ж примчала з </a:t>
          </a:r>
          <a:r>
            <a:rPr lang="ru-RU" b="0" i="1" baseline="0" dirty="0" err="1"/>
            <a:t>тилу</a:t>
          </a:r>
          <a:r>
            <a:rPr lang="ru-RU" b="0" i="1" baseline="0" dirty="0"/>
            <a:t>, так </a:t>
          </a:r>
          <a:r>
            <a:rPr lang="ru-RU" b="0" i="1" baseline="0" dirty="0" err="1"/>
            <a:t>їх</a:t>
          </a:r>
          <a:r>
            <a:rPr lang="ru-RU" b="0" i="1" baseline="0" dirty="0"/>
            <a:t> </a:t>
          </a:r>
          <a:r>
            <a:rPr lang="ru-RU" b="0" i="1" baseline="0" dirty="0" err="1"/>
            <a:t>змішала</a:t>
          </a:r>
          <a:r>
            <a:rPr lang="ru-RU" b="0" i="1" baseline="0" dirty="0"/>
            <a:t>, </a:t>
          </a:r>
          <a:r>
            <a:rPr lang="ru-RU" b="0" i="1" baseline="0" dirty="0" err="1"/>
            <a:t>що</a:t>
          </a:r>
          <a:r>
            <a:rPr lang="ru-RU" b="0" i="1" baseline="0" dirty="0"/>
            <a:t> вони почали </a:t>
          </a:r>
          <a:r>
            <a:rPr lang="ru-RU" b="0" i="1" baseline="0" dirty="0" err="1"/>
            <a:t>тікати</a:t>
          </a:r>
          <a:r>
            <a:rPr lang="ru-RU" b="0" i="1" baseline="0" dirty="0"/>
            <a:t>, а ми гнали </a:t>
          </a:r>
          <a:r>
            <a:rPr lang="ru-RU" b="0" i="1" baseline="0" dirty="0" err="1"/>
            <a:t>їх</a:t>
          </a:r>
          <a:r>
            <a:rPr lang="ru-RU" b="0" i="1" baseline="0" dirty="0"/>
            <a:t> аж до Конотопа. Там же </a:t>
          </a:r>
          <a:r>
            <a:rPr lang="ru-RU" b="0" i="1" baseline="0" dirty="0" err="1"/>
            <a:t>потрапили</a:t>
          </a:r>
          <a:r>
            <a:rPr lang="ru-RU" b="0" i="1" baseline="0" dirty="0"/>
            <a:t> до </a:t>
          </a:r>
          <a:r>
            <a:rPr lang="ru-RU" b="0" i="1" baseline="0" dirty="0" err="1"/>
            <a:t>неволі</a:t>
          </a:r>
          <a:r>
            <a:rPr lang="ru-RU" b="0" i="1" baseline="0" dirty="0"/>
            <a:t> князь Львов, два </a:t>
          </a:r>
          <a:r>
            <a:rPr lang="ru-RU" b="0" i="1" baseline="0" dirty="0" err="1"/>
            <a:t>Бутурліни</a:t>
          </a:r>
          <a:r>
            <a:rPr lang="ru-RU" b="0" i="1" baseline="0" dirty="0"/>
            <a:t>; </a:t>
          </a:r>
          <a:r>
            <a:rPr lang="ru-RU" b="0" i="1" baseline="0" dirty="0" err="1"/>
            <a:t>усі</a:t>
          </a:r>
          <a:r>
            <a:rPr lang="ru-RU" b="0" i="1" baseline="0" dirty="0"/>
            <a:t> полковники, </a:t>
          </a:r>
          <a:r>
            <a:rPr lang="ru-RU" b="0" i="1" baseline="0" dirty="0" err="1"/>
            <a:t>ротмістри</a:t>
          </a:r>
          <a:r>
            <a:rPr lang="ru-RU" b="0" i="1" baseline="0" dirty="0"/>
            <a:t>, </a:t>
          </a:r>
          <a:r>
            <a:rPr lang="ru-RU" b="0" i="1" baseline="0" dirty="0" err="1"/>
            <a:t>капітани</a:t>
          </a:r>
          <a:r>
            <a:rPr lang="ru-RU" b="0" i="1" baseline="0" dirty="0"/>
            <a:t> </a:t>
          </a:r>
          <a:r>
            <a:rPr lang="ru-RU" b="0" i="1" baseline="0" dirty="0" err="1"/>
            <a:t>або</a:t>
          </a:r>
          <a:r>
            <a:rPr lang="ru-RU" b="0" i="1" baseline="0" dirty="0"/>
            <a:t> </a:t>
          </a:r>
          <a:r>
            <a:rPr lang="ru-RU" b="0" i="1" baseline="0" dirty="0" err="1"/>
            <a:t>полягли</a:t>
          </a:r>
          <a:r>
            <a:rPr lang="ru-RU" b="0" i="1" baseline="0" dirty="0"/>
            <a:t> на </a:t>
          </a:r>
          <a:r>
            <a:rPr lang="ru-RU" b="0" i="1" baseline="0" dirty="0" err="1"/>
            <a:t>полі</a:t>
          </a:r>
          <a:r>
            <a:rPr lang="ru-RU" b="0" i="1" baseline="0" dirty="0"/>
            <a:t> </a:t>
          </a:r>
          <a:r>
            <a:rPr lang="ru-RU" b="0" i="1" baseline="0" dirty="0" err="1"/>
            <a:t>битви</a:t>
          </a:r>
          <a:r>
            <a:rPr lang="ru-RU" b="0" i="1" baseline="0" dirty="0"/>
            <a:t>, </a:t>
          </a:r>
          <a:r>
            <a:rPr lang="ru-RU" b="0" i="1" baseline="0" dirty="0" err="1"/>
            <a:t>або</a:t>
          </a:r>
          <a:r>
            <a:rPr lang="ru-RU" b="0" i="1" baseline="0" dirty="0"/>
            <a:t> </a:t>
          </a:r>
          <a:r>
            <a:rPr lang="ru-RU" b="0" i="1" baseline="0" dirty="0" err="1"/>
            <a:t>пішли</a:t>
          </a:r>
          <a:r>
            <a:rPr lang="ru-RU" b="0" i="1" baseline="0" dirty="0"/>
            <a:t> в </a:t>
          </a:r>
          <a:r>
            <a:rPr lang="ru-RU" b="0" i="1" baseline="0" dirty="0" err="1"/>
            <a:t>татарську</a:t>
          </a:r>
          <a:r>
            <a:rPr lang="ru-RU" b="0" i="1" baseline="0" dirty="0"/>
            <a:t> неволю...»</a:t>
          </a:r>
          <a:endParaRPr lang="uk-UA" dirty="0"/>
        </a:p>
      </dgm:t>
    </dgm:pt>
    <dgm:pt modelId="{AEDABE4D-6485-4A93-8A5D-0DFCEE015555}" type="parTrans" cxnId="{9A4973CB-8C96-4C4E-9B9B-3A2A9FF1BB22}">
      <dgm:prSet/>
      <dgm:spPr/>
      <dgm:t>
        <a:bodyPr/>
        <a:lstStyle/>
        <a:p>
          <a:endParaRPr lang="uk-UA"/>
        </a:p>
      </dgm:t>
    </dgm:pt>
    <dgm:pt modelId="{C44A2744-9D73-47F2-9BE2-AD042F26B78B}" type="sibTrans" cxnId="{9A4973CB-8C96-4C4E-9B9B-3A2A9FF1BB22}">
      <dgm:prSet/>
      <dgm:spPr/>
      <dgm:t>
        <a:bodyPr/>
        <a:lstStyle/>
        <a:p>
          <a:endParaRPr lang="uk-UA"/>
        </a:p>
      </dgm:t>
    </dgm:pt>
    <dgm:pt modelId="{37A95D21-E0CF-474A-97B6-07295129B72E}" type="pres">
      <dgm:prSet presAssocID="{EB564BAE-8377-4428-B8A3-060B00D40D90}" presName="linear" presStyleCnt="0">
        <dgm:presLayoutVars>
          <dgm:animLvl val="lvl"/>
          <dgm:resizeHandles val="exact"/>
        </dgm:presLayoutVars>
      </dgm:prSet>
      <dgm:spPr/>
    </dgm:pt>
    <dgm:pt modelId="{E267F000-D7A9-4C62-BC21-B877C8118874}" type="pres">
      <dgm:prSet presAssocID="{B11AF240-536D-44A5-A673-ABF7F1AEE3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62ACF1C-F4B2-4B8A-B2AF-E283C36B9CD3}" type="pres">
      <dgm:prSet presAssocID="{6C453701-D890-42D1-B629-7D4F7C31C363}" presName="spacer" presStyleCnt="0"/>
      <dgm:spPr/>
    </dgm:pt>
    <dgm:pt modelId="{48E8E2BF-0CA1-48AA-8805-2D50A94E325F}" type="pres">
      <dgm:prSet presAssocID="{AD860627-B956-4912-AF59-31F0BC47B94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611774F-6193-495C-A064-1D83ED9930FA}" type="presOf" srcId="{AD860627-B956-4912-AF59-31F0BC47B941}" destId="{48E8E2BF-0CA1-48AA-8805-2D50A94E325F}" srcOrd="0" destOrd="0" presId="urn:microsoft.com/office/officeart/2005/8/layout/vList2"/>
    <dgm:cxn modelId="{F272C2C2-51D9-4B76-8C02-B81A9216D2C4}" type="presOf" srcId="{B11AF240-536D-44A5-A673-ABF7F1AEE391}" destId="{E267F000-D7A9-4C62-BC21-B877C8118874}" srcOrd="0" destOrd="0" presId="urn:microsoft.com/office/officeart/2005/8/layout/vList2"/>
    <dgm:cxn modelId="{9A4973CB-8C96-4C4E-9B9B-3A2A9FF1BB22}" srcId="{EB564BAE-8377-4428-B8A3-060B00D40D90}" destId="{AD860627-B956-4912-AF59-31F0BC47B941}" srcOrd="1" destOrd="0" parTransId="{AEDABE4D-6485-4A93-8A5D-0DFCEE015555}" sibTransId="{C44A2744-9D73-47F2-9BE2-AD042F26B78B}"/>
    <dgm:cxn modelId="{C6F5B2CD-9CED-43DE-A059-BE653B93EAE2}" srcId="{EB564BAE-8377-4428-B8A3-060B00D40D90}" destId="{B11AF240-536D-44A5-A673-ABF7F1AEE391}" srcOrd="0" destOrd="0" parTransId="{63D9C66C-7448-4EFA-BBEF-60B6B797B6AE}" sibTransId="{6C453701-D890-42D1-B629-7D4F7C31C363}"/>
    <dgm:cxn modelId="{8E9B55F2-E4C8-4F10-91ED-F7CB71927F7A}" type="presOf" srcId="{EB564BAE-8377-4428-B8A3-060B00D40D90}" destId="{37A95D21-E0CF-474A-97B6-07295129B72E}" srcOrd="0" destOrd="0" presId="urn:microsoft.com/office/officeart/2005/8/layout/vList2"/>
    <dgm:cxn modelId="{8C18D64F-5083-450A-8302-69AED20F97AF}" type="presParOf" srcId="{37A95D21-E0CF-474A-97B6-07295129B72E}" destId="{E267F000-D7A9-4C62-BC21-B877C8118874}" srcOrd="0" destOrd="0" presId="urn:microsoft.com/office/officeart/2005/8/layout/vList2"/>
    <dgm:cxn modelId="{153EF067-8E8A-4D4D-A761-04A192E340C6}" type="presParOf" srcId="{37A95D21-E0CF-474A-97B6-07295129B72E}" destId="{462ACF1C-F4B2-4B8A-B2AF-E283C36B9CD3}" srcOrd="1" destOrd="0" presId="urn:microsoft.com/office/officeart/2005/8/layout/vList2"/>
    <dgm:cxn modelId="{878AE25F-59EE-4088-8B33-B26D891248B2}" type="presParOf" srcId="{37A95D21-E0CF-474A-97B6-07295129B72E}" destId="{48E8E2BF-0CA1-48AA-8805-2D50A94E325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BB07B71C-1F8D-4A2C-9091-382C85939C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09FA858-4210-4C6D-9FF2-1C79638AF277}">
      <dgm:prSet/>
      <dgm:spPr/>
      <dgm:t>
        <a:bodyPr/>
        <a:lstStyle/>
        <a:p>
          <a:r>
            <a:rPr lang="uk-UA" b="0" i="1" baseline="0"/>
            <a:t>«За кілька днів після приєднання козацького головнокомандувача графа Мазепи до шведів князь Меншиков на чолі численного війська й артилерії пішов на Батурин, резиденцію гетьмана Мазепи... Здобувши місто силою, Меншиков віддав усе живе мечу та вогню...»</a:t>
          </a:r>
          <a:endParaRPr lang="uk-UA"/>
        </a:p>
      </dgm:t>
    </dgm:pt>
    <dgm:pt modelId="{0A66A66D-3372-4EA6-B0D4-5356DDDF0526}" type="parTrans" cxnId="{8BAECF6C-20BF-48FB-911B-D9EBF41188CA}">
      <dgm:prSet/>
      <dgm:spPr/>
      <dgm:t>
        <a:bodyPr/>
        <a:lstStyle/>
        <a:p>
          <a:endParaRPr lang="uk-UA"/>
        </a:p>
      </dgm:t>
    </dgm:pt>
    <dgm:pt modelId="{4B6D5E95-DBC8-46AB-BC6F-C0DA66C5BF5B}" type="sibTrans" cxnId="{8BAECF6C-20BF-48FB-911B-D9EBF41188CA}">
      <dgm:prSet/>
      <dgm:spPr/>
      <dgm:t>
        <a:bodyPr/>
        <a:lstStyle/>
        <a:p>
          <a:endParaRPr lang="uk-UA"/>
        </a:p>
      </dgm:t>
    </dgm:pt>
    <dgm:pt modelId="{8EB387BF-B237-432E-8894-664C65E03E3D}">
      <dgm:prSet/>
      <dgm:spPr/>
      <dgm:t>
        <a:bodyPr/>
        <a:lstStyle/>
        <a:p>
          <a:r>
            <a:rPr lang="uk-UA" b="0" i="1" baseline="0" dirty="0"/>
            <a:t>«Уся перша війна почалася через Чаплинського, який, попри те, що я мав привілей короля, відібрав у мене хутір, та ще мені погрожував смертю, і весь цей вогонь спалахнув через нього...»</a:t>
          </a:r>
          <a:endParaRPr lang="uk-UA" dirty="0"/>
        </a:p>
      </dgm:t>
    </dgm:pt>
    <dgm:pt modelId="{9B7F2A32-3FC5-4F2B-82DD-18FB74309CC5}" type="parTrans" cxnId="{7A1F3EB5-C27C-4AED-9F92-BADD39C78AB8}">
      <dgm:prSet/>
      <dgm:spPr/>
      <dgm:t>
        <a:bodyPr/>
        <a:lstStyle/>
        <a:p>
          <a:endParaRPr lang="uk-UA"/>
        </a:p>
      </dgm:t>
    </dgm:pt>
    <dgm:pt modelId="{433504F1-EC21-4B51-99C6-2F9F743BB891}" type="sibTrans" cxnId="{7A1F3EB5-C27C-4AED-9F92-BADD39C78AB8}">
      <dgm:prSet/>
      <dgm:spPr/>
      <dgm:t>
        <a:bodyPr/>
        <a:lstStyle/>
        <a:p>
          <a:endParaRPr lang="uk-UA"/>
        </a:p>
      </dgm:t>
    </dgm:pt>
    <dgm:pt modelId="{7A6A08F4-DA91-4158-9052-EFAEB8135A81}" type="pres">
      <dgm:prSet presAssocID="{BB07B71C-1F8D-4A2C-9091-382C85939CA7}" presName="linear" presStyleCnt="0">
        <dgm:presLayoutVars>
          <dgm:animLvl val="lvl"/>
          <dgm:resizeHandles val="exact"/>
        </dgm:presLayoutVars>
      </dgm:prSet>
      <dgm:spPr/>
    </dgm:pt>
    <dgm:pt modelId="{3388C698-066F-4EA5-B50E-63669EC0499F}" type="pres">
      <dgm:prSet presAssocID="{609FA858-4210-4C6D-9FF2-1C79638AF27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08C4E3C-84B8-40C9-BA3C-EFC21AC47413}" type="pres">
      <dgm:prSet presAssocID="{4B6D5E95-DBC8-46AB-BC6F-C0DA66C5BF5B}" presName="spacer" presStyleCnt="0"/>
      <dgm:spPr/>
    </dgm:pt>
    <dgm:pt modelId="{480B7DBF-8D42-497A-B148-CAF2CD7E5108}" type="pres">
      <dgm:prSet presAssocID="{8EB387BF-B237-432E-8894-664C65E03E3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BAECF6C-20BF-48FB-911B-D9EBF41188CA}" srcId="{BB07B71C-1F8D-4A2C-9091-382C85939CA7}" destId="{609FA858-4210-4C6D-9FF2-1C79638AF277}" srcOrd="0" destOrd="0" parTransId="{0A66A66D-3372-4EA6-B0D4-5356DDDF0526}" sibTransId="{4B6D5E95-DBC8-46AB-BC6F-C0DA66C5BF5B}"/>
    <dgm:cxn modelId="{5ADCE68C-759A-4F91-B046-C81D488BCCA3}" type="presOf" srcId="{8EB387BF-B237-432E-8894-664C65E03E3D}" destId="{480B7DBF-8D42-497A-B148-CAF2CD7E5108}" srcOrd="0" destOrd="0" presId="urn:microsoft.com/office/officeart/2005/8/layout/vList2"/>
    <dgm:cxn modelId="{7A1F3EB5-C27C-4AED-9F92-BADD39C78AB8}" srcId="{BB07B71C-1F8D-4A2C-9091-382C85939CA7}" destId="{8EB387BF-B237-432E-8894-664C65E03E3D}" srcOrd="1" destOrd="0" parTransId="{9B7F2A32-3FC5-4F2B-82DD-18FB74309CC5}" sibTransId="{433504F1-EC21-4B51-99C6-2F9F743BB891}"/>
    <dgm:cxn modelId="{1C8E1CF0-DD76-4971-9A2B-9E16E2BA3E96}" type="presOf" srcId="{609FA858-4210-4C6D-9FF2-1C79638AF277}" destId="{3388C698-066F-4EA5-B50E-63669EC0499F}" srcOrd="0" destOrd="0" presId="urn:microsoft.com/office/officeart/2005/8/layout/vList2"/>
    <dgm:cxn modelId="{90EF0FFD-1461-480A-8221-457B901888F8}" type="presOf" srcId="{BB07B71C-1F8D-4A2C-9091-382C85939CA7}" destId="{7A6A08F4-DA91-4158-9052-EFAEB8135A81}" srcOrd="0" destOrd="0" presId="urn:microsoft.com/office/officeart/2005/8/layout/vList2"/>
    <dgm:cxn modelId="{187F176C-2534-44E1-9CA3-97947AD2AB2C}" type="presParOf" srcId="{7A6A08F4-DA91-4158-9052-EFAEB8135A81}" destId="{3388C698-066F-4EA5-B50E-63669EC0499F}" srcOrd="0" destOrd="0" presId="urn:microsoft.com/office/officeart/2005/8/layout/vList2"/>
    <dgm:cxn modelId="{ADB348E3-89FB-4A28-83B0-C9DADCE6C811}" type="presParOf" srcId="{7A6A08F4-DA91-4158-9052-EFAEB8135A81}" destId="{C08C4E3C-84B8-40C9-BA3C-EFC21AC47413}" srcOrd="1" destOrd="0" presId="urn:microsoft.com/office/officeart/2005/8/layout/vList2"/>
    <dgm:cxn modelId="{8EFE2757-036A-445E-A315-2B820BE40363}" type="presParOf" srcId="{7A6A08F4-DA91-4158-9052-EFAEB8135A81}" destId="{480B7DBF-8D42-497A-B148-CAF2CD7E510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41E90-E5D8-4DF7-8A04-5C4BB1180E80}">
      <dsp:nvSpPr>
        <dsp:cNvPr id="0" name=""/>
        <dsp:cNvSpPr/>
      </dsp:nvSpPr>
      <dsp:spPr>
        <a:xfrm>
          <a:off x="0" y="36615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з Кримським ханством.</a:t>
          </a:r>
          <a:endParaRPr lang="uk-UA" sz="2600" kern="1200"/>
        </a:p>
      </dsp:txBody>
      <dsp:txXfrm>
        <a:off x="49468" y="86083"/>
        <a:ext cx="4381624" cy="914430"/>
      </dsp:txXfrm>
    </dsp:sp>
    <dsp:sp modelId="{33367197-A373-4C7D-9512-24CFE4AC9DDC}">
      <dsp:nvSpPr>
        <dsp:cNvPr id="0" name=""/>
        <dsp:cNvSpPr/>
      </dsp:nvSpPr>
      <dsp:spPr>
        <a:xfrm>
          <a:off x="0" y="1124862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з Османською імперією.</a:t>
          </a:r>
          <a:endParaRPr lang="uk-UA" sz="2600" kern="1200"/>
        </a:p>
      </dsp:txBody>
      <dsp:txXfrm>
        <a:off x="49468" y="1174330"/>
        <a:ext cx="4381624" cy="914430"/>
      </dsp:txXfrm>
    </dsp:sp>
    <dsp:sp modelId="{977080F1-7F4B-470A-945B-49F75728702E}">
      <dsp:nvSpPr>
        <dsp:cNvPr id="0" name=""/>
        <dsp:cNvSpPr/>
      </dsp:nvSpPr>
      <dsp:spPr>
        <a:xfrm>
          <a:off x="0" y="2213108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зі Шведським королівством.</a:t>
          </a:r>
          <a:endParaRPr lang="uk-UA" sz="2600" kern="1200"/>
        </a:p>
      </dsp:txBody>
      <dsp:txXfrm>
        <a:off x="49468" y="2262576"/>
        <a:ext cx="4381624" cy="914430"/>
      </dsp:txXfrm>
    </dsp:sp>
    <dsp:sp modelId="{6E5C1CD2-7252-4921-BB80-8CCCDF69462D}">
      <dsp:nvSpPr>
        <dsp:cNvPr id="0" name=""/>
        <dsp:cNvSpPr/>
      </dsp:nvSpPr>
      <dsp:spPr>
        <a:xfrm>
          <a:off x="0" y="3301354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з Молдавським князівством.</a:t>
          </a:r>
          <a:endParaRPr lang="uk-UA" sz="2600" kern="1200"/>
        </a:p>
      </dsp:txBody>
      <dsp:txXfrm>
        <a:off x="49468" y="3350822"/>
        <a:ext cx="4381624" cy="9144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92FEA-5D5A-473E-8976-AE0C6CA1E8A3}">
      <dsp:nvSpPr>
        <dsp:cNvPr id="0" name=""/>
        <dsp:cNvSpPr/>
      </dsp:nvSpPr>
      <dsp:spPr>
        <a:xfrm>
          <a:off x="0" y="136358"/>
          <a:ext cx="448056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baseline="0"/>
            <a:t>П. Сагайдачний.</a:t>
          </a:r>
          <a:endParaRPr lang="uk-UA" sz="3900" kern="1200"/>
        </a:p>
      </dsp:txBody>
      <dsp:txXfrm>
        <a:off x="45663" y="182021"/>
        <a:ext cx="4389234" cy="844089"/>
      </dsp:txXfrm>
    </dsp:sp>
    <dsp:sp modelId="{640BD1AF-5B96-4FC4-AE0A-89CFA4C12CA4}">
      <dsp:nvSpPr>
        <dsp:cNvPr id="0" name=""/>
        <dsp:cNvSpPr/>
      </dsp:nvSpPr>
      <dsp:spPr>
        <a:xfrm>
          <a:off x="0" y="1184093"/>
          <a:ext cx="448056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baseline="0"/>
            <a:t>І. Виговський.</a:t>
          </a:r>
          <a:endParaRPr lang="uk-UA" sz="3900" kern="1200"/>
        </a:p>
      </dsp:txBody>
      <dsp:txXfrm>
        <a:off x="45663" y="1229756"/>
        <a:ext cx="4389234" cy="844089"/>
      </dsp:txXfrm>
    </dsp:sp>
    <dsp:sp modelId="{3A3E4174-F36F-4B76-9782-F5060CE425CF}">
      <dsp:nvSpPr>
        <dsp:cNvPr id="0" name=""/>
        <dsp:cNvSpPr/>
      </dsp:nvSpPr>
      <dsp:spPr>
        <a:xfrm>
          <a:off x="0" y="2231828"/>
          <a:ext cx="448056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baseline="0"/>
            <a:t>І. Самойлович.</a:t>
          </a:r>
          <a:endParaRPr lang="uk-UA" sz="3900" kern="1200"/>
        </a:p>
      </dsp:txBody>
      <dsp:txXfrm>
        <a:off x="45663" y="2277491"/>
        <a:ext cx="4389234" cy="844089"/>
      </dsp:txXfrm>
    </dsp:sp>
    <dsp:sp modelId="{8DAF5885-0622-499B-98BB-3FFC032C74A3}">
      <dsp:nvSpPr>
        <dsp:cNvPr id="0" name=""/>
        <dsp:cNvSpPr/>
      </dsp:nvSpPr>
      <dsp:spPr>
        <a:xfrm>
          <a:off x="0" y="3279563"/>
          <a:ext cx="4480560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baseline="0"/>
            <a:t>І. Мазепа</a:t>
          </a:r>
          <a:endParaRPr lang="uk-UA" sz="3900" kern="1200"/>
        </a:p>
      </dsp:txBody>
      <dsp:txXfrm>
        <a:off x="45663" y="3325226"/>
        <a:ext cx="4389234" cy="84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0F6CE-CDBA-4E7A-9305-F862F62CDF0E}">
      <dsp:nvSpPr>
        <dsp:cNvPr id="0" name=""/>
        <dsp:cNvSpPr/>
      </dsp:nvSpPr>
      <dsp:spPr>
        <a:xfrm>
          <a:off x="0" y="1279556"/>
          <a:ext cx="2688336" cy="26883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06C8A-CBE7-46F0-A6B3-A9EDC06FBB89}">
      <dsp:nvSpPr>
        <dsp:cNvPr id="0" name=""/>
        <dsp:cNvSpPr/>
      </dsp:nvSpPr>
      <dsp:spPr>
        <a:xfrm>
          <a:off x="384208" y="1663764"/>
          <a:ext cx="1919919" cy="19199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F6806-8598-4466-8E3D-3983ABAED997}">
      <dsp:nvSpPr>
        <dsp:cNvPr id="0" name=""/>
        <dsp:cNvSpPr/>
      </dsp:nvSpPr>
      <dsp:spPr>
        <a:xfrm>
          <a:off x="768192" y="2047748"/>
          <a:ext cx="1151951" cy="1151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9834D-0163-4D23-B5A9-630B4301E4CE}">
      <dsp:nvSpPr>
        <dsp:cNvPr id="0" name=""/>
        <dsp:cNvSpPr/>
      </dsp:nvSpPr>
      <dsp:spPr>
        <a:xfrm>
          <a:off x="1152176" y="2431732"/>
          <a:ext cx="383983" cy="3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08310-056A-4D6E-83F9-47A0EB653F60}">
      <dsp:nvSpPr>
        <dsp:cNvPr id="0" name=""/>
        <dsp:cNvSpPr/>
      </dsp:nvSpPr>
      <dsp:spPr>
        <a:xfrm>
          <a:off x="3136391" y="383444"/>
          <a:ext cx="1344168" cy="642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Слобідська Україна</a:t>
          </a:r>
          <a:endParaRPr lang="uk-UA" sz="1500" kern="1200"/>
        </a:p>
      </dsp:txBody>
      <dsp:txXfrm>
        <a:off x="3136391" y="383444"/>
        <a:ext cx="1344168" cy="642960"/>
      </dsp:txXfrm>
    </dsp:sp>
    <dsp:sp modelId="{5AD70F48-05A3-4908-AE41-2028A6047A55}">
      <dsp:nvSpPr>
        <dsp:cNvPr id="0" name=""/>
        <dsp:cNvSpPr/>
      </dsp:nvSpPr>
      <dsp:spPr>
        <a:xfrm>
          <a:off x="2800350" y="704924"/>
          <a:ext cx="3360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D6700-854C-401C-B108-89B5140D719E}">
      <dsp:nvSpPr>
        <dsp:cNvPr id="0" name=""/>
        <dsp:cNvSpPr/>
      </dsp:nvSpPr>
      <dsp:spPr>
        <a:xfrm rot="5400000">
          <a:off x="1111178" y="916631"/>
          <a:ext cx="1899757" cy="147858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AF739-3B48-4E65-8BAE-45F8BCE95E4A}">
      <dsp:nvSpPr>
        <dsp:cNvPr id="0" name=""/>
        <dsp:cNvSpPr/>
      </dsp:nvSpPr>
      <dsp:spPr>
        <a:xfrm>
          <a:off x="3136391" y="1026404"/>
          <a:ext cx="1344168" cy="642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Поділля</a:t>
          </a:r>
          <a:endParaRPr lang="uk-UA" sz="1500" kern="1200"/>
        </a:p>
      </dsp:txBody>
      <dsp:txXfrm>
        <a:off x="3136391" y="1026404"/>
        <a:ext cx="1344168" cy="642960"/>
      </dsp:txXfrm>
    </dsp:sp>
    <dsp:sp modelId="{A50B13A0-C89C-444F-9122-DA5ACA846C64}">
      <dsp:nvSpPr>
        <dsp:cNvPr id="0" name=""/>
        <dsp:cNvSpPr/>
      </dsp:nvSpPr>
      <dsp:spPr>
        <a:xfrm>
          <a:off x="2800350" y="1347885"/>
          <a:ext cx="3360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F36B1-ADE8-4A96-973E-06A7D00D3375}">
      <dsp:nvSpPr>
        <dsp:cNvPr id="0" name=""/>
        <dsp:cNvSpPr/>
      </dsp:nvSpPr>
      <dsp:spPr>
        <a:xfrm rot="5400000">
          <a:off x="1440051" y="1549062"/>
          <a:ext cx="1560130" cy="115822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28656-365E-4496-B126-95E2AE0987B8}">
      <dsp:nvSpPr>
        <dsp:cNvPr id="0" name=""/>
        <dsp:cNvSpPr/>
      </dsp:nvSpPr>
      <dsp:spPr>
        <a:xfrm>
          <a:off x="3136391" y="1669365"/>
          <a:ext cx="1344168" cy="642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Лівобережна Україна</a:t>
          </a:r>
          <a:endParaRPr lang="uk-UA" sz="1500" kern="1200"/>
        </a:p>
      </dsp:txBody>
      <dsp:txXfrm>
        <a:off x="3136391" y="1669365"/>
        <a:ext cx="1344168" cy="642960"/>
      </dsp:txXfrm>
    </dsp:sp>
    <dsp:sp modelId="{353A8F44-20D2-46A3-8459-09F490F41F60}">
      <dsp:nvSpPr>
        <dsp:cNvPr id="0" name=""/>
        <dsp:cNvSpPr/>
      </dsp:nvSpPr>
      <dsp:spPr>
        <a:xfrm>
          <a:off x="2800350" y="1990845"/>
          <a:ext cx="3360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86B6A-7AD9-4DE8-8DB6-3C76FEE665E6}">
      <dsp:nvSpPr>
        <dsp:cNvPr id="0" name=""/>
        <dsp:cNvSpPr/>
      </dsp:nvSpPr>
      <dsp:spPr>
        <a:xfrm rot="5400000">
          <a:off x="1758395" y="2138479"/>
          <a:ext cx="1190036" cy="89387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44C60-E8AE-401B-9A78-40C460AE947F}">
      <dsp:nvSpPr>
        <dsp:cNvPr id="0" name=""/>
        <dsp:cNvSpPr/>
      </dsp:nvSpPr>
      <dsp:spPr>
        <a:xfrm>
          <a:off x="3136391" y="2312325"/>
          <a:ext cx="1344168" cy="642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Запоріжжя</a:t>
          </a:r>
          <a:endParaRPr lang="uk-UA" sz="1500" kern="1200"/>
        </a:p>
      </dsp:txBody>
      <dsp:txXfrm>
        <a:off x="3136391" y="2312325"/>
        <a:ext cx="1344168" cy="642960"/>
      </dsp:txXfrm>
    </dsp:sp>
    <dsp:sp modelId="{BC46D661-1FAE-4881-824F-FD8F9C0A04EE}">
      <dsp:nvSpPr>
        <dsp:cNvPr id="0" name=""/>
        <dsp:cNvSpPr/>
      </dsp:nvSpPr>
      <dsp:spPr>
        <a:xfrm>
          <a:off x="2800350" y="2633805"/>
          <a:ext cx="3360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7BA9E-7CE2-4110-9222-5E7C4FF68D25}">
      <dsp:nvSpPr>
        <dsp:cNvPr id="0" name=""/>
        <dsp:cNvSpPr/>
      </dsp:nvSpPr>
      <dsp:spPr>
        <a:xfrm rot="5400000">
          <a:off x="2077501" y="2730227"/>
          <a:ext cx="817971" cy="62459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5AF4E-ABF3-4EEF-A12E-E65D4AE4EBCB}">
      <dsp:nvSpPr>
        <dsp:cNvPr id="0" name=""/>
        <dsp:cNvSpPr/>
      </dsp:nvSpPr>
      <dsp:spPr>
        <a:xfrm>
          <a:off x="0" y="16254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 dirty="0" err="1"/>
            <a:t>козацької</a:t>
          </a:r>
          <a:r>
            <a:rPr lang="ru-RU" sz="2400" b="0" i="0" kern="1200" baseline="0" dirty="0"/>
            <a:t> </a:t>
          </a:r>
          <a:r>
            <a:rPr lang="ru-RU" sz="2400" b="0" i="0" kern="1200" baseline="0" dirty="0" err="1"/>
            <a:t>старшини</a:t>
          </a:r>
          <a:r>
            <a:rPr lang="ru-RU" sz="2400" b="0" i="0" kern="1200" baseline="0" dirty="0"/>
            <a:t> і </a:t>
          </a:r>
          <a:r>
            <a:rPr lang="ru-RU" sz="2400" b="0" i="0" kern="1200" baseline="0" dirty="0" err="1"/>
            <a:t>православної</a:t>
          </a:r>
          <a:r>
            <a:rPr lang="ru-RU" sz="2400" b="0" i="0" kern="1200" baseline="0" dirty="0"/>
            <a:t> </a:t>
          </a:r>
          <a:r>
            <a:rPr lang="ru-RU" sz="2400" b="0" i="0" kern="1200" baseline="0" dirty="0" err="1"/>
            <a:t>шляхти</a:t>
          </a:r>
          <a:r>
            <a:rPr lang="ru-RU" sz="2400" b="0" i="0" kern="1200" baseline="0" dirty="0"/>
            <a:t>.</a:t>
          </a:r>
          <a:endParaRPr lang="uk-UA" sz="2400" kern="1200" dirty="0"/>
        </a:p>
      </dsp:txBody>
      <dsp:txXfrm>
        <a:off x="46606" y="209154"/>
        <a:ext cx="4387348" cy="861507"/>
      </dsp:txXfrm>
    </dsp:sp>
    <dsp:sp modelId="{A90C824C-A653-478E-896A-9146ECD19628}">
      <dsp:nvSpPr>
        <dsp:cNvPr id="0" name=""/>
        <dsp:cNvSpPr/>
      </dsp:nvSpPr>
      <dsp:spPr>
        <a:xfrm>
          <a:off x="0" y="118638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заможних міщан і православного духовенства.</a:t>
          </a:r>
          <a:endParaRPr lang="uk-UA" sz="2400" kern="1200"/>
        </a:p>
      </dsp:txBody>
      <dsp:txXfrm>
        <a:off x="46606" y="1232994"/>
        <a:ext cx="4387348" cy="861507"/>
      </dsp:txXfrm>
    </dsp:sp>
    <dsp:sp modelId="{AF25AF5B-E144-4E78-A312-1267E8C0F607}">
      <dsp:nvSpPr>
        <dsp:cNvPr id="0" name=""/>
        <dsp:cNvSpPr/>
      </dsp:nvSpPr>
      <dsp:spPr>
        <a:xfrm>
          <a:off x="0" y="221022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козацької старшини і російського дворянства.</a:t>
          </a:r>
          <a:endParaRPr lang="uk-UA" sz="2400" kern="1200"/>
        </a:p>
      </dsp:txBody>
      <dsp:txXfrm>
        <a:off x="46606" y="2256834"/>
        <a:ext cx="4387348" cy="861507"/>
      </dsp:txXfrm>
    </dsp:sp>
    <dsp:sp modelId="{E6541450-93DA-4768-B349-A58B2208692C}">
      <dsp:nvSpPr>
        <dsp:cNvPr id="0" name=""/>
        <dsp:cNvSpPr/>
      </dsp:nvSpPr>
      <dsp:spPr>
        <a:xfrm>
          <a:off x="0" y="323406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магнатів і духовенства.</a:t>
          </a:r>
          <a:endParaRPr lang="uk-UA" sz="2400" kern="1200"/>
        </a:p>
      </dsp:txBody>
      <dsp:txXfrm>
        <a:off x="46606" y="3280674"/>
        <a:ext cx="4387348" cy="8615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11A4D-509B-4938-9281-8881EE24C4C8}">
      <dsp:nvSpPr>
        <dsp:cNvPr id="0" name=""/>
        <dsp:cNvSpPr/>
      </dsp:nvSpPr>
      <dsp:spPr>
        <a:xfrm>
          <a:off x="0" y="581948"/>
          <a:ext cx="448056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визнання протекторату Османської імперії</a:t>
          </a:r>
          <a:endParaRPr lang="uk-UA" sz="1900" kern="1200"/>
        </a:p>
      </dsp:txBody>
      <dsp:txXfrm>
        <a:off x="36896" y="618844"/>
        <a:ext cx="4406768" cy="682028"/>
      </dsp:txXfrm>
    </dsp:sp>
    <dsp:sp modelId="{D8D46B45-0F8A-459F-935F-25F5F2D9FE3F}">
      <dsp:nvSpPr>
        <dsp:cNvPr id="0" name=""/>
        <dsp:cNvSpPr/>
      </dsp:nvSpPr>
      <dsp:spPr>
        <a:xfrm>
          <a:off x="0" y="1392488"/>
          <a:ext cx="448056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укладення військово-політичного союзу зі Швецією</a:t>
          </a:r>
          <a:endParaRPr lang="uk-UA" sz="1900" kern="1200"/>
        </a:p>
      </dsp:txBody>
      <dsp:txXfrm>
        <a:off x="36896" y="1429384"/>
        <a:ext cx="4406768" cy="682028"/>
      </dsp:txXfrm>
    </dsp:sp>
    <dsp:sp modelId="{A4253DD5-0A2B-4610-A353-BA4C217EDA45}">
      <dsp:nvSpPr>
        <dsp:cNvPr id="0" name=""/>
        <dsp:cNvSpPr/>
      </dsp:nvSpPr>
      <dsp:spPr>
        <a:xfrm>
          <a:off x="0" y="2203028"/>
          <a:ext cx="448056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створення найманого кінного війська «компанійців»</a:t>
          </a:r>
          <a:endParaRPr lang="uk-UA" sz="1900" kern="1200"/>
        </a:p>
      </dsp:txBody>
      <dsp:txXfrm>
        <a:off x="36896" y="2239924"/>
        <a:ext cx="4406768" cy="682028"/>
      </dsp:txXfrm>
    </dsp:sp>
    <dsp:sp modelId="{89B14C2F-B1AA-4E46-85A1-BCED5A50420C}">
      <dsp:nvSpPr>
        <dsp:cNvPr id="0" name=""/>
        <dsp:cNvSpPr/>
      </dsp:nvSpPr>
      <dsp:spPr>
        <a:xfrm>
          <a:off x="0" y="3013568"/>
          <a:ext cx="448056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проведення «Великого згону» населення Правобережної України</a:t>
          </a:r>
          <a:endParaRPr lang="uk-UA" sz="1900" kern="1200"/>
        </a:p>
      </dsp:txBody>
      <dsp:txXfrm>
        <a:off x="36896" y="3050464"/>
        <a:ext cx="4406768" cy="6820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0D9F6-6E00-4D77-9DD1-C8FF83989767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4D4D18-3668-4E19-9B8C-4FBE36C5137F}">
      <dsp:nvSpPr>
        <dsp:cNvPr id="0" name=""/>
        <dsp:cNvSpPr/>
      </dsp:nvSpPr>
      <dsp:spPr>
        <a:xfrm>
          <a:off x="411089" y="271871"/>
          <a:ext cx="400974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І. Мазепа</a:t>
          </a:r>
          <a:endParaRPr lang="uk-UA" sz="2800" kern="1200"/>
        </a:p>
      </dsp:txBody>
      <dsp:txXfrm>
        <a:off x="411089" y="271871"/>
        <a:ext cx="4009745" cy="544091"/>
      </dsp:txXfrm>
    </dsp:sp>
    <dsp:sp modelId="{EDAA389F-98A7-4BF8-8D8E-6D762A73776D}">
      <dsp:nvSpPr>
        <dsp:cNvPr id="0" name=""/>
        <dsp:cNvSpPr/>
      </dsp:nvSpPr>
      <dsp:spPr>
        <a:xfrm>
          <a:off x="71032" y="203860"/>
          <a:ext cx="680113" cy="680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CDEE9-C2EC-42C0-B8BD-FE5B2CABE9FE}">
      <dsp:nvSpPr>
        <dsp:cNvPr id="0" name=""/>
        <dsp:cNvSpPr/>
      </dsp:nvSpPr>
      <dsp:spPr>
        <a:xfrm>
          <a:off x="800969" y="1087747"/>
          <a:ext cx="361986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П. Дорошенко</a:t>
          </a:r>
          <a:endParaRPr lang="uk-UA" sz="2800" kern="1200"/>
        </a:p>
      </dsp:txBody>
      <dsp:txXfrm>
        <a:off x="800969" y="1087747"/>
        <a:ext cx="3619865" cy="544091"/>
      </dsp:txXfrm>
    </dsp:sp>
    <dsp:sp modelId="{4F4A70C0-3C17-44E3-9307-026437D8AE00}">
      <dsp:nvSpPr>
        <dsp:cNvPr id="0" name=""/>
        <dsp:cNvSpPr/>
      </dsp:nvSpPr>
      <dsp:spPr>
        <a:xfrm>
          <a:off x="460912" y="1019735"/>
          <a:ext cx="680113" cy="680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E4B88-C629-49CD-8E64-12611E04DB3C}">
      <dsp:nvSpPr>
        <dsp:cNvPr id="0" name=""/>
        <dsp:cNvSpPr/>
      </dsp:nvSpPr>
      <dsp:spPr>
        <a:xfrm>
          <a:off x="920631" y="1903622"/>
          <a:ext cx="350020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І. Брюховецький</a:t>
          </a:r>
          <a:endParaRPr lang="uk-UA" sz="2800" kern="1200"/>
        </a:p>
      </dsp:txBody>
      <dsp:txXfrm>
        <a:off x="920631" y="1903622"/>
        <a:ext cx="3500203" cy="544091"/>
      </dsp:txXfrm>
    </dsp:sp>
    <dsp:sp modelId="{407B12AD-FFCA-48C0-9380-54A361542D8B}">
      <dsp:nvSpPr>
        <dsp:cNvPr id="0" name=""/>
        <dsp:cNvSpPr/>
      </dsp:nvSpPr>
      <dsp:spPr>
        <a:xfrm>
          <a:off x="580574" y="1835611"/>
          <a:ext cx="680113" cy="680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76211-038D-41D6-AF93-820F01AA53F6}">
      <dsp:nvSpPr>
        <dsp:cNvPr id="0" name=""/>
        <dsp:cNvSpPr/>
      </dsp:nvSpPr>
      <dsp:spPr>
        <a:xfrm>
          <a:off x="800969" y="2719498"/>
          <a:ext cx="361986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Д. Многогрішний</a:t>
          </a:r>
          <a:endParaRPr lang="uk-UA" sz="2800" kern="1200"/>
        </a:p>
      </dsp:txBody>
      <dsp:txXfrm>
        <a:off x="800969" y="2719498"/>
        <a:ext cx="3619865" cy="544091"/>
      </dsp:txXfrm>
    </dsp:sp>
    <dsp:sp modelId="{DEB860E0-7CEC-44B6-BF5A-C8DFC2F2457A}">
      <dsp:nvSpPr>
        <dsp:cNvPr id="0" name=""/>
        <dsp:cNvSpPr/>
      </dsp:nvSpPr>
      <dsp:spPr>
        <a:xfrm>
          <a:off x="460912" y="2651487"/>
          <a:ext cx="680113" cy="680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D2F49B-45C6-4CD4-9233-B9281050514C}">
      <dsp:nvSpPr>
        <dsp:cNvPr id="0" name=""/>
        <dsp:cNvSpPr/>
      </dsp:nvSpPr>
      <dsp:spPr>
        <a:xfrm>
          <a:off x="411089" y="3535374"/>
          <a:ext cx="400974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І. Самойлович</a:t>
          </a:r>
          <a:endParaRPr lang="uk-UA" sz="2800" kern="1200"/>
        </a:p>
      </dsp:txBody>
      <dsp:txXfrm>
        <a:off x="411089" y="3535374"/>
        <a:ext cx="4009745" cy="544091"/>
      </dsp:txXfrm>
    </dsp:sp>
    <dsp:sp modelId="{F8F99CF9-47F8-4114-97BC-3C4125536075}">
      <dsp:nvSpPr>
        <dsp:cNvPr id="0" name=""/>
        <dsp:cNvSpPr/>
      </dsp:nvSpPr>
      <dsp:spPr>
        <a:xfrm>
          <a:off x="71032" y="3467362"/>
          <a:ext cx="680113" cy="6801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9A2D5-B271-4792-80BE-5DC122CC152B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B2150B-D330-4627-B10E-5D9F7BB1C93C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П. Дорошенко</a:t>
          </a:r>
          <a:endParaRPr lang="uk-UA" sz="2600" kern="1200"/>
        </a:p>
      </dsp:txBody>
      <dsp:txXfrm>
        <a:off x="492024" y="334530"/>
        <a:ext cx="3928810" cy="669409"/>
      </dsp:txXfrm>
    </dsp:sp>
    <dsp:sp modelId="{21B85D61-379D-4F4F-A024-4044414E3681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74416-030C-4FE0-89E7-4B29996FDB9E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Ю. Хмельницький</a:t>
          </a:r>
          <a:endParaRPr lang="uk-UA" sz="2600" kern="1200"/>
        </a:p>
      </dsp:txBody>
      <dsp:txXfrm>
        <a:off x="875812" y="1338819"/>
        <a:ext cx="3545022" cy="669409"/>
      </dsp:txXfrm>
    </dsp:sp>
    <dsp:sp modelId="{85B4C58C-46F2-4162-97A2-F11124E09C91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4CE24-F539-4C81-8CCE-0B18BB5148BD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І. Самойлович</a:t>
          </a:r>
          <a:endParaRPr lang="uk-UA" sz="2600" kern="1200"/>
        </a:p>
      </dsp:txBody>
      <dsp:txXfrm>
        <a:off x="875812" y="2343107"/>
        <a:ext cx="3545022" cy="669409"/>
      </dsp:txXfrm>
    </dsp:sp>
    <dsp:sp modelId="{6F99A09E-D1D4-4FF9-BCAA-0691B1220FF6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214DC-5C4B-4DDA-B42C-6B1394AE78E4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І. Мазепа</a:t>
          </a:r>
          <a:endParaRPr lang="uk-UA" sz="2600" kern="1200"/>
        </a:p>
      </dsp:txBody>
      <dsp:txXfrm>
        <a:off x="492024" y="3347396"/>
        <a:ext cx="3928810" cy="669409"/>
      </dsp:txXfrm>
    </dsp:sp>
    <dsp:sp modelId="{177B08FC-2127-40D4-973E-79A8DAEE2EE2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22F2D-FCB5-457F-8511-43B43AB883F3}">
      <dsp:nvSpPr>
        <dsp:cNvPr id="0" name=""/>
        <dsp:cNvSpPr/>
      </dsp:nvSpPr>
      <dsp:spPr>
        <a:xfrm>
          <a:off x="0" y="714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укладення українсько-шведської антимосковської угоди</a:t>
          </a:r>
          <a:endParaRPr lang="uk-UA" sz="2000" kern="1200"/>
        </a:p>
      </dsp:txBody>
      <dsp:txXfrm>
        <a:off x="38838" y="110306"/>
        <a:ext cx="4402884" cy="717924"/>
      </dsp:txXfrm>
    </dsp:sp>
    <dsp:sp modelId="{69B76A38-B3A0-42FD-B1DA-3911E16465DA}">
      <dsp:nvSpPr>
        <dsp:cNvPr id="0" name=""/>
        <dsp:cNvSpPr/>
      </dsp:nvSpPr>
      <dsp:spPr>
        <a:xfrm>
          <a:off x="0" y="9246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ухвалення протекторату Османської імперії</a:t>
          </a:r>
          <a:endParaRPr lang="uk-UA" sz="2000" kern="1200"/>
        </a:p>
      </dsp:txBody>
      <dsp:txXfrm>
        <a:off x="38838" y="963506"/>
        <a:ext cx="4402884" cy="717924"/>
      </dsp:txXfrm>
    </dsp:sp>
    <dsp:sp modelId="{689E5E3E-BF9C-4FAD-AF73-3EAFD99CCCC2}">
      <dsp:nvSpPr>
        <dsp:cNvPr id="0" name=""/>
        <dsp:cNvSpPr/>
      </dsp:nvSpPr>
      <dsp:spPr>
        <a:xfrm>
          <a:off x="0" y="17778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Чигиринські походи османсько-кримськотатарської армії</a:t>
          </a:r>
          <a:endParaRPr lang="uk-UA" sz="2000" kern="1200"/>
        </a:p>
      </dsp:txBody>
      <dsp:txXfrm>
        <a:off x="38838" y="1816706"/>
        <a:ext cx="4402884" cy="717924"/>
      </dsp:txXfrm>
    </dsp:sp>
    <dsp:sp modelId="{EA229FEF-05D9-4D15-938F-5601D31EAE8A}">
      <dsp:nvSpPr>
        <dsp:cNvPr id="0" name=""/>
        <dsp:cNvSpPr/>
      </dsp:nvSpPr>
      <dsp:spPr>
        <a:xfrm>
          <a:off x="0" y="26310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здійснення «Великого згону»</a:t>
          </a:r>
          <a:endParaRPr lang="uk-UA" sz="2000" kern="1200"/>
        </a:p>
      </dsp:txBody>
      <dsp:txXfrm>
        <a:off x="38838" y="2669906"/>
        <a:ext cx="4402884" cy="717924"/>
      </dsp:txXfrm>
    </dsp:sp>
    <dsp:sp modelId="{8DD2AEC8-4870-408F-A812-C23F2C4C18AF}">
      <dsp:nvSpPr>
        <dsp:cNvPr id="0" name=""/>
        <dsp:cNvSpPr/>
      </dsp:nvSpPr>
      <dsp:spPr>
        <a:xfrm>
          <a:off x="0" y="34842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створення найманого війська компанійців</a:t>
          </a:r>
          <a:endParaRPr lang="uk-UA" sz="2000" kern="1200"/>
        </a:p>
      </dsp:txBody>
      <dsp:txXfrm>
        <a:off x="38838" y="3523106"/>
        <a:ext cx="4402884" cy="7179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9B0D32-C1BF-4DCC-AA28-196F643156F4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5B6CC5-DFA9-49B4-AA8C-C77EF38427E4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П. Дорошенко</a:t>
          </a:r>
          <a:endParaRPr lang="uk-UA" sz="3500" kern="1200"/>
        </a:p>
      </dsp:txBody>
      <dsp:txXfrm>
        <a:off x="492024" y="334530"/>
        <a:ext cx="3928810" cy="669409"/>
      </dsp:txXfrm>
    </dsp:sp>
    <dsp:sp modelId="{2C21A093-E6FE-4A29-BE38-6838FD10AF59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59C99-5071-472F-9872-DC6030ECB41D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С. Палій</a:t>
          </a:r>
          <a:endParaRPr lang="uk-UA" sz="3500" kern="1200"/>
        </a:p>
      </dsp:txBody>
      <dsp:txXfrm>
        <a:off x="875812" y="1338819"/>
        <a:ext cx="3545022" cy="669409"/>
      </dsp:txXfrm>
    </dsp:sp>
    <dsp:sp modelId="{2C692F37-5158-48F8-AF83-328BB4D00106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8C768-067C-4DDE-985E-5E4AC1AE2A8D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К. Гордієнко</a:t>
          </a:r>
          <a:endParaRPr lang="uk-UA" sz="3500" kern="1200"/>
        </a:p>
      </dsp:txBody>
      <dsp:txXfrm>
        <a:off x="875812" y="2343107"/>
        <a:ext cx="3545022" cy="669409"/>
      </dsp:txXfrm>
    </dsp:sp>
    <dsp:sp modelId="{B1DA932A-EB1A-492B-8882-A06B8D2F263C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FB18B-0B36-46FC-89A1-5AD848A0D110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Ф. Прокопович</a:t>
          </a:r>
          <a:endParaRPr lang="uk-UA" sz="3500" kern="1200"/>
        </a:p>
      </dsp:txBody>
      <dsp:txXfrm>
        <a:off x="492024" y="3347396"/>
        <a:ext cx="3928810" cy="669409"/>
      </dsp:txXfrm>
    </dsp:sp>
    <dsp:sp modelId="{FDC5ED4E-3E1E-4670-B9A9-CC93CB9074ED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E0743E-1087-4005-B149-96A3423EC029}">
      <dsp:nvSpPr>
        <dsp:cNvPr id="0" name=""/>
        <dsp:cNvSpPr/>
      </dsp:nvSpPr>
      <dsp:spPr>
        <a:xfrm>
          <a:off x="0" y="8488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гетьман Війська Запорозького</a:t>
          </a:r>
          <a:endParaRPr lang="uk-UA" sz="2100" kern="1200"/>
        </a:p>
      </dsp:txBody>
      <dsp:txXfrm>
        <a:off x="39955" y="48443"/>
        <a:ext cx="4400650" cy="738578"/>
      </dsp:txXfrm>
    </dsp:sp>
    <dsp:sp modelId="{8D733306-C7DD-4283-9904-47A43C25DD49}">
      <dsp:nvSpPr>
        <dsp:cNvPr id="0" name=""/>
        <dsp:cNvSpPr/>
      </dsp:nvSpPr>
      <dsp:spPr>
        <a:xfrm>
          <a:off x="0" y="887456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полковник Фастівського полку</a:t>
          </a:r>
          <a:endParaRPr lang="uk-UA" sz="2100" kern="1200"/>
        </a:p>
      </dsp:txBody>
      <dsp:txXfrm>
        <a:off x="39955" y="927411"/>
        <a:ext cx="4400650" cy="738578"/>
      </dsp:txXfrm>
    </dsp:sp>
    <dsp:sp modelId="{F00B7388-C07E-4709-AAE7-B94C4DF5E476}">
      <dsp:nvSpPr>
        <dsp:cNvPr id="0" name=""/>
        <dsp:cNvSpPr/>
      </dsp:nvSpPr>
      <dsp:spPr>
        <a:xfrm>
          <a:off x="0" y="1766424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президент Малоросійської колегії</a:t>
          </a:r>
          <a:endParaRPr lang="uk-UA" sz="2100" kern="1200"/>
        </a:p>
      </dsp:txBody>
      <dsp:txXfrm>
        <a:off x="39955" y="1806379"/>
        <a:ext cx="4400650" cy="738578"/>
      </dsp:txXfrm>
    </dsp:sp>
    <dsp:sp modelId="{578EE69C-1B52-4469-A3E2-58DBE427F610}">
      <dsp:nvSpPr>
        <dsp:cNvPr id="0" name=""/>
        <dsp:cNvSpPr/>
      </dsp:nvSpPr>
      <dsp:spPr>
        <a:xfrm>
          <a:off x="0" y="2645392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ректор Києво-Могилянської академії</a:t>
          </a:r>
          <a:endParaRPr lang="uk-UA" sz="2100" kern="1200"/>
        </a:p>
      </dsp:txBody>
      <dsp:txXfrm>
        <a:off x="39955" y="2685347"/>
        <a:ext cx="4400650" cy="738578"/>
      </dsp:txXfrm>
    </dsp:sp>
    <dsp:sp modelId="{1E516A67-9947-4E0D-9F04-A94B7B0DDFA0}">
      <dsp:nvSpPr>
        <dsp:cNvPr id="0" name=""/>
        <dsp:cNvSpPr/>
      </dsp:nvSpPr>
      <dsp:spPr>
        <a:xfrm>
          <a:off x="0" y="3524360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кошовий отаман Війська Запорозького Низового</a:t>
          </a:r>
          <a:endParaRPr lang="uk-UA" sz="2100" kern="1200"/>
        </a:p>
      </dsp:txBody>
      <dsp:txXfrm>
        <a:off x="39955" y="3564315"/>
        <a:ext cx="4400650" cy="73857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76D7F-096F-4D88-B4DB-F6568858A620}">
      <dsp:nvSpPr>
        <dsp:cNvPr id="0" name=""/>
        <dsp:cNvSpPr/>
      </dsp:nvSpPr>
      <dsp:spPr>
        <a:xfrm>
          <a:off x="976580" y="122157"/>
          <a:ext cx="2527398" cy="25273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І. Мазепа</a:t>
          </a:r>
          <a:endParaRPr lang="uk-UA" sz="1500" kern="1200"/>
        </a:p>
      </dsp:txBody>
      <dsp:txXfrm>
        <a:off x="1313567" y="564452"/>
        <a:ext cx="1853425" cy="1137329"/>
      </dsp:txXfrm>
    </dsp:sp>
    <dsp:sp modelId="{15A3604B-D16C-4853-89BE-104E2ACD5F30}">
      <dsp:nvSpPr>
        <dsp:cNvPr id="0" name=""/>
        <dsp:cNvSpPr/>
      </dsp:nvSpPr>
      <dsp:spPr>
        <a:xfrm>
          <a:off x="1888550" y="1701781"/>
          <a:ext cx="2527398" cy="25273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П. Калнишевський</a:t>
          </a:r>
          <a:endParaRPr lang="uk-UA" sz="1500" kern="1200"/>
        </a:p>
      </dsp:txBody>
      <dsp:txXfrm>
        <a:off x="2661513" y="2354692"/>
        <a:ext cx="1516438" cy="1390068"/>
      </dsp:txXfrm>
    </dsp:sp>
    <dsp:sp modelId="{703B409D-047B-4297-AB73-27C70C4EF9BB}">
      <dsp:nvSpPr>
        <dsp:cNvPr id="0" name=""/>
        <dsp:cNvSpPr/>
      </dsp:nvSpPr>
      <dsp:spPr>
        <a:xfrm>
          <a:off x="64611" y="1701781"/>
          <a:ext cx="2527398" cy="252739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К. Розумовський</a:t>
          </a:r>
          <a:endParaRPr lang="uk-UA" sz="1500" kern="1200"/>
        </a:p>
      </dsp:txBody>
      <dsp:txXfrm>
        <a:off x="302608" y="2354692"/>
        <a:ext cx="1516438" cy="13900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DAD90-7D3A-4074-9918-4C8CB20FB7E9}">
      <dsp:nvSpPr>
        <dsp:cNvPr id="0" name=""/>
        <dsp:cNvSpPr/>
      </dsp:nvSpPr>
      <dsp:spPr>
        <a:xfrm>
          <a:off x="1108932" y="43513"/>
          <a:ext cx="2262695" cy="226269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Ф. Прокопович</a:t>
          </a:r>
          <a:endParaRPr lang="uk-UA" sz="1400" kern="1200"/>
        </a:p>
      </dsp:txBody>
      <dsp:txXfrm>
        <a:off x="1370012" y="348106"/>
        <a:ext cx="1740534" cy="717970"/>
      </dsp:txXfrm>
    </dsp:sp>
    <dsp:sp modelId="{C5ED9ABB-8F1B-4DDB-BA6F-CCC9B96FD7DB}">
      <dsp:nvSpPr>
        <dsp:cNvPr id="0" name=""/>
        <dsp:cNvSpPr/>
      </dsp:nvSpPr>
      <dsp:spPr>
        <a:xfrm>
          <a:off x="2109739" y="1044320"/>
          <a:ext cx="2262695" cy="226269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С. Палій</a:t>
          </a:r>
          <a:endParaRPr lang="uk-UA" sz="1400" kern="1200"/>
        </a:p>
      </dsp:txBody>
      <dsp:txXfrm>
        <a:off x="3328114" y="1305401"/>
        <a:ext cx="870267" cy="1740534"/>
      </dsp:txXfrm>
    </dsp:sp>
    <dsp:sp modelId="{A989530E-B06D-4FD2-9210-3B54940AAE6A}">
      <dsp:nvSpPr>
        <dsp:cNvPr id="0" name=""/>
        <dsp:cNvSpPr/>
      </dsp:nvSpPr>
      <dsp:spPr>
        <a:xfrm>
          <a:off x="1108932" y="2045128"/>
          <a:ext cx="2262695" cy="226269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 dirty="0"/>
            <a:t>П. Орлик</a:t>
          </a:r>
          <a:endParaRPr lang="uk-UA" sz="1400" kern="1200" dirty="0"/>
        </a:p>
      </dsp:txBody>
      <dsp:txXfrm>
        <a:off x="1370012" y="3285259"/>
        <a:ext cx="1740534" cy="717970"/>
      </dsp:txXfrm>
    </dsp:sp>
    <dsp:sp modelId="{D6449C20-68AB-4BAF-BBEB-062825231991}">
      <dsp:nvSpPr>
        <dsp:cNvPr id="0" name=""/>
        <dsp:cNvSpPr/>
      </dsp:nvSpPr>
      <dsp:spPr>
        <a:xfrm>
          <a:off x="108124" y="1044320"/>
          <a:ext cx="2262695" cy="226269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К. Гордієнко</a:t>
          </a:r>
          <a:endParaRPr lang="uk-UA" sz="1400" kern="1200"/>
        </a:p>
      </dsp:txBody>
      <dsp:txXfrm>
        <a:off x="282178" y="1305401"/>
        <a:ext cx="870267" cy="174053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2D5D41-6619-4A33-A641-A539D753011D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0A419-A92C-4640-9F56-E0F56AA778B4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І. Мазепа</a:t>
          </a:r>
          <a:endParaRPr lang="uk-UA" sz="1800" kern="1200"/>
        </a:p>
      </dsp:txBody>
      <dsp:txXfrm>
        <a:off x="560830" y="496219"/>
        <a:ext cx="1531337" cy="1531337"/>
      </dsp:txXfrm>
    </dsp:sp>
    <dsp:sp modelId="{1592A706-345F-4589-B66D-10B97FD77743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С. Палій</a:t>
          </a:r>
          <a:endParaRPr lang="uk-UA" sz="1800" kern="1200"/>
        </a:p>
      </dsp:txBody>
      <dsp:txXfrm>
        <a:off x="2388392" y="496219"/>
        <a:ext cx="1531337" cy="1531337"/>
      </dsp:txXfrm>
    </dsp:sp>
    <dsp:sp modelId="{F835C332-BA61-408B-917B-C52E7551C288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К. Гордієнко</a:t>
          </a:r>
          <a:endParaRPr lang="uk-UA" sz="1800" kern="1200"/>
        </a:p>
      </dsp:txBody>
      <dsp:txXfrm>
        <a:off x="560830" y="2323780"/>
        <a:ext cx="1531337" cy="1531337"/>
      </dsp:txXfrm>
    </dsp:sp>
    <dsp:sp modelId="{19879C0B-77DB-4074-BAE3-96C1FF55D7AA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Ф. Прокопович</a:t>
          </a:r>
          <a:endParaRPr lang="uk-UA" sz="1800" kern="1200"/>
        </a:p>
      </dsp:txBody>
      <dsp:txXfrm>
        <a:off x="2388392" y="2323780"/>
        <a:ext cx="1531337" cy="15313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A1BCF-9BE1-414E-ABB6-AA94DD440D71}">
      <dsp:nvSpPr>
        <dsp:cNvPr id="0" name=""/>
        <dsp:cNvSpPr/>
      </dsp:nvSpPr>
      <dsp:spPr>
        <a:xfrm>
          <a:off x="0" y="8488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гетьман Війська Запорозького</a:t>
          </a:r>
          <a:endParaRPr lang="uk-UA" sz="2100" kern="1200"/>
        </a:p>
      </dsp:txBody>
      <dsp:txXfrm>
        <a:off x="39955" y="48443"/>
        <a:ext cx="4400650" cy="738578"/>
      </dsp:txXfrm>
    </dsp:sp>
    <dsp:sp modelId="{6982D5D0-6377-4112-AF3F-B834C44CECC7}">
      <dsp:nvSpPr>
        <dsp:cNvPr id="0" name=""/>
        <dsp:cNvSpPr/>
      </dsp:nvSpPr>
      <dsp:spPr>
        <a:xfrm>
          <a:off x="0" y="887456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полковник Фастівського козацького полку</a:t>
          </a:r>
          <a:endParaRPr lang="uk-UA" sz="2100" kern="1200"/>
        </a:p>
      </dsp:txBody>
      <dsp:txXfrm>
        <a:off x="39955" y="927411"/>
        <a:ext cx="4400650" cy="738578"/>
      </dsp:txXfrm>
    </dsp:sp>
    <dsp:sp modelId="{80CC4F54-8D0B-4868-8DF7-932662403EF8}">
      <dsp:nvSpPr>
        <dsp:cNvPr id="0" name=""/>
        <dsp:cNvSpPr/>
      </dsp:nvSpPr>
      <dsp:spPr>
        <a:xfrm>
          <a:off x="0" y="1766424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президент Малоросійської колегії</a:t>
          </a:r>
          <a:endParaRPr lang="uk-UA" sz="2100" kern="1200"/>
        </a:p>
      </dsp:txBody>
      <dsp:txXfrm>
        <a:off x="39955" y="1806379"/>
        <a:ext cx="4400650" cy="738578"/>
      </dsp:txXfrm>
    </dsp:sp>
    <dsp:sp modelId="{4A319BA3-85BC-40E3-98A1-A42D226E1AE6}">
      <dsp:nvSpPr>
        <dsp:cNvPr id="0" name=""/>
        <dsp:cNvSpPr/>
      </dsp:nvSpPr>
      <dsp:spPr>
        <a:xfrm>
          <a:off x="0" y="2645392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ректор Києво-Могилянської академії</a:t>
          </a:r>
          <a:endParaRPr lang="uk-UA" sz="2100" kern="1200"/>
        </a:p>
      </dsp:txBody>
      <dsp:txXfrm>
        <a:off x="39955" y="2685347"/>
        <a:ext cx="4400650" cy="738578"/>
      </dsp:txXfrm>
    </dsp:sp>
    <dsp:sp modelId="{87249543-37EE-48E9-A95B-EEA5DCFB6B98}">
      <dsp:nvSpPr>
        <dsp:cNvPr id="0" name=""/>
        <dsp:cNvSpPr/>
      </dsp:nvSpPr>
      <dsp:spPr>
        <a:xfrm>
          <a:off x="0" y="3524360"/>
          <a:ext cx="4480560" cy="8184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кошовий отаман Війська Запорозького Низового</a:t>
          </a:r>
          <a:endParaRPr lang="uk-UA" sz="2100" kern="1200"/>
        </a:p>
      </dsp:txBody>
      <dsp:txXfrm>
        <a:off x="39955" y="3564315"/>
        <a:ext cx="4400650" cy="73857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E68E5-D9D7-44FD-8FC4-41DE88DACF7D}">
      <dsp:nvSpPr>
        <dsp:cNvPr id="0" name=""/>
        <dsp:cNvSpPr/>
      </dsp:nvSpPr>
      <dsp:spPr>
        <a:xfrm>
          <a:off x="0" y="78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ліквідації магдебурзького права.</a:t>
          </a:r>
          <a:endParaRPr lang="uk-UA" sz="2500" kern="1200"/>
        </a:p>
      </dsp:txBody>
      <dsp:txXfrm>
        <a:off x="48547" y="127215"/>
        <a:ext cx="4383466" cy="897406"/>
      </dsp:txXfrm>
    </dsp:sp>
    <dsp:sp modelId="{9A739B21-3452-4306-9187-9C95AC33EF72}">
      <dsp:nvSpPr>
        <dsp:cNvPr id="0" name=""/>
        <dsp:cNvSpPr/>
      </dsp:nvSpPr>
      <dsp:spPr>
        <a:xfrm>
          <a:off x="0" y="1145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узаконення та регламентації панщини.</a:t>
          </a:r>
          <a:endParaRPr lang="uk-UA" sz="2500" kern="1200"/>
        </a:p>
      </dsp:txBody>
      <dsp:txXfrm>
        <a:off x="48547" y="1193715"/>
        <a:ext cx="4383466" cy="897406"/>
      </dsp:txXfrm>
    </dsp:sp>
    <dsp:sp modelId="{79ED972C-D357-4EFC-A1CC-1466A171E101}">
      <dsp:nvSpPr>
        <dsp:cNvPr id="0" name=""/>
        <dsp:cNvSpPr/>
      </dsp:nvSpPr>
      <dsp:spPr>
        <a:xfrm>
          <a:off x="0" y="2211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обезземелення козацької старшини та шляхти.</a:t>
          </a:r>
          <a:endParaRPr lang="uk-UA" sz="2500" kern="1200"/>
        </a:p>
      </dsp:txBody>
      <dsp:txXfrm>
        <a:off x="48547" y="2260215"/>
        <a:ext cx="4383466" cy="897406"/>
      </dsp:txXfrm>
    </dsp:sp>
    <dsp:sp modelId="{39B1069E-027A-4B68-9CA6-C74E266B5A6A}">
      <dsp:nvSpPr>
        <dsp:cNvPr id="0" name=""/>
        <dsp:cNvSpPr/>
      </dsp:nvSpPr>
      <dsp:spPr>
        <a:xfrm>
          <a:off x="0" y="3278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скорочення землеволодінь російського дворянства.</a:t>
          </a:r>
          <a:endParaRPr lang="uk-UA" sz="2500" kern="1200"/>
        </a:p>
      </dsp:txBody>
      <dsp:txXfrm>
        <a:off x="48547" y="3326715"/>
        <a:ext cx="4383466" cy="89740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7FABD-9E89-4C50-8F97-1FEAAAEB2B87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 dirty="0"/>
            <a:t>П. Орлика</a:t>
          </a:r>
          <a:endParaRPr lang="uk-UA" sz="4100" kern="1200" dirty="0"/>
        </a:p>
      </dsp:txBody>
      <dsp:txXfrm>
        <a:off x="48005" y="79783"/>
        <a:ext cx="4384550" cy="887374"/>
      </dsp:txXfrm>
    </dsp:sp>
    <dsp:sp modelId="{81A9E24F-5CAE-4513-AA0A-E62FD06DD387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П. Дорошенка</a:t>
          </a:r>
          <a:endParaRPr lang="uk-UA" sz="4100" kern="1200"/>
        </a:p>
      </dsp:txBody>
      <dsp:txXfrm>
        <a:off x="48005" y="1181248"/>
        <a:ext cx="4384550" cy="887374"/>
      </dsp:txXfrm>
    </dsp:sp>
    <dsp:sp modelId="{6BB5F27A-E2DE-4743-984A-E40367C3A3CB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 dirty="0"/>
            <a:t>Д. Апостола</a:t>
          </a:r>
          <a:endParaRPr lang="uk-UA" sz="4100" kern="1200" dirty="0"/>
        </a:p>
      </dsp:txBody>
      <dsp:txXfrm>
        <a:off x="48005" y="2282713"/>
        <a:ext cx="4384550" cy="887374"/>
      </dsp:txXfrm>
    </dsp:sp>
    <dsp:sp modelId="{451A49FE-88A2-4146-8941-82A319434E15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І. Мазепи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1D974-FD79-4922-85EF-0ECE7D2D3505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E2DCC-653B-4591-93AD-916488CFF695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фрески.</a:t>
          </a:r>
          <a:endParaRPr lang="uk-UA" sz="2000" kern="1200"/>
        </a:p>
      </dsp:txBody>
      <dsp:txXfrm>
        <a:off x="560830" y="496219"/>
        <a:ext cx="1531337" cy="1531337"/>
      </dsp:txXfrm>
    </dsp:sp>
    <dsp:sp modelId="{45632B54-FEBD-473A-90CD-52755C21E666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мозаїки.</a:t>
          </a:r>
          <a:endParaRPr lang="uk-UA" sz="2000" kern="1200"/>
        </a:p>
      </dsp:txBody>
      <dsp:txXfrm>
        <a:off x="2388392" y="496219"/>
        <a:ext cx="1531337" cy="1531337"/>
      </dsp:txXfrm>
    </dsp:sp>
    <dsp:sp modelId="{CF1F44F6-4AB0-44C5-895B-E1ECB68A8DBD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гравюри.</a:t>
          </a:r>
          <a:endParaRPr lang="uk-UA" sz="2000" kern="1200"/>
        </a:p>
      </dsp:txBody>
      <dsp:txXfrm>
        <a:off x="560830" y="2323780"/>
        <a:ext cx="1531337" cy="1531337"/>
      </dsp:txXfrm>
    </dsp:sp>
    <dsp:sp modelId="{11FF6E69-35A3-4C74-BEB1-E6576588C314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мініатюри.</a:t>
          </a:r>
          <a:endParaRPr lang="uk-UA" sz="2000" kern="1200"/>
        </a:p>
      </dsp:txBody>
      <dsp:txXfrm>
        <a:off x="2388392" y="2323780"/>
        <a:ext cx="1531337" cy="153133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5330A-E6A1-432F-ABCD-735B38DA2D4B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29EF1-DB5B-4A45-B5CE-529A1B2A4E6E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 dirty="0"/>
            <a:t>П. Орлика.</a:t>
          </a:r>
          <a:endParaRPr lang="uk-UA" sz="1800" kern="1200" dirty="0"/>
        </a:p>
      </dsp:txBody>
      <dsp:txXfrm>
        <a:off x="560830" y="496219"/>
        <a:ext cx="1531337" cy="1531337"/>
      </dsp:txXfrm>
    </dsp:sp>
    <dsp:sp modelId="{97A22782-3588-4BEE-818A-88DDC3D81B51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П. Дорошенка.</a:t>
          </a:r>
          <a:endParaRPr lang="uk-UA" sz="1800" kern="1200"/>
        </a:p>
      </dsp:txBody>
      <dsp:txXfrm>
        <a:off x="2388392" y="496219"/>
        <a:ext cx="1531337" cy="1531337"/>
      </dsp:txXfrm>
    </dsp:sp>
    <dsp:sp modelId="{ECF7F40E-DEBD-4AB8-A1F8-32CA7288E4FB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 dirty="0"/>
            <a:t>Д. Апостола.</a:t>
          </a:r>
          <a:endParaRPr lang="uk-UA" sz="1800" kern="1200" dirty="0"/>
        </a:p>
      </dsp:txBody>
      <dsp:txXfrm>
        <a:off x="560830" y="2323780"/>
        <a:ext cx="1531337" cy="1531337"/>
      </dsp:txXfrm>
    </dsp:sp>
    <dsp:sp modelId="{93031539-EC34-4E8F-B895-EEE7318953C4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І. Мазепи.</a:t>
          </a:r>
          <a:endParaRPr lang="uk-UA" sz="1800" kern="1200"/>
        </a:p>
      </dsp:txBody>
      <dsp:txXfrm>
        <a:off x="2388392" y="2323780"/>
        <a:ext cx="1531337" cy="153133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D2877-1277-4DBE-951A-D9A594965DAD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3F61A-EBD7-4393-8D28-21C6D619BA53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соціально-економічній політиці.</a:t>
          </a:r>
          <a:endParaRPr lang="uk-UA" sz="2000" kern="1200"/>
        </a:p>
      </dsp:txBody>
      <dsp:txXfrm>
        <a:off x="492024" y="334530"/>
        <a:ext cx="3928810" cy="669409"/>
      </dsp:txXfrm>
    </dsp:sp>
    <dsp:sp modelId="{D5487B9A-73A6-4177-B702-EEA3EC3FAC9D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A5905-F447-4481-900B-1977E8945739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державно-політичній діяльності.</a:t>
          </a:r>
          <a:endParaRPr lang="uk-UA" sz="2000" kern="1200"/>
        </a:p>
      </dsp:txBody>
      <dsp:txXfrm>
        <a:off x="875812" y="1338819"/>
        <a:ext cx="3545022" cy="669409"/>
      </dsp:txXfrm>
    </dsp:sp>
    <dsp:sp modelId="{A96EC7C8-31AA-4D69-BD65-ECB416129F1C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5E782-D431-4BF7-ABE9-E64449A90728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зовнішньополітичній царині.</a:t>
          </a:r>
          <a:endParaRPr lang="uk-UA" sz="2000" kern="1200"/>
        </a:p>
      </dsp:txBody>
      <dsp:txXfrm>
        <a:off x="875812" y="2343107"/>
        <a:ext cx="3545022" cy="669409"/>
      </dsp:txXfrm>
    </dsp:sp>
    <dsp:sp modelId="{162646AB-0352-4733-820E-9A41ED609394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6CC962-6E87-4072-BEC7-CB80E21A5BFF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культурно-просвітницькій сфері.</a:t>
          </a:r>
          <a:endParaRPr lang="uk-UA" sz="2000" kern="1200"/>
        </a:p>
      </dsp:txBody>
      <dsp:txXfrm>
        <a:off x="492024" y="3347396"/>
        <a:ext cx="3928810" cy="669409"/>
      </dsp:txXfrm>
    </dsp:sp>
    <dsp:sp modelId="{3C31BE76-BA97-4B27-8BF4-AC73D7D1E442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7987A5-178B-49F0-879A-0844016F3B12}">
      <dsp:nvSpPr>
        <dsp:cNvPr id="0" name=""/>
        <dsp:cNvSpPr/>
      </dsp:nvSpPr>
      <dsp:spPr>
        <a:xfrm>
          <a:off x="0" y="0"/>
          <a:ext cx="3896139" cy="435133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35FC8-489D-4AD8-877F-CCE7D4ACBB0C}">
      <dsp:nvSpPr>
        <dsp:cNvPr id="0" name=""/>
        <dsp:cNvSpPr/>
      </dsp:nvSpPr>
      <dsp:spPr>
        <a:xfrm>
          <a:off x="1948069" y="435558"/>
          <a:ext cx="2532490" cy="7733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І. Мазепу.</a:t>
          </a:r>
          <a:endParaRPr lang="uk-UA" sz="1900" kern="1200"/>
        </a:p>
      </dsp:txBody>
      <dsp:txXfrm>
        <a:off x="1985822" y="473311"/>
        <a:ext cx="2456984" cy="697876"/>
      </dsp:txXfrm>
    </dsp:sp>
    <dsp:sp modelId="{E26749AF-8D27-4E31-84B9-8CD6DAC6E499}">
      <dsp:nvSpPr>
        <dsp:cNvPr id="0" name=""/>
        <dsp:cNvSpPr/>
      </dsp:nvSpPr>
      <dsp:spPr>
        <a:xfrm>
          <a:off x="1948069" y="1305613"/>
          <a:ext cx="2532490" cy="7733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І. Самойловича.</a:t>
          </a:r>
          <a:endParaRPr lang="uk-UA" sz="1900" kern="1200"/>
        </a:p>
      </dsp:txBody>
      <dsp:txXfrm>
        <a:off x="1985822" y="1343366"/>
        <a:ext cx="2456984" cy="697876"/>
      </dsp:txXfrm>
    </dsp:sp>
    <dsp:sp modelId="{51831868-648A-4783-B9E1-BBE1FAFD35D6}">
      <dsp:nvSpPr>
        <dsp:cNvPr id="0" name=""/>
        <dsp:cNvSpPr/>
      </dsp:nvSpPr>
      <dsp:spPr>
        <a:xfrm>
          <a:off x="1948069" y="2175668"/>
          <a:ext cx="2532490" cy="7733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І. Брюховецького.</a:t>
          </a:r>
          <a:endParaRPr lang="uk-UA" sz="1900" kern="1200"/>
        </a:p>
      </dsp:txBody>
      <dsp:txXfrm>
        <a:off x="1985822" y="2213421"/>
        <a:ext cx="2456984" cy="697876"/>
      </dsp:txXfrm>
    </dsp:sp>
    <dsp:sp modelId="{3C0D9986-C5FF-46A2-812F-8363560EE9B4}">
      <dsp:nvSpPr>
        <dsp:cNvPr id="0" name=""/>
        <dsp:cNvSpPr/>
      </dsp:nvSpPr>
      <dsp:spPr>
        <a:xfrm>
          <a:off x="1948069" y="3045723"/>
          <a:ext cx="2532490" cy="7733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Ю.Хмельницького.</a:t>
          </a:r>
          <a:endParaRPr lang="uk-UA" sz="1900" kern="1200"/>
        </a:p>
      </dsp:txBody>
      <dsp:txXfrm>
        <a:off x="1985822" y="3083476"/>
        <a:ext cx="2456984" cy="69787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BA28D-8B95-40CB-BFF4-80CD120599E3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11D4C4-E3FD-470A-A948-C666C382BFFF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П. Тетері</a:t>
          </a:r>
          <a:endParaRPr lang="uk-UA" sz="2500" kern="1200"/>
        </a:p>
      </dsp:txBody>
      <dsp:txXfrm>
        <a:off x="492024" y="334530"/>
        <a:ext cx="3928810" cy="669409"/>
      </dsp:txXfrm>
    </dsp:sp>
    <dsp:sp modelId="{D97C7DAD-BA0D-4BA2-9A2C-1A76A70B8FD0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109D2-3864-43B9-BD09-037BB7073052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І. Самойловича</a:t>
          </a:r>
          <a:endParaRPr lang="uk-UA" sz="2500" kern="1200"/>
        </a:p>
      </dsp:txBody>
      <dsp:txXfrm>
        <a:off x="875812" y="1338819"/>
        <a:ext cx="3545022" cy="669409"/>
      </dsp:txXfrm>
    </dsp:sp>
    <dsp:sp modelId="{C518AEFF-9CC9-4EC2-9B08-D9354E2793A0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8DCAB-150F-473A-BEEF-06D18D6FF231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Ю. Хмельницького</a:t>
          </a:r>
          <a:endParaRPr lang="uk-UA" sz="2500" kern="1200"/>
        </a:p>
      </dsp:txBody>
      <dsp:txXfrm>
        <a:off x="875812" y="2343107"/>
        <a:ext cx="3545022" cy="669409"/>
      </dsp:txXfrm>
    </dsp:sp>
    <dsp:sp modelId="{D680D6DB-9525-4988-833B-AA9DB3926309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97827-E3DC-4AE4-9862-B152C925B36C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І. Мазепи</a:t>
          </a:r>
          <a:endParaRPr lang="uk-UA" sz="2500" kern="1200"/>
        </a:p>
      </dsp:txBody>
      <dsp:txXfrm>
        <a:off x="492024" y="3347396"/>
        <a:ext cx="3928810" cy="669409"/>
      </dsp:txXfrm>
    </dsp:sp>
    <dsp:sp modelId="{C2BEBB43-B4DE-42F8-B0C8-03318636A7B9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F4D5D-307B-49D7-8CD7-6CE1F6461875}">
      <dsp:nvSpPr>
        <dsp:cNvPr id="0" name=""/>
        <dsp:cNvSpPr/>
      </dsp:nvSpPr>
      <dsp:spPr>
        <a:xfrm>
          <a:off x="0" y="531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106CC-8A2C-45A5-BBDF-C9523876201D}">
      <dsp:nvSpPr>
        <dsp:cNvPr id="0" name=""/>
        <dsp:cNvSpPr/>
      </dsp:nvSpPr>
      <dsp:spPr>
        <a:xfrm>
          <a:off x="0" y="531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визначити події першого Кримського походу московсько-українського війська (травень-червень 1687 р.).</a:t>
          </a:r>
          <a:endParaRPr lang="uk-UA" sz="1200" kern="1200"/>
        </a:p>
      </dsp:txBody>
      <dsp:txXfrm>
        <a:off x="0" y="531"/>
        <a:ext cx="4480560" cy="621467"/>
      </dsp:txXfrm>
    </dsp:sp>
    <dsp:sp modelId="{D291CC33-6349-4905-A0E7-3EB2A5484587}">
      <dsp:nvSpPr>
        <dsp:cNvPr id="0" name=""/>
        <dsp:cNvSpPr/>
      </dsp:nvSpPr>
      <dsp:spPr>
        <a:xfrm>
          <a:off x="0" y="621998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D6F02-D1F3-48B7-B912-A0CCC32E05B6}">
      <dsp:nvSpPr>
        <dsp:cNvPr id="0" name=""/>
        <dsp:cNvSpPr/>
      </dsp:nvSpPr>
      <dsp:spPr>
        <a:xfrm>
          <a:off x="0" y="621998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указати місце остаточної ліквідації царським урядом Запорозької Січі.</a:t>
          </a:r>
          <a:endParaRPr lang="uk-UA" sz="1200" kern="1200"/>
        </a:p>
      </dsp:txBody>
      <dsp:txXfrm>
        <a:off x="0" y="621998"/>
        <a:ext cx="4480560" cy="621467"/>
      </dsp:txXfrm>
    </dsp:sp>
    <dsp:sp modelId="{74F0323B-F5C5-49DB-9F13-608FCFD04E16}">
      <dsp:nvSpPr>
        <dsp:cNvPr id="0" name=""/>
        <dsp:cNvSpPr/>
      </dsp:nvSpPr>
      <dsp:spPr>
        <a:xfrm>
          <a:off x="0" y="1243466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B25D3-7467-4F23-88E8-DF930654CCDB}">
      <dsp:nvSpPr>
        <dsp:cNvPr id="0" name=""/>
        <dsp:cNvSpPr/>
      </dsp:nvSpPr>
      <dsp:spPr>
        <a:xfrm>
          <a:off x="0" y="1243466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визначити межі територій, охоплених козацьким повстанням на чолі з С. Палієм.</a:t>
          </a:r>
          <a:endParaRPr lang="uk-UA" sz="1200" kern="1200"/>
        </a:p>
      </dsp:txBody>
      <dsp:txXfrm>
        <a:off x="0" y="1243466"/>
        <a:ext cx="4480560" cy="621467"/>
      </dsp:txXfrm>
    </dsp:sp>
    <dsp:sp modelId="{50EFAAC9-BB50-4818-9B3D-E3F14C713B70}">
      <dsp:nvSpPr>
        <dsp:cNvPr id="0" name=""/>
        <dsp:cNvSpPr/>
      </dsp:nvSpPr>
      <dsp:spPr>
        <a:xfrm>
          <a:off x="0" y="1864934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154407-F2E3-486C-B451-4D9A99D2E3BD}">
      <dsp:nvSpPr>
        <dsp:cNvPr id="0" name=""/>
        <dsp:cNvSpPr/>
      </dsp:nvSpPr>
      <dsp:spPr>
        <a:xfrm>
          <a:off x="0" y="1864934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окреслити межі «Великого князівства Руського» за Гадяцьким договором.</a:t>
          </a:r>
          <a:endParaRPr lang="uk-UA" sz="1200" kern="1200"/>
        </a:p>
      </dsp:txBody>
      <dsp:txXfrm>
        <a:off x="0" y="1864934"/>
        <a:ext cx="4480560" cy="621467"/>
      </dsp:txXfrm>
    </dsp:sp>
    <dsp:sp modelId="{B5CF6BC3-FD16-4704-84A1-7B2BDA80AC5A}">
      <dsp:nvSpPr>
        <dsp:cNvPr id="0" name=""/>
        <dsp:cNvSpPr/>
      </dsp:nvSpPr>
      <dsp:spPr>
        <a:xfrm>
          <a:off x="0" y="2486402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7E074-2E0B-402F-BA3D-5B2F2E932BBD}">
      <dsp:nvSpPr>
        <dsp:cNvPr id="0" name=""/>
        <dsp:cNvSpPr/>
      </dsp:nvSpPr>
      <dsp:spPr>
        <a:xfrm>
          <a:off x="0" y="2486402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визначити хід бойових дій Північної війни на українських землях.</a:t>
          </a:r>
          <a:endParaRPr lang="uk-UA" sz="1200" kern="1200"/>
        </a:p>
      </dsp:txBody>
      <dsp:txXfrm>
        <a:off x="0" y="2486402"/>
        <a:ext cx="4480560" cy="621467"/>
      </dsp:txXfrm>
    </dsp:sp>
    <dsp:sp modelId="{D5EB8316-D53D-4D5A-8F02-A07C3A20741A}">
      <dsp:nvSpPr>
        <dsp:cNvPr id="0" name=""/>
        <dsp:cNvSpPr/>
      </dsp:nvSpPr>
      <dsp:spPr>
        <a:xfrm>
          <a:off x="0" y="3107870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826AE-6BBA-4453-BEF9-23A83F24D762}">
      <dsp:nvSpPr>
        <dsp:cNvPr id="0" name=""/>
        <dsp:cNvSpPr/>
      </dsp:nvSpPr>
      <dsp:spPr>
        <a:xfrm>
          <a:off x="0" y="3107870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указати території, що за умовами Бахчисарайського договору, мали залишатися незаселеними.</a:t>
          </a:r>
          <a:endParaRPr lang="uk-UA" sz="1200" kern="1200"/>
        </a:p>
      </dsp:txBody>
      <dsp:txXfrm>
        <a:off x="0" y="3107870"/>
        <a:ext cx="4480560" cy="621467"/>
      </dsp:txXfrm>
    </dsp:sp>
    <dsp:sp modelId="{10086104-A385-4F85-863F-E59D1C2B6476}">
      <dsp:nvSpPr>
        <dsp:cNvPr id="0" name=""/>
        <dsp:cNvSpPr/>
      </dsp:nvSpPr>
      <dsp:spPr>
        <a:xfrm>
          <a:off x="0" y="3729338"/>
          <a:ext cx="44805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45CF9-7FF9-4111-9FD1-7741ED86DC68}">
      <dsp:nvSpPr>
        <dsp:cNvPr id="0" name=""/>
        <dsp:cNvSpPr/>
      </dsp:nvSpPr>
      <dsp:spPr>
        <a:xfrm>
          <a:off x="0" y="3729338"/>
          <a:ext cx="448056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0" kern="1200" baseline="0"/>
            <a:t>окреслити території, на які поширювалася влада гетьмана І. Мазепи.</a:t>
          </a:r>
          <a:endParaRPr lang="uk-UA" sz="1200" kern="1200"/>
        </a:p>
      </dsp:txBody>
      <dsp:txXfrm>
        <a:off x="0" y="3729338"/>
        <a:ext cx="4480560" cy="62146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08E3E-F37E-44AB-8FAF-21ABF5D282DA}">
      <dsp:nvSpPr>
        <dsp:cNvPr id="0" name=""/>
        <dsp:cNvSpPr/>
      </dsp:nvSpPr>
      <dsp:spPr>
        <a:xfrm>
          <a:off x="0" y="396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пересування московських військ під час Кримських походів (1687 р., 1689 р.).</a:t>
          </a:r>
          <a:endParaRPr lang="uk-UA" sz="1900" kern="1200"/>
        </a:p>
      </dsp:txBody>
      <dsp:txXfrm>
        <a:off x="51003" y="54971"/>
        <a:ext cx="4378554" cy="942803"/>
      </dsp:txXfrm>
    </dsp:sp>
    <dsp:sp modelId="{F61B251A-BAD4-4C77-9BCE-FFB1E240961D}">
      <dsp:nvSpPr>
        <dsp:cNvPr id="0" name=""/>
        <dsp:cNvSpPr/>
      </dsp:nvSpPr>
      <dsp:spPr>
        <a:xfrm>
          <a:off x="0" y="110349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дії козацьких полків під час Азовських походів московського царя Петра І (1695, 1696 рр.).</a:t>
          </a:r>
          <a:endParaRPr lang="uk-UA" sz="1900" kern="1200"/>
        </a:p>
      </dsp:txBody>
      <dsp:txXfrm>
        <a:off x="51003" y="1154501"/>
        <a:ext cx="4378554" cy="942803"/>
      </dsp:txXfrm>
    </dsp:sp>
    <dsp:sp modelId="{7DBCBE9F-CB0B-4506-87AB-CDDEA25F95EF}">
      <dsp:nvSpPr>
        <dsp:cNvPr id="0" name=""/>
        <dsp:cNvSpPr/>
      </dsp:nvSpPr>
      <dsp:spPr>
        <a:xfrm>
          <a:off x="0" y="220302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перебіг подій Північної війни на території України (1708–1709 рр.).</a:t>
          </a:r>
          <a:endParaRPr lang="uk-UA" sz="1900" kern="1200"/>
        </a:p>
      </dsp:txBody>
      <dsp:txXfrm>
        <a:off x="51003" y="2254031"/>
        <a:ext cx="4378554" cy="942803"/>
      </dsp:txXfrm>
    </dsp:sp>
    <dsp:sp modelId="{FA2A20BA-9E90-4B8F-B16E-BAD6BEB94FDF}">
      <dsp:nvSpPr>
        <dsp:cNvPr id="0" name=""/>
        <dsp:cNvSpPr/>
      </dsp:nvSpPr>
      <dsp:spPr>
        <a:xfrm>
          <a:off x="0" y="330255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 dirty="0"/>
            <a:t>напрямок походу П. Орлика на Правобережжя (1711 р.).</a:t>
          </a:r>
          <a:endParaRPr lang="uk-UA" sz="1900" kern="1200" dirty="0"/>
        </a:p>
      </dsp:txBody>
      <dsp:txXfrm>
        <a:off x="51003" y="3353561"/>
        <a:ext cx="4378554" cy="94280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A5589-E003-42D1-9037-A8B5F156132A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46E716-4A3B-4A65-9964-617046732ADA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С. Палія.</a:t>
          </a:r>
          <a:endParaRPr lang="uk-UA" sz="3200" kern="1200"/>
        </a:p>
      </dsp:txBody>
      <dsp:txXfrm>
        <a:off x="492024" y="334530"/>
        <a:ext cx="3928810" cy="669409"/>
      </dsp:txXfrm>
    </dsp:sp>
    <dsp:sp modelId="{2AA1C12D-0926-4C4F-8E70-E4518F4B9069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29BE4-5D50-4561-9A4E-8C662A0543B0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М. Залізняка.</a:t>
          </a:r>
          <a:endParaRPr lang="uk-UA" sz="3200" kern="1200"/>
        </a:p>
      </dsp:txBody>
      <dsp:txXfrm>
        <a:off x="875812" y="1338819"/>
        <a:ext cx="3545022" cy="669409"/>
      </dsp:txXfrm>
    </dsp:sp>
    <dsp:sp modelId="{E92BF773-6918-4FE0-B672-B67C3BA39C94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B88B4-A333-4D26-BD69-6BDB9AC2CAC7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У. Кармелюка.</a:t>
          </a:r>
          <a:endParaRPr lang="uk-UA" sz="3200" kern="1200"/>
        </a:p>
      </dsp:txBody>
      <dsp:txXfrm>
        <a:off x="875812" y="2343107"/>
        <a:ext cx="3545022" cy="669409"/>
      </dsp:txXfrm>
    </dsp:sp>
    <dsp:sp modelId="{235BA501-D36F-4CBF-BA4C-268D1584950E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CCD5ED-44EF-47C4-BE42-A43CE252595D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К. Косинського.</a:t>
          </a:r>
          <a:endParaRPr lang="uk-UA" sz="3200" kern="1200"/>
        </a:p>
      </dsp:txBody>
      <dsp:txXfrm>
        <a:off x="492024" y="3347396"/>
        <a:ext cx="3928810" cy="669409"/>
      </dsp:txXfrm>
    </dsp:sp>
    <dsp:sp modelId="{1B8834D6-7FFA-473F-B8DD-1E866914EC76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37E08-B5F1-4075-82FC-C4877AA627C6}">
      <dsp:nvSpPr>
        <dsp:cNvPr id="0" name=""/>
        <dsp:cNvSpPr/>
      </dsp:nvSpPr>
      <dsp:spPr>
        <a:xfrm>
          <a:off x="0" y="530243"/>
          <a:ext cx="4480560" cy="7795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укладання Конституції П. Орлика</a:t>
          </a:r>
          <a:endParaRPr lang="uk-UA" sz="2000" kern="1200"/>
        </a:p>
      </dsp:txBody>
      <dsp:txXfrm>
        <a:off x="38053" y="568296"/>
        <a:ext cx="4404454" cy="703406"/>
      </dsp:txXfrm>
    </dsp:sp>
    <dsp:sp modelId="{D980B4C1-DBDD-4397-B0BD-A14FF82AC2BD}">
      <dsp:nvSpPr>
        <dsp:cNvPr id="0" name=""/>
        <dsp:cNvSpPr/>
      </dsp:nvSpPr>
      <dsp:spPr>
        <a:xfrm>
          <a:off x="0" y="1367356"/>
          <a:ext cx="4480560" cy="7795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остаточна ліквідація посади гетьмана</a:t>
          </a:r>
          <a:endParaRPr lang="uk-UA" sz="2000" kern="1200"/>
        </a:p>
      </dsp:txBody>
      <dsp:txXfrm>
        <a:off x="38053" y="1405409"/>
        <a:ext cx="4404454" cy="703406"/>
      </dsp:txXfrm>
    </dsp:sp>
    <dsp:sp modelId="{8DC2E58F-5F4C-47D9-8BA8-DD5285C1E44F}">
      <dsp:nvSpPr>
        <dsp:cNvPr id="0" name=""/>
        <dsp:cNvSpPr/>
      </dsp:nvSpPr>
      <dsp:spPr>
        <a:xfrm>
          <a:off x="0" y="2204468"/>
          <a:ext cx="4480560" cy="7795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приєднання Правобережної України до Московської держави</a:t>
          </a:r>
          <a:endParaRPr lang="uk-UA" sz="2000" kern="1200"/>
        </a:p>
      </dsp:txBody>
      <dsp:txXfrm>
        <a:off x="38053" y="2242521"/>
        <a:ext cx="4404454" cy="703406"/>
      </dsp:txXfrm>
    </dsp:sp>
    <dsp:sp modelId="{5722B96E-DF1B-4344-A1FF-4D350F62E5B7}">
      <dsp:nvSpPr>
        <dsp:cNvPr id="0" name=""/>
        <dsp:cNvSpPr/>
      </dsp:nvSpPr>
      <dsp:spPr>
        <a:xfrm>
          <a:off x="0" y="3041581"/>
          <a:ext cx="4480560" cy="7795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запровадження козацького устрою на Правобережній Україні</a:t>
          </a:r>
          <a:endParaRPr lang="uk-UA" sz="2000" kern="1200"/>
        </a:p>
      </dsp:txBody>
      <dsp:txXfrm>
        <a:off x="38053" y="3079634"/>
        <a:ext cx="4404454" cy="70340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BB24E-AAF7-47F7-B167-324BE94D5938}">
      <dsp:nvSpPr>
        <dsp:cNvPr id="0" name=""/>
        <dsp:cNvSpPr/>
      </dsp:nvSpPr>
      <dsp:spPr>
        <a:xfrm rot="10800000">
          <a:off x="972563" y="1371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1, 2</a:t>
          </a:r>
          <a:endParaRPr lang="uk-UA" sz="4100" kern="1200"/>
        </a:p>
      </dsp:txBody>
      <dsp:txXfrm rot="10800000">
        <a:off x="1194633" y="1371"/>
        <a:ext cx="2757502" cy="888279"/>
      </dsp:txXfrm>
    </dsp:sp>
    <dsp:sp modelId="{9CBE97FD-A989-41AC-9850-E41FA3A92E4E}">
      <dsp:nvSpPr>
        <dsp:cNvPr id="0" name=""/>
        <dsp:cNvSpPr/>
      </dsp:nvSpPr>
      <dsp:spPr>
        <a:xfrm>
          <a:off x="528423" y="1371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9CE77-0E28-4E0E-A752-5A8777762250}">
      <dsp:nvSpPr>
        <dsp:cNvPr id="0" name=""/>
        <dsp:cNvSpPr/>
      </dsp:nvSpPr>
      <dsp:spPr>
        <a:xfrm rot="10800000">
          <a:off x="972563" y="1154809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1, 3</a:t>
          </a:r>
          <a:endParaRPr lang="uk-UA" sz="4100" kern="1200"/>
        </a:p>
      </dsp:txBody>
      <dsp:txXfrm rot="10800000">
        <a:off x="1194633" y="1154809"/>
        <a:ext cx="2757502" cy="888279"/>
      </dsp:txXfrm>
    </dsp:sp>
    <dsp:sp modelId="{580EFBC2-3BBE-4585-94F3-6C317828F63C}">
      <dsp:nvSpPr>
        <dsp:cNvPr id="0" name=""/>
        <dsp:cNvSpPr/>
      </dsp:nvSpPr>
      <dsp:spPr>
        <a:xfrm>
          <a:off x="528423" y="1154809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55D5C-AD98-446F-B9AF-87348A4F7AD9}">
      <dsp:nvSpPr>
        <dsp:cNvPr id="0" name=""/>
        <dsp:cNvSpPr/>
      </dsp:nvSpPr>
      <dsp:spPr>
        <a:xfrm rot="10800000">
          <a:off x="972563" y="2308247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2, 3</a:t>
          </a:r>
          <a:endParaRPr lang="uk-UA" sz="4100" kern="1200"/>
        </a:p>
      </dsp:txBody>
      <dsp:txXfrm rot="10800000">
        <a:off x="1194633" y="2308247"/>
        <a:ext cx="2757502" cy="888279"/>
      </dsp:txXfrm>
    </dsp:sp>
    <dsp:sp modelId="{EC4E666E-5B44-4D5B-829F-59CF17ADE999}">
      <dsp:nvSpPr>
        <dsp:cNvPr id="0" name=""/>
        <dsp:cNvSpPr/>
      </dsp:nvSpPr>
      <dsp:spPr>
        <a:xfrm>
          <a:off x="528423" y="2308247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0BF96-D69B-4C92-AF32-71B55B7E840E}">
      <dsp:nvSpPr>
        <dsp:cNvPr id="0" name=""/>
        <dsp:cNvSpPr/>
      </dsp:nvSpPr>
      <dsp:spPr>
        <a:xfrm rot="10800000">
          <a:off x="972563" y="3461685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1, 2, 3</a:t>
          </a:r>
          <a:endParaRPr lang="uk-UA" sz="4100" kern="1200"/>
        </a:p>
      </dsp:txBody>
      <dsp:txXfrm rot="10800000">
        <a:off x="1194633" y="3461685"/>
        <a:ext cx="2757502" cy="888279"/>
      </dsp:txXfrm>
    </dsp:sp>
    <dsp:sp modelId="{C92E9EA3-D215-455C-8092-85921E1E5BEF}">
      <dsp:nvSpPr>
        <dsp:cNvPr id="0" name=""/>
        <dsp:cNvSpPr/>
      </dsp:nvSpPr>
      <dsp:spPr>
        <a:xfrm>
          <a:off x="528423" y="3461685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8058F-764C-4179-B50F-33C2F1B8157E}">
      <dsp:nvSpPr>
        <dsp:cNvPr id="0" name=""/>
        <dsp:cNvSpPr/>
      </dsp:nvSpPr>
      <dsp:spPr>
        <a:xfrm>
          <a:off x="0" y="118887"/>
          <a:ext cx="4480560" cy="974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узаконення панщини.</a:t>
          </a:r>
          <a:endParaRPr lang="uk-UA" sz="2500" kern="1200"/>
        </a:p>
      </dsp:txBody>
      <dsp:txXfrm>
        <a:off x="47566" y="166453"/>
        <a:ext cx="4385428" cy="879258"/>
      </dsp:txXfrm>
    </dsp:sp>
    <dsp:sp modelId="{6E0ADD86-BAD5-44DD-A4F3-17007A10BB5C}">
      <dsp:nvSpPr>
        <dsp:cNvPr id="0" name=""/>
        <dsp:cNvSpPr/>
      </dsp:nvSpPr>
      <dsp:spPr>
        <a:xfrm>
          <a:off x="0" y="1165277"/>
          <a:ext cx="4480560" cy="974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ліквідації магдебурзького права.</a:t>
          </a:r>
          <a:endParaRPr lang="uk-UA" sz="2500" kern="1200"/>
        </a:p>
      </dsp:txBody>
      <dsp:txXfrm>
        <a:off x="47566" y="1212843"/>
        <a:ext cx="4385428" cy="879258"/>
      </dsp:txXfrm>
    </dsp:sp>
    <dsp:sp modelId="{3451FD90-9A26-47C1-88E8-4475DCEE55B2}">
      <dsp:nvSpPr>
        <dsp:cNvPr id="0" name=""/>
        <dsp:cNvSpPr/>
      </dsp:nvSpPr>
      <dsp:spPr>
        <a:xfrm>
          <a:off x="0" y="2211668"/>
          <a:ext cx="4480560" cy="974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обезземелення козацької старшини та шляхти.</a:t>
          </a:r>
          <a:endParaRPr lang="uk-UA" sz="2500" kern="1200"/>
        </a:p>
      </dsp:txBody>
      <dsp:txXfrm>
        <a:off x="47566" y="2259234"/>
        <a:ext cx="4385428" cy="879258"/>
      </dsp:txXfrm>
    </dsp:sp>
    <dsp:sp modelId="{06EFB409-B6DE-43FE-88F5-EDD6D0152958}">
      <dsp:nvSpPr>
        <dsp:cNvPr id="0" name=""/>
        <dsp:cNvSpPr/>
      </dsp:nvSpPr>
      <dsp:spPr>
        <a:xfrm>
          <a:off x="0" y="3258059"/>
          <a:ext cx="4480560" cy="9743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скорочення землеволодінь російського дворянства.</a:t>
          </a:r>
          <a:endParaRPr lang="uk-UA" sz="2500" kern="1200"/>
        </a:p>
      </dsp:txBody>
      <dsp:txXfrm>
        <a:off x="47566" y="3305625"/>
        <a:ext cx="4385428" cy="87925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B8EF0-4900-425C-9EAA-57B41721DC8D}">
      <dsp:nvSpPr>
        <dsp:cNvPr id="0" name=""/>
        <dsp:cNvSpPr/>
      </dsp:nvSpPr>
      <dsp:spPr>
        <a:xfrm>
          <a:off x="0" y="396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Від служби у гетьмана П. Дорошенка до підписання Коломацьких статей.</a:t>
          </a:r>
          <a:endParaRPr lang="uk-UA" sz="1900" kern="1200"/>
        </a:p>
      </dsp:txBody>
      <dsp:txXfrm>
        <a:off x="51003" y="54971"/>
        <a:ext cx="4378554" cy="942803"/>
      </dsp:txXfrm>
    </dsp:sp>
    <dsp:sp modelId="{66874BF3-21EF-42AE-A2DE-4A8B2CBD710C}">
      <dsp:nvSpPr>
        <dsp:cNvPr id="0" name=""/>
        <dsp:cNvSpPr/>
      </dsp:nvSpPr>
      <dsp:spPr>
        <a:xfrm>
          <a:off x="0" y="110349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Від підписання Коломацьких статей до руйнування Батурина.</a:t>
          </a:r>
          <a:endParaRPr lang="uk-UA" sz="1900" kern="1200"/>
        </a:p>
      </dsp:txBody>
      <dsp:txXfrm>
        <a:off x="51003" y="1154501"/>
        <a:ext cx="4378554" cy="942803"/>
      </dsp:txXfrm>
    </dsp:sp>
    <dsp:sp modelId="{711E9E84-2F46-4859-A0E3-2231674C3C72}">
      <dsp:nvSpPr>
        <dsp:cNvPr id="0" name=""/>
        <dsp:cNvSpPr/>
      </dsp:nvSpPr>
      <dsp:spPr>
        <a:xfrm>
          <a:off x="0" y="220302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Від руйнування Батурина до Полтавської битви.</a:t>
          </a:r>
          <a:endParaRPr lang="uk-UA" sz="1900" kern="1200"/>
        </a:p>
      </dsp:txBody>
      <dsp:txXfrm>
        <a:off x="51003" y="2254031"/>
        <a:ext cx="4378554" cy="942803"/>
      </dsp:txXfrm>
    </dsp:sp>
    <dsp:sp modelId="{834C8B7B-6970-4249-A10D-FF40692B2CA7}">
      <dsp:nvSpPr>
        <dsp:cNvPr id="0" name=""/>
        <dsp:cNvSpPr/>
      </dsp:nvSpPr>
      <dsp:spPr>
        <a:xfrm>
          <a:off x="0" y="330255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Від Полтавської битви до втечі у турецькі володіння.</a:t>
          </a:r>
          <a:endParaRPr lang="uk-UA" sz="1900" kern="1200"/>
        </a:p>
      </dsp:txBody>
      <dsp:txXfrm>
        <a:off x="51003" y="3353561"/>
        <a:ext cx="4378554" cy="942803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19FF4-04D6-4E84-8F0A-2A03AEF2AD28}">
      <dsp:nvSpPr>
        <dsp:cNvPr id="0" name=""/>
        <dsp:cNvSpPr/>
      </dsp:nvSpPr>
      <dsp:spPr>
        <a:xfrm>
          <a:off x="0" y="78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 dirty="0" err="1"/>
            <a:t>придушення</a:t>
          </a:r>
          <a:r>
            <a:rPr lang="ru-RU" sz="2500" b="0" i="0" kern="1200" baseline="0" dirty="0"/>
            <a:t> </a:t>
          </a:r>
          <a:r>
            <a:rPr lang="ru-RU" sz="2500" b="0" i="0" kern="1200" baseline="0" dirty="0" err="1"/>
            <a:t>повстання</a:t>
          </a:r>
          <a:r>
            <a:rPr lang="ru-RU" sz="2500" b="0" i="0" kern="1200" baseline="0" dirty="0"/>
            <a:t> </a:t>
          </a:r>
          <a:r>
            <a:rPr lang="ru-RU" sz="2500" b="0" i="0" kern="1200" baseline="0" dirty="0" err="1"/>
            <a:t>під</a:t>
          </a:r>
          <a:r>
            <a:rPr lang="ru-RU" sz="2500" b="0" i="0" kern="1200" baseline="0" dirty="0"/>
            <a:t> проводом С. </a:t>
          </a:r>
          <a:r>
            <a:rPr lang="ru-RU" sz="2500" b="0" i="0" kern="1200" baseline="0" dirty="0" err="1"/>
            <a:t>Палія</a:t>
          </a:r>
          <a:r>
            <a:rPr lang="ru-RU" sz="2500" b="0" i="0" kern="1200" baseline="0" dirty="0"/>
            <a:t>.</a:t>
          </a:r>
          <a:endParaRPr lang="uk-UA" sz="2500" kern="1200" dirty="0"/>
        </a:p>
      </dsp:txBody>
      <dsp:txXfrm>
        <a:off x="48547" y="127215"/>
        <a:ext cx="4383466" cy="897406"/>
      </dsp:txXfrm>
    </dsp:sp>
    <dsp:sp modelId="{95A3BB06-D915-4CD4-AE50-5A398686B9AA}">
      <dsp:nvSpPr>
        <dsp:cNvPr id="0" name=""/>
        <dsp:cNvSpPr/>
      </dsp:nvSpPr>
      <dsp:spPr>
        <a:xfrm>
          <a:off x="0" y="1145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підписання Коломацьких статей.</a:t>
          </a:r>
          <a:endParaRPr lang="uk-UA" sz="2500" kern="1200"/>
        </a:p>
      </dsp:txBody>
      <dsp:txXfrm>
        <a:off x="48547" y="1193715"/>
        <a:ext cx="4383466" cy="897406"/>
      </dsp:txXfrm>
    </dsp:sp>
    <dsp:sp modelId="{63A1BE99-9EE3-48FD-8D64-B776B2F8DA57}">
      <dsp:nvSpPr>
        <dsp:cNvPr id="0" name=""/>
        <dsp:cNvSpPr/>
      </dsp:nvSpPr>
      <dsp:spPr>
        <a:xfrm>
          <a:off x="0" y="2211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укладення військового союзу зі Швецією.</a:t>
          </a:r>
          <a:endParaRPr lang="uk-UA" sz="2500" kern="1200"/>
        </a:p>
      </dsp:txBody>
      <dsp:txXfrm>
        <a:off x="48547" y="2260215"/>
        <a:ext cx="4383466" cy="897406"/>
      </dsp:txXfrm>
    </dsp:sp>
    <dsp:sp modelId="{0FED0FE7-415D-4C3B-BFF6-650BA0CF03B0}">
      <dsp:nvSpPr>
        <dsp:cNvPr id="0" name=""/>
        <dsp:cNvSpPr/>
      </dsp:nvSpPr>
      <dsp:spPr>
        <a:xfrm>
          <a:off x="0" y="3278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початку Другого Кримського походу</a:t>
          </a:r>
          <a:endParaRPr lang="uk-UA" sz="2500" kern="1200"/>
        </a:p>
      </dsp:txBody>
      <dsp:txXfrm>
        <a:off x="48547" y="3326715"/>
        <a:ext cx="4383466" cy="89740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ABE95-F9D3-43D1-9FDE-4EEEEF86FA79}">
      <dsp:nvSpPr>
        <dsp:cNvPr id="0" name=""/>
        <dsp:cNvSpPr/>
      </dsp:nvSpPr>
      <dsp:spPr>
        <a:xfrm>
          <a:off x="0" y="84068"/>
          <a:ext cx="448056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baseline="0" dirty="0"/>
            <a:t>Д. Апостол</a:t>
          </a:r>
          <a:endParaRPr lang="uk-UA" sz="4000" kern="1200" dirty="0"/>
        </a:p>
      </dsp:txBody>
      <dsp:txXfrm>
        <a:off x="46834" y="130902"/>
        <a:ext cx="4386892" cy="865732"/>
      </dsp:txXfrm>
    </dsp:sp>
    <dsp:sp modelId="{DAB380C4-428B-4527-9B63-FA234B3CF62B}">
      <dsp:nvSpPr>
        <dsp:cNvPr id="0" name=""/>
        <dsp:cNvSpPr/>
      </dsp:nvSpPr>
      <dsp:spPr>
        <a:xfrm>
          <a:off x="0" y="1158668"/>
          <a:ext cx="448056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baseline="0"/>
            <a:t>К. Розумовський</a:t>
          </a:r>
          <a:endParaRPr lang="uk-UA" sz="4000" kern="1200"/>
        </a:p>
      </dsp:txBody>
      <dsp:txXfrm>
        <a:off x="46834" y="1205502"/>
        <a:ext cx="4386892" cy="865732"/>
      </dsp:txXfrm>
    </dsp:sp>
    <dsp:sp modelId="{BA284A13-82D1-46D7-B6E8-CCC5BF33BAE2}">
      <dsp:nvSpPr>
        <dsp:cNvPr id="0" name=""/>
        <dsp:cNvSpPr/>
      </dsp:nvSpPr>
      <dsp:spPr>
        <a:xfrm>
          <a:off x="0" y="2233268"/>
          <a:ext cx="448056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baseline="0"/>
            <a:t>І. Самойлович</a:t>
          </a:r>
          <a:endParaRPr lang="uk-UA" sz="4000" kern="1200"/>
        </a:p>
      </dsp:txBody>
      <dsp:txXfrm>
        <a:off x="46834" y="2280102"/>
        <a:ext cx="4386892" cy="865732"/>
      </dsp:txXfrm>
    </dsp:sp>
    <dsp:sp modelId="{A24B69A0-AE2B-46FE-B550-92BD35ED8273}">
      <dsp:nvSpPr>
        <dsp:cNvPr id="0" name=""/>
        <dsp:cNvSpPr/>
      </dsp:nvSpPr>
      <dsp:spPr>
        <a:xfrm>
          <a:off x="0" y="3307868"/>
          <a:ext cx="448056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 baseline="0"/>
            <a:t>І. Мазепа</a:t>
          </a:r>
          <a:endParaRPr lang="uk-UA" sz="4000" kern="1200"/>
        </a:p>
      </dsp:txBody>
      <dsp:txXfrm>
        <a:off x="46834" y="3354702"/>
        <a:ext cx="4386892" cy="86573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9FF75-349A-4E43-B77A-0B48C2A40644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DE98E-E52A-4346-A827-504421D06EC0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перша половина XVII ст.</a:t>
          </a:r>
          <a:endParaRPr lang="uk-UA" sz="2000" kern="1200"/>
        </a:p>
      </dsp:txBody>
      <dsp:txXfrm>
        <a:off x="492024" y="334530"/>
        <a:ext cx="3928810" cy="669409"/>
      </dsp:txXfrm>
    </dsp:sp>
    <dsp:sp modelId="{A6FD5E4F-4B5A-41BB-AF2F-FDC50965EA13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3C888-3BB4-40F0-A9FB-DD213425B865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друга половина XVII ст.</a:t>
          </a:r>
          <a:endParaRPr lang="uk-UA" sz="2000" kern="1200"/>
        </a:p>
      </dsp:txBody>
      <dsp:txXfrm>
        <a:off x="875812" y="1338819"/>
        <a:ext cx="3545022" cy="669409"/>
      </dsp:txXfrm>
    </dsp:sp>
    <dsp:sp modelId="{7F9D2008-CF62-4057-8384-C5AD28BB10FA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8AFD66-C3A1-41E3-9377-3181DBA9768C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перша половина XVIII ст.</a:t>
          </a:r>
          <a:endParaRPr lang="uk-UA" sz="2000" kern="1200"/>
        </a:p>
      </dsp:txBody>
      <dsp:txXfrm>
        <a:off x="875812" y="2343107"/>
        <a:ext cx="3545022" cy="669409"/>
      </dsp:txXfrm>
    </dsp:sp>
    <dsp:sp modelId="{98079FD7-A770-4730-8682-04D0AEB587C0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3631B-C85A-45DC-9BFA-E3D183161ED2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друга половина XVIII ст.</a:t>
          </a:r>
          <a:endParaRPr lang="uk-UA" sz="2000" kern="1200"/>
        </a:p>
      </dsp:txBody>
      <dsp:txXfrm>
        <a:off x="492024" y="3347396"/>
        <a:ext cx="3928810" cy="669409"/>
      </dsp:txXfrm>
    </dsp:sp>
    <dsp:sp modelId="{DD17E5B3-DD4D-4F4C-8BAA-4D82B1A9ACDE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983C5-18FE-4A4A-BB8F-270DBBF1DBD1}">
      <dsp:nvSpPr>
        <dsp:cNvPr id="0" name=""/>
        <dsp:cNvSpPr/>
      </dsp:nvSpPr>
      <dsp:spPr>
        <a:xfrm>
          <a:off x="0" y="15083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початком Північної війни між Росією та Швецією.</a:t>
          </a:r>
          <a:endParaRPr lang="uk-UA" sz="1900" kern="1200"/>
        </a:p>
      </dsp:txBody>
      <dsp:txXfrm>
        <a:off x="50732" y="65815"/>
        <a:ext cx="4379096" cy="937788"/>
      </dsp:txXfrm>
    </dsp:sp>
    <dsp:sp modelId="{7701DD7E-16EF-4A62-BD1B-F87E1C8863CD}">
      <dsp:nvSpPr>
        <dsp:cNvPr id="0" name=""/>
        <dsp:cNvSpPr/>
      </dsp:nvSpPr>
      <dsp:spPr>
        <a:xfrm>
          <a:off x="0" y="1109056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 dirty="0"/>
            <a:t>зруйнуванням російськими військами Чортомлицької Січі.</a:t>
          </a:r>
          <a:endParaRPr lang="uk-UA" sz="1900" kern="1200" dirty="0"/>
        </a:p>
      </dsp:txBody>
      <dsp:txXfrm>
        <a:off x="50732" y="1159788"/>
        <a:ext cx="4379096" cy="937788"/>
      </dsp:txXfrm>
    </dsp:sp>
    <dsp:sp modelId="{9481C592-87B4-49F1-8A03-64DE5ACAF9AB}">
      <dsp:nvSpPr>
        <dsp:cNvPr id="0" name=""/>
        <dsp:cNvSpPr/>
      </dsp:nvSpPr>
      <dsp:spPr>
        <a:xfrm>
          <a:off x="0" y="2203028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ліквідацією польським сеймом козацького устрою на Правобережній Україні.</a:t>
          </a:r>
          <a:endParaRPr lang="uk-UA" sz="1900" kern="1200"/>
        </a:p>
      </dsp:txBody>
      <dsp:txXfrm>
        <a:off x="50732" y="2253760"/>
        <a:ext cx="4379096" cy="937788"/>
      </dsp:txXfrm>
    </dsp:sp>
    <dsp:sp modelId="{AE007B45-25E2-4DD0-8B33-99FE4191E6C5}">
      <dsp:nvSpPr>
        <dsp:cNvPr id="0" name=""/>
        <dsp:cNvSpPr/>
      </dsp:nvSpPr>
      <dsp:spPr>
        <a:xfrm>
          <a:off x="0" y="3297000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переходом гетьмана І. Мазепи та запорожців на бік шведського короля Карла ХІІ.</a:t>
          </a:r>
          <a:endParaRPr lang="uk-UA" sz="1900" kern="1200"/>
        </a:p>
      </dsp:txBody>
      <dsp:txXfrm>
        <a:off x="50732" y="3347732"/>
        <a:ext cx="4379096" cy="93778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75613-5ADE-45DA-AD0E-59FF5D28E5F2}">
      <dsp:nvSpPr>
        <dsp:cNvPr id="0" name=""/>
        <dsp:cNvSpPr/>
      </dsp:nvSpPr>
      <dsp:spPr>
        <a:xfrm rot="10800000">
          <a:off x="972563" y="1371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руйнуванням російськими військами Чортомлицької Січі.</a:t>
          </a:r>
          <a:endParaRPr lang="uk-UA" sz="1400" kern="1200"/>
        </a:p>
      </dsp:txBody>
      <dsp:txXfrm rot="10800000">
        <a:off x="1194633" y="1371"/>
        <a:ext cx="2757502" cy="888279"/>
      </dsp:txXfrm>
    </dsp:sp>
    <dsp:sp modelId="{87BE7221-E353-4749-B25C-E91EA3634262}">
      <dsp:nvSpPr>
        <dsp:cNvPr id="0" name=""/>
        <dsp:cNvSpPr/>
      </dsp:nvSpPr>
      <dsp:spPr>
        <a:xfrm>
          <a:off x="528423" y="1371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DBBC2-7A50-4F50-959C-1D9BBB9D65AC}">
      <dsp:nvSpPr>
        <dsp:cNvPr id="0" name=""/>
        <dsp:cNvSpPr/>
      </dsp:nvSpPr>
      <dsp:spPr>
        <a:xfrm rot="10800000">
          <a:off x="972563" y="1154809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поразками Московського царства на початку Північної війни.</a:t>
          </a:r>
          <a:endParaRPr lang="uk-UA" sz="1400" kern="1200"/>
        </a:p>
      </dsp:txBody>
      <dsp:txXfrm rot="10800000">
        <a:off x="1194633" y="1154809"/>
        <a:ext cx="2757502" cy="888279"/>
      </dsp:txXfrm>
    </dsp:sp>
    <dsp:sp modelId="{6392FF9B-ACAF-452E-BBB9-C239F1B9F796}">
      <dsp:nvSpPr>
        <dsp:cNvPr id="0" name=""/>
        <dsp:cNvSpPr/>
      </dsp:nvSpPr>
      <dsp:spPr>
        <a:xfrm>
          <a:off x="528423" y="1154809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EAD66-F773-457E-BCC1-0FE787474438}">
      <dsp:nvSpPr>
        <dsp:cNvPr id="0" name=""/>
        <dsp:cNvSpPr/>
      </dsp:nvSpPr>
      <dsp:spPr>
        <a:xfrm rot="10800000">
          <a:off x="972563" y="2308247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ліквідацією польським сеймом козацького устрою на Правобережній Україні.</a:t>
          </a:r>
          <a:endParaRPr lang="uk-UA" sz="1400" kern="1200"/>
        </a:p>
      </dsp:txBody>
      <dsp:txXfrm rot="10800000">
        <a:off x="1194633" y="2308247"/>
        <a:ext cx="2757502" cy="888279"/>
      </dsp:txXfrm>
    </dsp:sp>
    <dsp:sp modelId="{674CE463-9804-4A47-ACEE-C20807479A41}">
      <dsp:nvSpPr>
        <dsp:cNvPr id="0" name=""/>
        <dsp:cNvSpPr/>
      </dsp:nvSpPr>
      <dsp:spPr>
        <a:xfrm>
          <a:off x="528423" y="2308247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2F5EC-35F2-4C8B-AB4C-729A2B072DBE}">
      <dsp:nvSpPr>
        <dsp:cNvPr id="0" name=""/>
        <dsp:cNvSpPr/>
      </dsp:nvSpPr>
      <dsp:spPr>
        <a:xfrm rot="10800000">
          <a:off x="972563" y="3461685"/>
          <a:ext cx="2979572" cy="8882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707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переходом гетьмана І. Мазепи та запорожців на бік шведського короля.</a:t>
          </a:r>
          <a:endParaRPr lang="uk-UA" sz="1400" kern="1200"/>
        </a:p>
      </dsp:txBody>
      <dsp:txXfrm rot="10800000">
        <a:off x="1194633" y="3461685"/>
        <a:ext cx="2757502" cy="888279"/>
      </dsp:txXfrm>
    </dsp:sp>
    <dsp:sp modelId="{461CD539-0732-4609-94DF-781DBD1B8D9C}">
      <dsp:nvSpPr>
        <dsp:cNvPr id="0" name=""/>
        <dsp:cNvSpPr/>
      </dsp:nvSpPr>
      <dsp:spPr>
        <a:xfrm>
          <a:off x="528423" y="3461685"/>
          <a:ext cx="888279" cy="8882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7E651-E9EA-4ABA-9BC1-DEF58FA5BEC5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F004B6-A961-4BA9-B60B-50239BC1188E}">
      <dsp:nvSpPr>
        <dsp:cNvPr id="0" name=""/>
        <dsp:cNvSpPr/>
      </dsp:nvSpPr>
      <dsp:spPr>
        <a:xfrm>
          <a:off x="604289" y="435133"/>
          <a:ext cx="3816545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створення «Правління гетьманського уряду»</a:t>
          </a:r>
          <a:endParaRPr lang="uk-UA" sz="1800" kern="1200"/>
        </a:p>
      </dsp:txBody>
      <dsp:txXfrm>
        <a:off x="604289" y="435133"/>
        <a:ext cx="3816545" cy="870267"/>
      </dsp:txXfrm>
    </dsp:sp>
    <dsp:sp modelId="{C7B5B110-5B29-4FAD-861A-3CAE658D1026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3BA8B-6542-452F-83F8-308C48501D0C}">
      <dsp:nvSpPr>
        <dsp:cNvPr id="0" name=""/>
        <dsp:cNvSpPr/>
      </dsp:nvSpPr>
      <dsp:spPr>
        <a:xfrm>
          <a:off x="920631" y="1740534"/>
          <a:ext cx="3500203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придушення повстання С. Палія на Правобережжі</a:t>
          </a:r>
          <a:endParaRPr lang="uk-UA" sz="1800" kern="1200"/>
        </a:p>
      </dsp:txBody>
      <dsp:txXfrm>
        <a:off x="920631" y="1740534"/>
        <a:ext cx="3500203" cy="870267"/>
      </dsp:txXfrm>
    </dsp:sp>
    <dsp:sp modelId="{2EFA8D54-3744-42AD-BEBC-D4D811CED87C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58856-956B-49A1-B250-7D8BBF69E092}">
      <dsp:nvSpPr>
        <dsp:cNvPr id="0" name=""/>
        <dsp:cNvSpPr/>
      </dsp:nvSpPr>
      <dsp:spPr>
        <a:xfrm>
          <a:off x="604289" y="3045935"/>
          <a:ext cx="3816545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ув’язнення наказного гетьмана П. Полуботка</a:t>
          </a:r>
          <a:endParaRPr lang="uk-UA" sz="1800" kern="1200"/>
        </a:p>
      </dsp:txBody>
      <dsp:txXfrm>
        <a:off x="604289" y="3045935"/>
        <a:ext cx="3816545" cy="870267"/>
      </dsp:txXfrm>
    </dsp:sp>
    <dsp:sp modelId="{FDBF1E1C-CABC-4A26-A394-C218A441883F}">
      <dsp:nvSpPr>
        <dsp:cNvPr id="0" name=""/>
        <dsp:cNvSpPr/>
      </dsp:nvSpPr>
      <dsp:spPr>
        <a:xfrm>
          <a:off x="60372" y="2937152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A83CE-5AF3-4924-930A-502102E22C9F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DFC1B-DBF9-4212-ADFA-26B33A4855E9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знищення гетьманської резиденції Батурина</a:t>
          </a:r>
          <a:endParaRPr lang="uk-UA" sz="2000" kern="1200"/>
        </a:p>
      </dsp:txBody>
      <dsp:txXfrm>
        <a:off x="492024" y="334530"/>
        <a:ext cx="3928810" cy="669409"/>
      </dsp:txXfrm>
    </dsp:sp>
    <dsp:sp modelId="{1A954634-6A7D-4820-822C-4B05C9D3F80D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2FE5E-A0DE-47FC-8C66-64E3344E3EA8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ліквідація полкового устрою Гетьманщини</a:t>
          </a:r>
          <a:endParaRPr lang="uk-UA" sz="2000" kern="1200"/>
        </a:p>
      </dsp:txBody>
      <dsp:txXfrm>
        <a:off x="875812" y="1338819"/>
        <a:ext cx="3545022" cy="669409"/>
      </dsp:txXfrm>
    </dsp:sp>
    <dsp:sp modelId="{1775AD29-13D2-4C96-AF7C-E025E55089AE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58B5B-971E-4070-877F-17E177C4E420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зруйнування Чортомлицької Січі</a:t>
          </a:r>
          <a:endParaRPr lang="uk-UA" sz="2000" kern="1200"/>
        </a:p>
      </dsp:txBody>
      <dsp:txXfrm>
        <a:off x="875812" y="2343107"/>
        <a:ext cx="3545022" cy="669409"/>
      </dsp:txXfrm>
    </dsp:sp>
    <dsp:sp modelId="{1627DD9D-80E3-4643-91BB-C77F80A249CE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2D801-3E4C-4010-94AE-E88D5B8B5C88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обрання гетьманом І. Скоропадського</a:t>
          </a:r>
          <a:endParaRPr lang="uk-UA" sz="2000" kern="1200"/>
        </a:p>
      </dsp:txBody>
      <dsp:txXfrm>
        <a:off x="492024" y="3347396"/>
        <a:ext cx="3928810" cy="669409"/>
      </dsp:txXfrm>
    </dsp:sp>
    <dsp:sp modelId="{E4BBB6EB-3087-40D1-8FA6-F8044B929D80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2CF2EE-65BC-460A-B750-4A7537CA10A0}">
      <dsp:nvSpPr>
        <dsp:cNvPr id="0" name=""/>
        <dsp:cNvSpPr/>
      </dsp:nvSpPr>
      <dsp:spPr>
        <a:xfrm>
          <a:off x="0" y="36615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Малоросійський приказ</a:t>
          </a:r>
          <a:endParaRPr lang="uk-UA" sz="2600" kern="1200"/>
        </a:p>
      </dsp:txBody>
      <dsp:txXfrm>
        <a:off x="49468" y="86083"/>
        <a:ext cx="4381624" cy="914430"/>
      </dsp:txXfrm>
    </dsp:sp>
    <dsp:sp modelId="{A206FCEE-EA43-4D91-BA0F-BA2132BBE880}">
      <dsp:nvSpPr>
        <dsp:cNvPr id="0" name=""/>
        <dsp:cNvSpPr/>
      </dsp:nvSpPr>
      <dsp:spPr>
        <a:xfrm>
          <a:off x="0" y="1124862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Перша малоросійська колегія</a:t>
          </a:r>
          <a:endParaRPr lang="uk-UA" sz="2600" kern="1200"/>
        </a:p>
      </dsp:txBody>
      <dsp:txXfrm>
        <a:off x="49468" y="1174330"/>
        <a:ext cx="4381624" cy="914430"/>
      </dsp:txXfrm>
    </dsp:sp>
    <dsp:sp modelId="{D4AE98EC-BA10-4F97-A1D4-A782B3CC37B4}">
      <dsp:nvSpPr>
        <dsp:cNvPr id="0" name=""/>
        <dsp:cNvSpPr/>
      </dsp:nvSpPr>
      <dsp:spPr>
        <a:xfrm>
          <a:off x="0" y="2213108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Правління гетьманського уряду</a:t>
          </a:r>
          <a:endParaRPr lang="uk-UA" sz="2600" kern="1200"/>
        </a:p>
      </dsp:txBody>
      <dsp:txXfrm>
        <a:off x="49468" y="2262576"/>
        <a:ext cx="4381624" cy="914430"/>
      </dsp:txXfrm>
    </dsp:sp>
    <dsp:sp modelId="{91F57D78-1760-4A8E-A76E-AAB197BD14B4}">
      <dsp:nvSpPr>
        <dsp:cNvPr id="0" name=""/>
        <dsp:cNvSpPr/>
      </dsp:nvSpPr>
      <dsp:spPr>
        <a:xfrm>
          <a:off x="0" y="3301354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 baseline="0"/>
            <a:t>Друга малоросійська колегія</a:t>
          </a:r>
          <a:endParaRPr lang="uk-UA" sz="2600" kern="1200"/>
        </a:p>
      </dsp:txBody>
      <dsp:txXfrm>
        <a:off x="49468" y="3350822"/>
        <a:ext cx="4381624" cy="91443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E4AE2-F674-491B-AEBE-8FE9EDDAECA0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AD8ED-94FE-49A6-B6DD-5DC99FBA14DE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Іван Скоропадський</a:t>
          </a:r>
          <a:endParaRPr lang="uk-UA" sz="1500" kern="1200"/>
        </a:p>
      </dsp:txBody>
      <dsp:txXfrm>
        <a:off x="560830" y="496219"/>
        <a:ext cx="1531337" cy="1531337"/>
      </dsp:txXfrm>
    </dsp:sp>
    <dsp:sp modelId="{42F63746-1D6D-478C-9B91-F97D54A2F666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Іван Брюховецький</a:t>
          </a:r>
          <a:endParaRPr lang="uk-UA" sz="1500" kern="1200"/>
        </a:p>
      </dsp:txBody>
      <dsp:txXfrm>
        <a:off x="2388392" y="496219"/>
        <a:ext cx="1531337" cy="1531337"/>
      </dsp:txXfrm>
    </dsp:sp>
    <dsp:sp modelId="{C9215E3A-1AE7-44FE-9DA0-849ED271E761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Іван Мазепа</a:t>
          </a:r>
          <a:endParaRPr lang="uk-UA" sz="1500" kern="1200"/>
        </a:p>
      </dsp:txBody>
      <dsp:txXfrm>
        <a:off x="560830" y="2323780"/>
        <a:ext cx="1531337" cy="1531337"/>
      </dsp:txXfrm>
    </dsp:sp>
    <dsp:sp modelId="{640FE2F9-AE05-4755-A92F-48C6EB8F987E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Іван Виговський</a:t>
          </a:r>
          <a:endParaRPr lang="uk-UA" sz="1500" kern="1200"/>
        </a:p>
      </dsp:txBody>
      <dsp:txXfrm>
        <a:off x="2388392" y="2323780"/>
        <a:ext cx="1531337" cy="1531337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C39E4-BA7D-4B7E-9FD8-0D3F73997709}">
      <dsp:nvSpPr>
        <dsp:cNvPr id="0" name=""/>
        <dsp:cNvSpPr/>
      </dsp:nvSpPr>
      <dsp:spPr>
        <a:xfrm>
          <a:off x="0" y="36615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 dirty="0"/>
            <a:t>Малоросійського приказу.</a:t>
          </a:r>
          <a:endParaRPr lang="uk-UA" sz="2600" kern="1200" dirty="0"/>
        </a:p>
      </dsp:txBody>
      <dsp:txXfrm>
        <a:off x="49468" y="86083"/>
        <a:ext cx="4381624" cy="914430"/>
      </dsp:txXfrm>
    </dsp:sp>
    <dsp:sp modelId="{7E3C07B1-5C41-446A-B6DE-86E316289358}">
      <dsp:nvSpPr>
        <dsp:cNvPr id="0" name=""/>
        <dsp:cNvSpPr/>
      </dsp:nvSpPr>
      <dsp:spPr>
        <a:xfrm>
          <a:off x="0" y="1124862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 dirty="0"/>
            <a:t>Першої Малоросійської колегії.</a:t>
          </a:r>
          <a:endParaRPr lang="uk-UA" sz="2600" kern="1200" dirty="0"/>
        </a:p>
      </dsp:txBody>
      <dsp:txXfrm>
        <a:off x="49468" y="1174330"/>
        <a:ext cx="4381624" cy="914430"/>
      </dsp:txXfrm>
    </dsp:sp>
    <dsp:sp modelId="{03B9F26C-3176-4829-B005-F251B51788A7}">
      <dsp:nvSpPr>
        <dsp:cNvPr id="0" name=""/>
        <dsp:cNvSpPr/>
      </dsp:nvSpPr>
      <dsp:spPr>
        <a:xfrm>
          <a:off x="0" y="2213108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Правління гетьманського уряду.</a:t>
          </a:r>
          <a:endParaRPr lang="uk-UA" sz="2600" kern="1200"/>
        </a:p>
      </dsp:txBody>
      <dsp:txXfrm>
        <a:off x="49468" y="2262576"/>
        <a:ext cx="4381624" cy="914430"/>
      </dsp:txXfrm>
    </dsp:sp>
    <dsp:sp modelId="{124D8701-5987-496E-AEF6-198E02C572C3}">
      <dsp:nvSpPr>
        <dsp:cNvPr id="0" name=""/>
        <dsp:cNvSpPr/>
      </dsp:nvSpPr>
      <dsp:spPr>
        <a:xfrm>
          <a:off x="0" y="3301354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 dirty="0"/>
            <a:t>Другої Малоросійської колегії.</a:t>
          </a:r>
          <a:endParaRPr lang="uk-UA" sz="2600" kern="1200" dirty="0"/>
        </a:p>
      </dsp:txBody>
      <dsp:txXfrm>
        <a:off x="49468" y="3350822"/>
        <a:ext cx="4381624" cy="914430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DFBF3-65A6-46B9-BD39-E5BD7AB9F8EB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093FAD-80F3-4568-A97E-FD541957536C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обидва варіанти правильні</a:t>
          </a:r>
          <a:endParaRPr lang="uk-UA" sz="2000" kern="1200"/>
        </a:p>
      </dsp:txBody>
      <dsp:txXfrm>
        <a:off x="492024" y="334530"/>
        <a:ext cx="3928810" cy="669409"/>
      </dsp:txXfrm>
    </dsp:sp>
    <dsp:sp modelId="{483FF4E7-44BC-4AFE-B5B4-E0E028090C30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D9499-0E5E-4C58-A549-03CEFE006904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тільки 1-й варіант правильний</a:t>
          </a:r>
          <a:endParaRPr lang="uk-UA" sz="2000" kern="1200"/>
        </a:p>
      </dsp:txBody>
      <dsp:txXfrm>
        <a:off x="875812" y="1338819"/>
        <a:ext cx="3545022" cy="669409"/>
      </dsp:txXfrm>
    </dsp:sp>
    <dsp:sp modelId="{A10D27C5-106E-448E-A1BC-A325AA47A026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AE4D8-AF61-481A-ABCA-D7EC7092A6B3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тільки 2-й варіант правильний</a:t>
          </a:r>
          <a:endParaRPr lang="uk-UA" sz="2000" kern="1200"/>
        </a:p>
      </dsp:txBody>
      <dsp:txXfrm>
        <a:off x="875812" y="2343107"/>
        <a:ext cx="3545022" cy="669409"/>
      </dsp:txXfrm>
    </dsp:sp>
    <dsp:sp modelId="{781DEAF3-18F9-4820-B467-8388C4412D3F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2C604-6742-4EDF-B9D4-F15ECD5268C6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обидва варіанти не правильні</a:t>
          </a:r>
          <a:endParaRPr lang="uk-UA" sz="2000" kern="1200"/>
        </a:p>
      </dsp:txBody>
      <dsp:txXfrm>
        <a:off x="492024" y="3347396"/>
        <a:ext cx="3928810" cy="669409"/>
      </dsp:txXfrm>
    </dsp:sp>
    <dsp:sp modelId="{FBF7A916-A113-41F9-AFC8-2342DDCCB9B2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07D00-1EBC-46EE-87E7-23DEF80D87F8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CC7AA-6049-4B58-8C99-CF1B4F8796B9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baseline="0"/>
            <a:t>Мелетій Смотрицький</a:t>
          </a:r>
          <a:endParaRPr lang="uk-UA" sz="1600" kern="1200"/>
        </a:p>
      </dsp:txBody>
      <dsp:txXfrm>
        <a:off x="560830" y="496219"/>
        <a:ext cx="1531337" cy="1531337"/>
      </dsp:txXfrm>
    </dsp:sp>
    <dsp:sp modelId="{95272ED0-3B10-4D8C-ACC5-A1DF8ADA57D6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baseline="0"/>
            <a:t>Феофан Прокопович</a:t>
          </a:r>
          <a:endParaRPr lang="uk-UA" sz="1600" kern="1200"/>
        </a:p>
      </dsp:txBody>
      <dsp:txXfrm>
        <a:off x="2388392" y="496219"/>
        <a:ext cx="1531337" cy="1531337"/>
      </dsp:txXfrm>
    </dsp:sp>
    <dsp:sp modelId="{249B88C2-49C5-4E40-9139-8CF7478982BD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baseline="0"/>
            <a:t>Лазар Баранович</a:t>
          </a:r>
          <a:endParaRPr lang="uk-UA" sz="1600" kern="1200"/>
        </a:p>
      </dsp:txBody>
      <dsp:txXfrm>
        <a:off x="560830" y="2323780"/>
        <a:ext cx="1531337" cy="1531337"/>
      </dsp:txXfrm>
    </dsp:sp>
    <dsp:sp modelId="{BAE654DF-CC89-436A-B5C2-2A1DF1537691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baseline="0"/>
            <a:t>Іван Щирський</a:t>
          </a:r>
          <a:endParaRPr lang="uk-UA" sz="1600" kern="1200"/>
        </a:p>
      </dsp:txBody>
      <dsp:txXfrm>
        <a:off x="2388392" y="2323780"/>
        <a:ext cx="1531337" cy="1531337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DB280-B6A6-4173-B572-4EAC4E389BEA}">
      <dsp:nvSpPr>
        <dsp:cNvPr id="0" name=""/>
        <dsp:cNvSpPr/>
      </dsp:nvSpPr>
      <dsp:spPr>
        <a:xfrm>
          <a:off x="0" y="185076"/>
          <a:ext cx="4480560" cy="7708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baseline="0"/>
            <a:t>Брав участь у побудові собору Різдва Богородиці в Козельці, Кирилівського монастиря та Покровської церкви в Києві.</a:t>
          </a:r>
          <a:endParaRPr lang="uk-UA" sz="1100" kern="1200"/>
        </a:p>
      </dsp:txBody>
      <dsp:txXfrm>
        <a:off x="37632" y="222708"/>
        <a:ext cx="4405296" cy="695628"/>
      </dsp:txXfrm>
    </dsp:sp>
    <dsp:sp modelId="{43942345-1CD5-4D0D-A383-C8BD5C63B7B9}">
      <dsp:nvSpPr>
        <dsp:cNvPr id="0" name=""/>
        <dsp:cNvSpPr/>
      </dsp:nvSpPr>
      <dsp:spPr>
        <a:xfrm>
          <a:off x="0" y="987649"/>
          <a:ext cx="4480560" cy="7708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baseline="0"/>
            <a:t>Ректор Києво-Могилянської академії, згодом — віце-президент Синоду. Автор філософських праць «Духовний регламент», «Правда волі монаршої».</a:t>
          </a:r>
          <a:endParaRPr lang="uk-UA" sz="1100" kern="1200"/>
        </a:p>
      </dsp:txBody>
      <dsp:txXfrm>
        <a:off x="37632" y="1025281"/>
        <a:ext cx="4405296" cy="695628"/>
      </dsp:txXfrm>
    </dsp:sp>
    <dsp:sp modelId="{F842AA1E-3537-4D0F-9D52-A6027484527B}">
      <dsp:nvSpPr>
        <dsp:cNvPr id="0" name=""/>
        <dsp:cNvSpPr/>
      </dsp:nvSpPr>
      <dsp:spPr>
        <a:xfrm>
          <a:off x="0" y="1790222"/>
          <a:ext cx="4480560" cy="7708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baseline="0"/>
            <a:t>Один із перших ректорів Київської братської школи. Автор «Граматики словенської», полемічного твору «Тренос, або Плач східної церкви...».</a:t>
          </a:r>
          <a:endParaRPr lang="uk-UA" sz="1100" kern="1200"/>
        </a:p>
      </dsp:txBody>
      <dsp:txXfrm>
        <a:off x="37632" y="1827854"/>
        <a:ext cx="4405296" cy="695628"/>
      </dsp:txXfrm>
    </dsp:sp>
    <dsp:sp modelId="{D907647B-C04D-4A90-AF94-1819D75B9D1C}">
      <dsp:nvSpPr>
        <dsp:cNvPr id="0" name=""/>
        <dsp:cNvSpPr/>
      </dsp:nvSpPr>
      <dsp:spPr>
        <a:xfrm>
          <a:off x="0" y="2592794"/>
          <a:ext cx="4480560" cy="7708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baseline="0"/>
            <a:t>Був висвячений на єпископа Чернігівського і Новгород-Сіверського. Заснував друкарню в Чернігові. Автор богословських трактатів «Нова міра старої віри», «Меч духовний».</a:t>
          </a:r>
          <a:endParaRPr lang="uk-UA" sz="1100" kern="1200"/>
        </a:p>
      </dsp:txBody>
      <dsp:txXfrm>
        <a:off x="37632" y="2630426"/>
        <a:ext cx="4405296" cy="695628"/>
      </dsp:txXfrm>
    </dsp:sp>
    <dsp:sp modelId="{CEAA0760-1149-4F94-8031-81E4D20CBEA2}">
      <dsp:nvSpPr>
        <dsp:cNvPr id="0" name=""/>
        <dsp:cNvSpPr/>
      </dsp:nvSpPr>
      <dsp:spPr>
        <a:xfrm>
          <a:off x="0" y="3395367"/>
          <a:ext cx="4480560" cy="7708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 baseline="0" dirty="0"/>
            <a:t>Освіту здобув у Чернігівському колегіумі, у якому працював викладачем. Автор ілюстрацій і гравюр до книг Д. Туптала, С. Яворського, П. Орлика та ін.</a:t>
          </a:r>
          <a:endParaRPr lang="uk-UA" sz="1100" kern="1200" dirty="0"/>
        </a:p>
      </dsp:txBody>
      <dsp:txXfrm>
        <a:off x="37632" y="3432999"/>
        <a:ext cx="4405296" cy="69562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6363-F1E2-46F3-A653-87D60C997C17}">
      <dsp:nvSpPr>
        <dsp:cNvPr id="0" name=""/>
        <dsp:cNvSpPr/>
      </dsp:nvSpPr>
      <dsp:spPr>
        <a:xfrm>
          <a:off x="0" y="396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похід польських військ на чолі з королем Яном II Казимиром на Лівобережну Україну</a:t>
          </a:r>
          <a:endParaRPr lang="uk-UA" sz="1900" kern="1200"/>
        </a:p>
      </dsp:txBody>
      <dsp:txXfrm>
        <a:off x="51003" y="54971"/>
        <a:ext cx="4378554" cy="942803"/>
      </dsp:txXfrm>
    </dsp:sp>
    <dsp:sp modelId="{5D055D54-CBC0-4E0B-B67E-D98B179D0126}">
      <dsp:nvSpPr>
        <dsp:cNvPr id="0" name=""/>
        <dsp:cNvSpPr/>
      </dsp:nvSpPr>
      <dsp:spPr>
        <a:xfrm>
          <a:off x="0" y="110349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розгром московських військ під Конотопом</a:t>
          </a:r>
          <a:endParaRPr lang="uk-UA" sz="1900" kern="1200"/>
        </a:p>
      </dsp:txBody>
      <dsp:txXfrm>
        <a:off x="51003" y="1154501"/>
        <a:ext cx="4378554" cy="942803"/>
      </dsp:txXfrm>
    </dsp:sp>
    <dsp:sp modelId="{759E1AB6-492E-4AC1-ADF4-7C90DA1F81DA}">
      <dsp:nvSpPr>
        <dsp:cNvPr id="0" name=""/>
        <dsp:cNvSpPr/>
      </dsp:nvSpPr>
      <dsp:spPr>
        <a:xfrm>
          <a:off x="0" y="220302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Чигиринські походи турецько-татарських військ</a:t>
          </a:r>
          <a:endParaRPr lang="uk-UA" sz="1900" kern="1200"/>
        </a:p>
      </dsp:txBody>
      <dsp:txXfrm>
        <a:off x="51003" y="2254031"/>
        <a:ext cx="4378554" cy="942803"/>
      </dsp:txXfrm>
    </dsp:sp>
    <dsp:sp modelId="{E9248AA9-CAFD-4232-8C8C-E2F8CA6BA574}">
      <dsp:nvSpPr>
        <dsp:cNvPr id="0" name=""/>
        <dsp:cNvSpPr/>
      </dsp:nvSpPr>
      <dsp:spPr>
        <a:xfrm>
          <a:off x="0" y="330255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придушення повстання під проводом С. Палія</a:t>
          </a:r>
          <a:endParaRPr lang="uk-UA" sz="1900" kern="1200"/>
        </a:p>
      </dsp:txBody>
      <dsp:txXfrm>
        <a:off x="51003" y="3353561"/>
        <a:ext cx="4378554" cy="942803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B08F7-CA21-4D37-B1E1-D65700E95F47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A58D8-1F47-41C8-908A-0FC08B2EB18E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baseline="0"/>
            <a:t>М. Петрахнович</a:t>
          </a:r>
          <a:endParaRPr lang="uk-UA" sz="1700" kern="1200"/>
        </a:p>
      </dsp:txBody>
      <dsp:txXfrm>
        <a:off x="560830" y="496219"/>
        <a:ext cx="1531337" cy="1531337"/>
      </dsp:txXfrm>
    </dsp:sp>
    <dsp:sp modelId="{CE92164F-AE8E-4591-B454-37D78ED710DB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baseline="0"/>
            <a:t>І. Руткович</a:t>
          </a:r>
          <a:endParaRPr lang="uk-UA" sz="1700" kern="1200"/>
        </a:p>
      </dsp:txBody>
      <dsp:txXfrm>
        <a:off x="2388392" y="496219"/>
        <a:ext cx="1531337" cy="1531337"/>
      </dsp:txXfrm>
    </dsp:sp>
    <dsp:sp modelId="{5151F89C-AC67-47F4-A53B-61DE7F84E6C9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baseline="0"/>
            <a:t>Й. Кондзелевич</a:t>
          </a:r>
          <a:endParaRPr lang="uk-UA" sz="1700" kern="1200"/>
        </a:p>
      </dsp:txBody>
      <dsp:txXfrm>
        <a:off x="560830" y="2323780"/>
        <a:ext cx="1531337" cy="1531337"/>
      </dsp:txXfrm>
    </dsp:sp>
    <dsp:sp modelId="{718A6BFB-3025-4C9C-B801-A5A15966F1C0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baseline="0"/>
            <a:t>О. Горошкович</a:t>
          </a:r>
          <a:endParaRPr lang="uk-UA" sz="1700" kern="1200"/>
        </a:p>
      </dsp:txBody>
      <dsp:txXfrm>
        <a:off x="2388392" y="2323780"/>
        <a:ext cx="1531337" cy="153133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B9BCD-D909-4512-B495-EFE98F93BE8C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бароко</a:t>
          </a:r>
          <a:endParaRPr lang="uk-UA" sz="4100" kern="1200"/>
        </a:p>
      </dsp:txBody>
      <dsp:txXfrm>
        <a:off x="48005" y="79783"/>
        <a:ext cx="4384550" cy="887374"/>
      </dsp:txXfrm>
    </dsp:sp>
    <dsp:sp modelId="{D20490DD-C677-4DEA-830B-53EFE6D20BB6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реалізму</a:t>
          </a:r>
          <a:endParaRPr lang="uk-UA" sz="4100" kern="1200"/>
        </a:p>
      </dsp:txBody>
      <dsp:txXfrm>
        <a:off x="48005" y="1181248"/>
        <a:ext cx="4384550" cy="887374"/>
      </dsp:txXfrm>
    </dsp:sp>
    <dsp:sp modelId="{9FAC8EBD-40BB-4F6F-9546-48C9C26DEF20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класицизму</a:t>
          </a:r>
          <a:endParaRPr lang="uk-UA" sz="4100" kern="1200"/>
        </a:p>
      </dsp:txBody>
      <dsp:txXfrm>
        <a:off x="48005" y="2282713"/>
        <a:ext cx="4384550" cy="887374"/>
      </dsp:txXfrm>
    </dsp:sp>
    <dsp:sp modelId="{F1CA577C-3744-4A3B-BF57-F6400BA5CF6E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романтизму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2D69F-6E99-42EA-93AC-814F9A0943B0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В. Городецький</a:t>
          </a:r>
          <a:endParaRPr lang="uk-UA" sz="4100" kern="1200"/>
        </a:p>
      </dsp:txBody>
      <dsp:txXfrm>
        <a:off x="48005" y="79783"/>
        <a:ext cx="4384550" cy="887374"/>
      </dsp:txXfrm>
    </dsp:sp>
    <dsp:sp modelId="{1B5AF28B-3F84-42F3-811A-614C1E12922F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М. Микешин</a:t>
          </a:r>
          <a:endParaRPr lang="uk-UA" sz="4100" kern="1200"/>
        </a:p>
      </dsp:txBody>
      <dsp:txXfrm>
        <a:off x="48005" y="1181248"/>
        <a:ext cx="4384550" cy="887374"/>
      </dsp:txXfrm>
    </dsp:sp>
    <dsp:sp modelId="{452B4C08-DD9A-4E91-977D-B0C56215FC53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Я. Погребняк</a:t>
          </a:r>
          <a:endParaRPr lang="uk-UA" sz="4100" kern="1200"/>
        </a:p>
      </dsp:txBody>
      <dsp:txXfrm>
        <a:off x="48005" y="2282713"/>
        <a:ext cx="4384550" cy="887374"/>
      </dsp:txXfrm>
    </dsp:sp>
    <dsp:sp modelId="{ECFAA731-3FB9-43D3-9754-80EB90B305DE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baseline="0"/>
            <a:t>Й. Пінзель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8284B-6FB6-4215-BB37-2AF91004F2AF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223C6B-7EDC-4D56-9C83-6160944BFACC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Пересопницьке Євангеліє</a:t>
          </a:r>
          <a:endParaRPr lang="uk-UA" sz="2000" kern="1200"/>
        </a:p>
      </dsp:txBody>
      <dsp:txXfrm>
        <a:off x="492024" y="334530"/>
        <a:ext cx="3928810" cy="669409"/>
      </dsp:txXfrm>
    </dsp:sp>
    <dsp:sp modelId="{51F5E921-8B06-47A7-8037-EB06E84AEAD4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B9838-3BE5-4618-A5FD-4931253D1853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«Повість минулих літ»</a:t>
          </a:r>
          <a:endParaRPr lang="uk-UA" sz="2000" kern="1200"/>
        </a:p>
      </dsp:txBody>
      <dsp:txXfrm>
        <a:off x="875812" y="1338819"/>
        <a:ext cx="3545022" cy="669409"/>
      </dsp:txXfrm>
    </dsp:sp>
    <dsp:sp modelId="{5C4FCDDA-4070-4C69-9F37-352316DE2D46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47B9A-6025-4163-8787-0862313A328D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Остромирове Євангеліє</a:t>
          </a:r>
          <a:endParaRPr lang="uk-UA" sz="2000" kern="1200"/>
        </a:p>
      </dsp:txBody>
      <dsp:txXfrm>
        <a:off x="875812" y="2343107"/>
        <a:ext cx="3545022" cy="669409"/>
      </dsp:txXfrm>
    </dsp:sp>
    <dsp:sp modelId="{58A13FE0-5660-4E12-845C-EC141392B5EB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72406-438C-4557-932E-94D30E44F17E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 dirty="0"/>
            <a:t>«Літопис Самовидця»</a:t>
          </a:r>
          <a:endParaRPr lang="uk-UA" sz="2000" kern="1200" dirty="0"/>
        </a:p>
      </dsp:txBody>
      <dsp:txXfrm>
        <a:off x="492024" y="3347396"/>
        <a:ext cx="3928810" cy="669409"/>
      </dsp:txXfrm>
    </dsp:sp>
    <dsp:sp modelId="{4C70A6D9-288D-4C66-ABED-AC336F317F01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171D9-66A1-4C8A-A420-AAE80FAD9E53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9F9F57-5203-4F95-B09F-9967AA29BDE8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церковні морально-повчальні твори.</a:t>
          </a:r>
          <a:endParaRPr lang="uk-UA" sz="2000" kern="1200"/>
        </a:p>
      </dsp:txBody>
      <dsp:txXfrm>
        <a:off x="492024" y="334530"/>
        <a:ext cx="3928810" cy="669409"/>
      </dsp:txXfrm>
    </dsp:sp>
    <dsp:sp modelId="{82B231F4-5E8F-4686-9DD7-D6E418C8AACE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2021F-6423-4953-8059-8DFD6D825C0A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публіцистичні твори на захист православ'я.</a:t>
          </a:r>
          <a:endParaRPr lang="uk-UA" sz="2000" kern="1200"/>
        </a:p>
      </dsp:txBody>
      <dsp:txXfrm>
        <a:off x="875812" y="1338819"/>
        <a:ext cx="3545022" cy="669409"/>
      </dsp:txXfrm>
    </dsp:sp>
    <dsp:sp modelId="{CA6568E6-D1EE-4B2F-9902-7971DE838066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D30F2-A204-4F02-8550-E0A93BE8B32C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упорядкування житій святих козацької доби.</a:t>
          </a:r>
          <a:endParaRPr lang="uk-UA" sz="2000" kern="1200"/>
        </a:p>
      </dsp:txBody>
      <dsp:txXfrm>
        <a:off x="875812" y="2343107"/>
        <a:ext cx="3545022" cy="669409"/>
      </dsp:txXfrm>
    </dsp:sp>
    <dsp:sp modelId="{05B063D4-72E3-4783-9CE9-BD14458E0D26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5D822-CE1D-47A4-9234-92AB9BDD82CC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твори про козацьку добу в українській історії.</a:t>
          </a:r>
          <a:endParaRPr lang="uk-UA" sz="2000" kern="1200"/>
        </a:p>
      </dsp:txBody>
      <dsp:txXfrm>
        <a:off x="492024" y="3347396"/>
        <a:ext cx="3928810" cy="669409"/>
      </dsp:txXfrm>
    </dsp:sp>
    <dsp:sp modelId="{CB2E3C37-C7F2-467C-95C9-5B181E29411A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D114C-D5E6-4847-91AE-CC6304992ABD}">
      <dsp:nvSpPr>
        <dsp:cNvPr id="0" name=""/>
        <dsp:cNvSpPr/>
      </dsp:nvSpPr>
      <dsp:spPr>
        <a:xfrm>
          <a:off x="0" y="414188"/>
          <a:ext cx="448056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надання Києво-Могилянському колегіуму статусу академії</a:t>
          </a:r>
          <a:endParaRPr lang="uk-UA" sz="2100" kern="1200"/>
        </a:p>
      </dsp:txBody>
      <dsp:txXfrm>
        <a:off x="40780" y="454968"/>
        <a:ext cx="4399000" cy="753819"/>
      </dsp:txXfrm>
    </dsp:sp>
    <dsp:sp modelId="{22F3C042-8C26-4D84-B0CA-6978FB7D0790}">
      <dsp:nvSpPr>
        <dsp:cNvPr id="0" name=""/>
        <dsp:cNvSpPr/>
      </dsp:nvSpPr>
      <dsp:spPr>
        <a:xfrm>
          <a:off x="0" y="1310048"/>
          <a:ext cx="448056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друк І. Федоровим Острозької Біблії</a:t>
          </a:r>
          <a:endParaRPr lang="uk-UA" sz="2100" kern="1200"/>
        </a:p>
      </dsp:txBody>
      <dsp:txXfrm>
        <a:off x="40780" y="1350828"/>
        <a:ext cx="4399000" cy="753819"/>
      </dsp:txXfrm>
    </dsp:sp>
    <dsp:sp modelId="{C12887AE-71BB-4188-B2F6-096106E82466}">
      <dsp:nvSpPr>
        <dsp:cNvPr id="0" name=""/>
        <dsp:cNvSpPr/>
      </dsp:nvSpPr>
      <dsp:spPr>
        <a:xfrm>
          <a:off x="0" y="2205908"/>
          <a:ext cx="448056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легалізація православної церкви в Речі Посполитій</a:t>
          </a:r>
          <a:endParaRPr lang="uk-UA" sz="2100" kern="1200"/>
        </a:p>
      </dsp:txBody>
      <dsp:txXfrm>
        <a:off x="40780" y="2246688"/>
        <a:ext cx="4399000" cy="753819"/>
      </dsp:txXfrm>
    </dsp:sp>
    <dsp:sp modelId="{9F6398E8-5273-440C-ABCF-678673947D2A}">
      <dsp:nvSpPr>
        <dsp:cNvPr id="0" name=""/>
        <dsp:cNvSpPr/>
      </dsp:nvSpPr>
      <dsp:spPr>
        <a:xfrm>
          <a:off x="0" y="3101768"/>
          <a:ext cx="448056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створення Пересопницького Євангелія</a:t>
          </a:r>
          <a:endParaRPr lang="uk-UA" sz="2100" kern="1200"/>
        </a:p>
      </dsp:txBody>
      <dsp:txXfrm>
        <a:off x="40780" y="3142548"/>
        <a:ext cx="4399000" cy="753819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972A2-7F16-4AAB-A1D0-EAE002E6A772}">
      <dsp:nvSpPr>
        <dsp:cNvPr id="0" name=""/>
        <dsp:cNvSpPr/>
      </dsp:nvSpPr>
      <dsp:spPr>
        <a:xfrm>
          <a:off x="0" y="78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«Березневі статті» Б.Хмельницького</a:t>
          </a:r>
          <a:endParaRPr lang="uk-UA" sz="2500" kern="1200"/>
        </a:p>
      </dsp:txBody>
      <dsp:txXfrm>
        <a:off x="48547" y="127215"/>
        <a:ext cx="4383466" cy="897406"/>
      </dsp:txXfrm>
    </dsp:sp>
    <dsp:sp modelId="{BC86DEB3-E0ED-40AB-8718-B337D7516F5E}">
      <dsp:nvSpPr>
        <dsp:cNvPr id="0" name=""/>
        <dsp:cNvSpPr/>
      </dsp:nvSpPr>
      <dsp:spPr>
        <a:xfrm>
          <a:off x="0" y="1145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«Решетилівські статті» І. Скоропадського</a:t>
          </a:r>
          <a:endParaRPr lang="uk-UA" sz="2500" kern="1200"/>
        </a:p>
      </dsp:txBody>
      <dsp:txXfrm>
        <a:off x="48547" y="1193715"/>
        <a:ext cx="4383466" cy="897406"/>
      </dsp:txXfrm>
    </dsp:sp>
    <dsp:sp modelId="{4E1A4C58-0A39-40B8-B658-C3BB22DB733E}">
      <dsp:nvSpPr>
        <dsp:cNvPr id="0" name=""/>
        <dsp:cNvSpPr/>
      </dsp:nvSpPr>
      <dsp:spPr>
        <a:xfrm>
          <a:off x="0" y="2211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«Рішительні пункти» Д. Апостола</a:t>
          </a:r>
          <a:endParaRPr lang="uk-UA" sz="2500" kern="1200"/>
        </a:p>
      </dsp:txBody>
      <dsp:txXfrm>
        <a:off x="48547" y="2260215"/>
        <a:ext cx="4383466" cy="897406"/>
      </dsp:txXfrm>
    </dsp:sp>
    <dsp:sp modelId="{A793EECC-694A-4A18-90C4-F71B8732B554}">
      <dsp:nvSpPr>
        <dsp:cNvPr id="0" name=""/>
        <dsp:cNvSpPr/>
      </dsp:nvSpPr>
      <dsp:spPr>
        <a:xfrm>
          <a:off x="0" y="3278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 dirty="0"/>
            <a:t>«</a:t>
          </a:r>
          <a:r>
            <a:rPr lang="ru-RU" sz="2500" b="0" i="0" kern="1200" baseline="0" dirty="0" err="1"/>
            <a:t>Конституція</a:t>
          </a:r>
          <a:r>
            <a:rPr lang="ru-RU" sz="2500" b="0" i="0" kern="1200" baseline="0" dirty="0"/>
            <a:t>» П. Орлика</a:t>
          </a:r>
          <a:endParaRPr lang="uk-UA" sz="2500" kern="1200" dirty="0"/>
        </a:p>
      </dsp:txBody>
      <dsp:txXfrm>
        <a:off x="48547" y="3326715"/>
        <a:ext cx="4383466" cy="897406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147E5-99FA-421B-AFD3-7FCF4214781A}">
      <dsp:nvSpPr>
        <dsp:cNvPr id="0" name=""/>
        <dsp:cNvSpPr/>
      </dsp:nvSpPr>
      <dsp:spPr>
        <a:xfrm>
          <a:off x="0" y="236528"/>
          <a:ext cx="4480560" cy="1911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1" kern="1200" baseline="0"/>
            <a:t>«...жалуючи підданих своїх, малоросійський народ.., при гетьмані в Глухові для управління і для іншого, що в прохальних пунктах гетьмана Хмельницького написано.., бути колегії»</a:t>
          </a:r>
          <a:endParaRPr lang="uk-UA" sz="1900" kern="1200"/>
        </a:p>
      </dsp:txBody>
      <dsp:txXfrm>
        <a:off x="93325" y="329853"/>
        <a:ext cx="4293910" cy="1725130"/>
      </dsp:txXfrm>
    </dsp:sp>
    <dsp:sp modelId="{AAD31E28-9629-4FDA-9B30-6BA33BE65CB9}">
      <dsp:nvSpPr>
        <dsp:cNvPr id="0" name=""/>
        <dsp:cNvSpPr/>
      </dsp:nvSpPr>
      <dsp:spPr>
        <a:xfrm>
          <a:off x="0" y="2203028"/>
          <a:ext cx="4480560" cy="1911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1" kern="1200" baseline="0"/>
            <a:t>«У гетьманській резиденції тричі на рік має збиратися Генеральна Рада: на Різдво, Великдень, Покрову. Між Радами Україною правитиме гетьман з генеральною старшиною»</a:t>
          </a:r>
          <a:endParaRPr lang="uk-UA" sz="1900" kern="1200"/>
        </a:p>
      </dsp:txBody>
      <dsp:txXfrm>
        <a:off x="93325" y="2296353"/>
        <a:ext cx="4293910" cy="172513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EC84A-B827-40B2-913E-01EEC1621E93}">
      <dsp:nvSpPr>
        <dsp:cNvPr id="0" name=""/>
        <dsp:cNvSpPr/>
      </dsp:nvSpPr>
      <dsp:spPr>
        <a:xfrm>
          <a:off x="0" y="43748"/>
          <a:ext cx="4480560" cy="210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1" kern="1200" baseline="0"/>
            <a:t>«Посли, які здавна до Війська Запорозького приходять, гетьману приймати та про це царську величність повідомляти. З турецьким султаном і польським королем без указу царської величності зносин не мати»</a:t>
          </a:r>
          <a:endParaRPr lang="uk-UA" sz="1800" kern="1200"/>
        </a:p>
      </dsp:txBody>
      <dsp:txXfrm>
        <a:off x="102806" y="146554"/>
        <a:ext cx="4274948" cy="1900388"/>
      </dsp:txXfrm>
    </dsp:sp>
    <dsp:sp modelId="{6DDD8FDF-CA49-4B43-B084-F9A51CD5FA2A}">
      <dsp:nvSpPr>
        <dsp:cNvPr id="0" name=""/>
        <dsp:cNvSpPr/>
      </dsp:nvSpPr>
      <dsp:spPr>
        <a:xfrm>
          <a:off x="0" y="2201588"/>
          <a:ext cx="4480560" cy="210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1" kern="1200" baseline="0"/>
            <a:t>«...Іван Мазепа, законний князь України, ...не може бути позбавлений влади у цьому князівстві до його смерті... стани України зберігатимуть всі вольності згідно зі своїми правами»</a:t>
          </a:r>
          <a:endParaRPr lang="uk-UA" sz="1800" kern="1200"/>
        </a:p>
      </dsp:txBody>
      <dsp:txXfrm>
        <a:off x="102806" y="2304394"/>
        <a:ext cx="4274948" cy="1900388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94748-97EF-4728-A6B4-5BB5EA1027AB}">
      <dsp:nvSpPr>
        <dsp:cNvPr id="0" name=""/>
        <dsp:cNvSpPr/>
      </dsp:nvSpPr>
      <dsp:spPr>
        <a:xfrm>
          <a:off x="0" y="15083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уся повнота влади зосереджувалася в руках довічно обраного гетьмана.</a:t>
          </a:r>
          <a:endParaRPr lang="uk-UA" sz="1900" kern="1200"/>
        </a:p>
      </dsp:txBody>
      <dsp:txXfrm>
        <a:off x="50732" y="65815"/>
        <a:ext cx="4379096" cy="937788"/>
      </dsp:txXfrm>
    </dsp:sp>
    <dsp:sp modelId="{BC97DDB8-95C9-4B38-9DAF-AFDEDF195CBC}">
      <dsp:nvSpPr>
        <dsp:cNvPr id="0" name=""/>
        <dsp:cNvSpPr/>
      </dsp:nvSpPr>
      <dsp:spPr>
        <a:xfrm>
          <a:off x="0" y="1109056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найвища виконавча влада належала гетьманові та генеральній старшині.</a:t>
          </a:r>
          <a:endParaRPr lang="uk-UA" sz="1900" kern="1200"/>
        </a:p>
      </dsp:txBody>
      <dsp:txXfrm>
        <a:off x="50732" y="1159788"/>
        <a:ext cx="4379096" cy="937788"/>
      </dsp:txXfrm>
    </dsp:sp>
    <dsp:sp modelId="{9A8F4DC1-90AA-4475-B2C0-8A8C8735105A}">
      <dsp:nvSpPr>
        <dsp:cNvPr id="0" name=""/>
        <dsp:cNvSpPr/>
      </dsp:nvSpPr>
      <dsp:spPr>
        <a:xfrm>
          <a:off x="0" y="2203028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скасовувалося постійне скликання Генеральної та Старшинської ради.</a:t>
          </a:r>
          <a:endParaRPr lang="uk-UA" sz="1900" kern="1200"/>
        </a:p>
      </dsp:txBody>
      <dsp:txXfrm>
        <a:off x="50732" y="2253760"/>
        <a:ext cx="4379096" cy="937788"/>
      </dsp:txXfrm>
    </dsp:sp>
    <dsp:sp modelId="{5F73C310-353C-4622-8716-D95649A64FB3}">
      <dsp:nvSpPr>
        <dsp:cNvPr id="0" name=""/>
        <dsp:cNvSpPr/>
      </dsp:nvSpPr>
      <dsp:spPr>
        <a:xfrm>
          <a:off x="0" y="3297000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упроваджувався принцип спадковості гетьманської посади</a:t>
          </a:r>
          <a:endParaRPr lang="uk-UA" sz="1900" kern="1200"/>
        </a:p>
      </dsp:txBody>
      <dsp:txXfrm>
        <a:off x="50732" y="3347732"/>
        <a:ext cx="4379096" cy="937788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8E6D9-AE6B-40FB-9B89-CE3E1B9842EC}">
      <dsp:nvSpPr>
        <dsp:cNvPr id="0" name=""/>
        <dsp:cNvSpPr/>
      </dsp:nvSpPr>
      <dsp:spPr>
        <a:xfrm>
          <a:off x="0" y="78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шведським королем і козацькою старшиною.</a:t>
          </a:r>
          <a:endParaRPr lang="uk-UA" sz="2500" kern="1200"/>
        </a:p>
      </dsp:txBody>
      <dsp:txXfrm>
        <a:off x="48547" y="127215"/>
        <a:ext cx="4383466" cy="897406"/>
      </dsp:txXfrm>
    </dsp:sp>
    <dsp:sp modelId="{C32DFAC7-7016-47FD-AE1D-FF90DA356C6B}">
      <dsp:nvSpPr>
        <dsp:cNvPr id="0" name=""/>
        <dsp:cNvSpPr/>
      </dsp:nvSpPr>
      <dsp:spPr>
        <a:xfrm>
          <a:off x="0" y="1145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козацькою старшиною та запорозькими козаками.</a:t>
          </a:r>
          <a:endParaRPr lang="uk-UA" sz="2500" kern="1200"/>
        </a:p>
      </dsp:txBody>
      <dsp:txXfrm>
        <a:off x="48547" y="1193715"/>
        <a:ext cx="4383466" cy="897406"/>
      </dsp:txXfrm>
    </dsp:sp>
    <dsp:sp modelId="{96D57A6B-EE43-4377-94EE-03BD581F6EB3}">
      <dsp:nvSpPr>
        <dsp:cNvPr id="0" name=""/>
        <dsp:cNvSpPr/>
      </dsp:nvSpPr>
      <dsp:spPr>
        <a:xfrm>
          <a:off x="0" y="2211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запорозькими козаками та турецьким султаном.</a:t>
          </a:r>
          <a:endParaRPr lang="uk-UA" sz="2500" kern="1200"/>
        </a:p>
      </dsp:txBody>
      <dsp:txXfrm>
        <a:off x="48547" y="2260215"/>
        <a:ext cx="4383466" cy="897406"/>
      </dsp:txXfrm>
    </dsp:sp>
    <dsp:sp modelId="{06FBBDE2-A7A4-4367-A625-CDBC1ED5EF5B}">
      <dsp:nvSpPr>
        <dsp:cNvPr id="0" name=""/>
        <dsp:cNvSpPr/>
      </dsp:nvSpPr>
      <dsp:spPr>
        <a:xfrm>
          <a:off x="0" y="3278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турецьким султаном і шведським королем.</a:t>
          </a:r>
          <a:endParaRPr lang="uk-UA" sz="2500" kern="1200"/>
        </a:p>
      </dsp:txBody>
      <dsp:txXfrm>
        <a:off x="48547" y="3326715"/>
        <a:ext cx="4383466" cy="897406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86AE2-D82C-4904-860C-67EBEB584D2C}">
      <dsp:nvSpPr>
        <dsp:cNvPr id="0" name=""/>
        <dsp:cNvSpPr/>
      </dsp:nvSpPr>
      <dsp:spPr>
        <a:xfrm>
          <a:off x="0" y="16254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утворенням «Правління гетьманського уряду».</a:t>
          </a:r>
          <a:endParaRPr lang="uk-UA" sz="2400" kern="1200"/>
        </a:p>
      </dsp:txBody>
      <dsp:txXfrm>
        <a:off x="46606" y="209154"/>
        <a:ext cx="4387348" cy="861507"/>
      </dsp:txXfrm>
    </dsp:sp>
    <dsp:sp modelId="{5ABF9B91-E7F2-4428-B1B9-C3D55C26367D}">
      <dsp:nvSpPr>
        <dsp:cNvPr id="0" name=""/>
        <dsp:cNvSpPr/>
      </dsp:nvSpPr>
      <dsp:spPr>
        <a:xfrm>
          <a:off x="0" y="118638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повстанням козаків під проводом Семена Палія.</a:t>
          </a:r>
          <a:endParaRPr lang="uk-UA" sz="2400" kern="1200"/>
        </a:p>
      </dsp:txBody>
      <dsp:txXfrm>
        <a:off x="46606" y="1232994"/>
        <a:ext cx="4387348" cy="861507"/>
      </dsp:txXfrm>
    </dsp:sp>
    <dsp:sp modelId="{3C912CBE-A00C-43BB-B67C-6526D37A8014}">
      <dsp:nvSpPr>
        <dsp:cNvPr id="0" name=""/>
        <dsp:cNvSpPr/>
      </dsp:nvSpPr>
      <dsp:spPr>
        <a:xfrm>
          <a:off x="0" y="221022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обранням Пилипа Орлика на посаду гетьмана.</a:t>
          </a:r>
          <a:endParaRPr lang="uk-UA" sz="2400" kern="1200"/>
        </a:p>
      </dsp:txBody>
      <dsp:txXfrm>
        <a:off x="46606" y="2256834"/>
        <a:ext cx="4387348" cy="861507"/>
      </dsp:txXfrm>
    </dsp:sp>
    <dsp:sp modelId="{B6BA34DB-083E-438E-B9DF-02B45597EB30}">
      <dsp:nvSpPr>
        <dsp:cNvPr id="0" name=""/>
        <dsp:cNvSpPr/>
      </dsp:nvSpPr>
      <dsp:spPr>
        <a:xfrm>
          <a:off x="0" y="3234068"/>
          <a:ext cx="448056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початком діяльності Першої Малоросійської колегії.</a:t>
          </a:r>
          <a:endParaRPr lang="uk-UA" sz="2400" kern="1200"/>
        </a:p>
      </dsp:txBody>
      <dsp:txXfrm>
        <a:off x="46606" y="3280674"/>
        <a:ext cx="4387348" cy="86150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C089F-29E1-40DE-B4A6-F9619C04343B}">
      <dsp:nvSpPr>
        <dsp:cNvPr id="0" name=""/>
        <dsp:cNvSpPr/>
      </dsp:nvSpPr>
      <dsp:spPr>
        <a:xfrm>
          <a:off x="0" y="78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заснування Нової (Підпільненської) Січі</a:t>
          </a:r>
          <a:endParaRPr lang="uk-UA" sz="2500" kern="1200"/>
        </a:p>
      </dsp:txBody>
      <dsp:txXfrm>
        <a:off x="48547" y="127215"/>
        <a:ext cx="4383466" cy="897406"/>
      </dsp:txXfrm>
    </dsp:sp>
    <dsp:sp modelId="{B61115F1-F8AA-4173-B270-1254BCACAE39}">
      <dsp:nvSpPr>
        <dsp:cNvPr id="0" name=""/>
        <dsp:cNvSpPr/>
      </dsp:nvSpPr>
      <dsp:spPr>
        <a:xfrm>
          <a:off x="0" y="1145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утворення Першої Малоросійської колегії</a:t>
          </a:r>
          <a:endParaRPr lang="uk-UA" sz="2500" kern="1200"/>
        </a:p>
      </dsp:txBody>
      <dsp:txXfrm>
        <a:off x="48547" y="1193715"/>
        <a:ext cx="4383466" cy="897406"/>
      </dsp:txXfrm>
    </dsp:sp>
    <dsp:sp modelId="{20287A1D-9188-4138-B7A2-1979D23D4668}">
      <dsp:nvSpPr>
        <dsp:cNvPr id="0" name=""/>
        <dsp:cNvSpPr/>
      </dsp:nvSpPr>
      <dsp:spPr>
        <a:xfrm>
          <a:off x="0" y="2211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ухвалення Конституції П. Орлика</a:t>
          </a:r>
          <a:endParaRPr lang="uk-UA" sz="2500" kern="1200"/>
        </a:p>
      </dsp:txBody>
      <dsp:txXfrm>
        <a:off x="48547" y="2260215"/>
        <a:ext cx="4383466" cy="897406"/>
      </dsp:txXfrm>
    </dsp:sp>
    <dsp:sp modelId="{8FF0AA49-6B8A-47B8-80FD-40004AE267EA}">
      <dsp:nvSpPr>
        <dsp:cNvPr id="0" name=""/>
        <dsp:cNvSpPr/>
      </dsp:nvSpPr>
      <dsp:spPr>
        <a:xfrm>
          <a:off x="0" y="3278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Полтавська битва</a:t>
          </a:r>
          <a:endParaRPr lang="uk-UA" sz="2500" kern="1200"/>
        </a:p>
      </dsp:txBody>
      <dsp:txXfrm>
        <a:off x="48547" y="3326715"/>
        <a:ext cx="4383466" cy="897406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7C044-00C1-415C-985E-3C21A6D413B4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Руїна</a:t>
          </a:r>
          <a:endParaRPr lang="uk-UA" sz="4100" kern="1200"/>
        </a:p>
      </dsp:txBody>
      <dsp:txXfrm>
        <a:off x="48005" y="79783"/>
        <a:ext cx="4384550" cy="887374"/>
      </dsp:txXfrm>
    </dsp:sp>
    <dsp:sp modelId="{A3880891-10A6-4BA5-9ECE-23FD6F728290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Паліївщина</a:t>
          </a:r>
          <a:endParaRPr lang="uk-UA" sz="4100" kern="1200"/>
        </a:p>
      </dsp:txBody>
      <dsp:txXfrm>
        <a:off x="48005" y="1181248"/>
        <a:ext cx="4384550" cy="887374"/>
      </dsp:txXfrm>
    </dsp:sp>
    <dsp:sp modelId="{644BAF7D-A512-439C-9989-272480DE9B19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Коліївщина</a:t>
          </a:r>
          <a:endParaRPr lang="uk-UA" sz="4100" kern="1200"/>
        </a:p>
      </dsp:txBody>
      <dsp:txXfrm>
        <a:off x="48005" y="2282713"/>
        <a:ext cx="4384550" cy="887374"/>
      </dsp:txXfrm>
    </dsp:sp>
    <dsp:sp modelId="{05D5CAD5-88B3-4439-8FB2-383141074222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Хмельниччина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5DE62-0BF6-4FC1-AA0D-C30C2149ACED}">
      <dsp:nvSpPr>
        <dsp:cNvPr id="0" name=""/>
        <dsp:cNvSpPr/>
      </dsp:nvSpPr>
      <dsp:spPr>
        <a:xfrm>
          <a:off x="0" y="78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заснування Нової (Підпільненської) Січі</a:t>
          </a:r>
          <a:endParaRPr lang="uk-UA" sz="2500" kern="1200"/>
        </a:p>
      </dsp:txBody>
      <dsp:txXfrm>
        <a:off x="48547" y="127215"/>
        <a:ext cx="4383466" cy="897406"/>
      </dsp:txXfrm>
    </dsp:sp>
    <dsp:sp modelId="{D70BE969-50AD-4E88-BBB3-4983E883DEE4}">
      <dsp:nvSpPr>
        <dsp:cNvPr id="0" name=""/>
        <dsp:cNvSpPr/>
      </dsp:nvSpPr>
      <dsp:spPr>
        <a:xfrm>
          <a:off x="0" y="1145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 dirty="0"/>
            <a:t>утворення першої Малоросійської колегії</a:t>
          </a:r>
          <a:endParaRPr lang="uk-UA" sz="2500" kern="1200" dirty="0"/>
        </a:p>
      </dsp:txBody>
      <dsp:txXfrm>
        <a:off x="48547" y="1193715"/>
        <a:ext cx="4383466" cy="897406"/>
      </dsp:txXfrm>
    </dsp:sp>
    <dsp:sp modelId="{B15CA0C9-4ACC-4724-9409-5F19B26A87EA}">
      <dsp:nvSpPr>
        <dsp:cNvPr id="0" name=""/>
        <dsp:cNvSpPr/>
      </dsp:nvSpPr>
      <dsp:spPr>
        <a:xfrm>
          <a:off x="0" y="22116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ліквідація Правління гетьманського уряду</a:t>
          </a:r>
          <a:endParaRPr lang="uk-UA" sz="2500" kern="1200"/>
        </a:p>
      </dsp:txBody>
      <dsp:txXfrm>
        <a:off x="48547" y="2260215"/>
        <a:ext cx="4383466" cy="897406"/>
      </dsp:txXfrm>
    </dsp:sp>
    <dsp:sp modelId="{C440ADF3-81CC-4A04-9257-D3E21CB2F4DF}">
      <dsp:nvSpPr>
        <dsp:cNvPr id="0" name=""/>
        <dsp:cNvSpPr/>
      </dsp:nvSpPr>
      <dsp:spPr>
        <a:xfrm>
          <a:off x="0" y="3278168"/>
          <a:ext cx="448056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відновлення гетьманства</a:t>
          </a:r>
          <a:endParaRPr lang="uk-UA" sz="2500" kern="1200"/>
        </a:p>
      </dsp:txBody>
      <dsp:txXfrm>
        <a:off x="48547" y="3326715"/>
        <a:ext cx="4383466" cy="89740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7C282-C6C2-4985-B235-7111B4D6126F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04B864-F4D1-4317-AECC-CDC21CA11992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борівський договір (1649 р.)</a:t>
          </a:r>
          <a:endParaRPr lang="uk-UA" sz="2000" kern="1200"/>
        </a:p>
      </dsp:txBody>
      <dsp:txXfrm>
        <a:off x="492024" y="334530"/>
        <a:ext cx="3928810" cy="669409"/>
      </dsp:txXfrm>
    </dsp:sp>
    <dsp:sp modelId="{B01901C9-D4A6-41AD-A096-71127394AD4F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0E3D5-BEBC-4387-B6E2-A27A2865B197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Андрусівський договір (1667 р.)</a:t>
          </a:r>
          <a:endParaRPr lang="uk-UA" sz="2000" kern="1200"/>
        </a:p>
      </dsp:txBody>
      <dsp:txXfrm>
        <a:off x="875812" y="1338819"/>
        <a:ext cx="3545022" cy="669409"/>
      </dsp:txXfrm>
    </dsp:sp>
    <dsp:sp modelId="{7029A5E4-3F38-44B1-9047-91C7622DD255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3FCB3-616C-4CF0-94A9-BE76946F9B33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Бахчисарайський договір (1681 р.)</a:t>
          </a:r>
          <a:endParaRPr lang="uk-UA" sz="2000" kern="1200"/>
        </a:p>
      </dsp:txBody>
      <dsp:txXfrm>
        <a:off x="875812" y="2343107"/>
        <a:ext cx="3545022" cy="669409"/>
      </dsp:txXfrm>
    </dsp:sp>
    <dsp:sp modelId="{5CA28188-E10A-4B9F-BF57-B5FCF1A4D5EB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3CB03-E8C4-41DD-9504-BC27A16EB00A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«Вічний мир» (1686 р.)</a:t>
          </a:r>
          <a:endParaRPr lang="uk-UA" sz="2000" kern="1200"/>
        </a:p>
      </dsp:txBody>
      <dsp:txXfrm>
        <a:off x="492024" y="3347396"/>
        <a:ext cx="3928810" cy="669409"/>
      </dsp:txXfrm>
    </dsp:sp>
    <dsp:sp modelId="{BC23C6C3-E124-470A-8196-0EE885F8BB93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29E4B-3635-41A4-8307-56D4D139D175}">
      <dsp:nvSpPr>
        <dsp:cNvPr id="0" name=""/>
        <dsp:cNvSpPr/>
      </dsp:nvSpPr>
      <dsp:spPr>
        <a:xfrm>
          <a:off x="0" y="36615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 dirty="0"/>
            <a:t>Слобідської України.</a:t>
          </a:r>
          <a:endParaRPr lang="uk-UA" sz="2600" kern="1200" dirty="0"/>
        </a:p>
      </dsp:txBody>
      <dsp:txXfrm>
        <a:off x="49468" y="86083"/>
        <a:ext cx="4381624" cy="914430"/>
      </dsp:txXfrm>
    </dsp:sp>
    <dsp:sp modelId="{97B5BD08-D7DD-4924-81E5-3DCA8768B4AE}">
      <dsp:nvSpPr>
        <dsp:cNvPr id="0" name=""/>
        <dsp:cNvSpPr/>
      </dsp:nvSpPr>
      <dsp:spPr>
        <a:xfrm>
          <a:off x="0" y="1124862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Лівобережної Гетьманщини.</a:t>
          </a:r>
          <a:endParaRPr lang="uk-UA" sz="2600" kern="1200"/>
        </a:p>
      </dsp:txBody>
      <dsp:txXfrm>
        <a:off x="49468" y="1174330"/>
        <a:ext cx="4381624" cy="914430"/>
      </dsp:txXfrm>
    </dsp:sp>
    <dsp:sp modelId="{E2A6262A-DD38-4EA6-9703-B893D71519D6}">
      <dsp:nvSpPr>
        <dsp:cNvPr id="0" name=""/>
        <dsp:cNvSpPr/>
      </dsp:nvSpPr>
      <dsp:spPr>
        <a:xfrm>
          <a:off x="0" y="2213108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 dirty="0"/>
            <a:t>Нової (</a:t>
          </a:r>
          <a:r>
            <a:rPr lang="uk-UA" sz="2600" b="0" i="0" kern="1200" baseline="0" dirty="0" err="1"/>
            <a:t>Підпільненської</a:t>
          </a:r>
          <a:r>
            <a:rPr lang="uk-UA" sz="2600" b="0" i="0" kern="1200" baseline="0" dirty="0"/>
            <a:t>) Січі.</a:t>
          </a:r>
          <a:endParaRPr lang="uk-UA" sz="2600" kern="1200" dirty="0"/>
        </a:p>
      </dsp:txBody>
      <dsp:txXfrm>
        <a:off x="49468" y="2262576"/>
        <a:ext cx="4381624" cy="914430"/>
      </dsp:txXfrm>
    </dsp:sp>
    <dsp:sp modelId="{BE02740B-0C3E-4D7C-A10B-4B784CE2DE95}">
      <dsp:nvSpPr>
        <dsp:cNvPr id="0" name=""/>
        <dsp:cNvSpPr/>
      </dsp:nvSpPr>
      <dsp:spPr>
        <a:xfrm>
          <a:off x="0" y="3301354"/>
          <a:ext cx="4480560" cy="10133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Правобережної Гетьманщини.</a:t>
          </a:r>
          <a:endParaRPr lang="uk-UA" sz="2600" kern="1200"/>
        </a:p>
      </dsp:txBody>
      <dsp:txXfrm>
        <a:off x="49468" y="3350822"/>
        <a:ext cx="4381624" cy="914430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0EA16-330E-4C3F-BD4A-9B1D0A2345BB}">
      <dsp:nvSpPr>
        <dsp:cNvPr id="0" name=""/>
        <dsp:cNvSpPr/>
      </dsp:nvSpPr>
      <dsp:spPr>
        <a:xfrm>
          <a:off x="0" y="346868"/>
          <a:ext cx="448056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обрання полковників на посаду супроводжувалося присягою як на вірність царю, так і на вірність гетьману</a:t>
          </a:r>
          <a:endParaRPr lang="uk-UA" sz="1600" kern="1200"/>
        </a:p>
      </dsp:txBody>
      <dsp:txXfrm>
        <a:off x="42950" y="389818"/>
        <a:ext cx="4394660" cy="793940"/>
      </dsp:txXfrm>
    </dsp:sp>
    <dsp:sp modelId="{DB473D29-6F9A-4BFA-8766-DF1474DF4892}">
      <dsp:nvSpPr>
        <dsp:cNvPr id="0" name=""/>
        <dsp:cNvSpPr/>
      </dsp:nvSpPr>
      <dsp:spPr>
        <a:xfrm>
          <a:off x="0" y="1272788"/>
          <a:ext cx="448056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полкові уряди самостійно вирішували питання чисельності козацького війська та його утримання</a:t>
          </a:r>
          <a:endParaRPr lang="uk-UA" sz="1600" kern="1200"/>
        </a:p>
      </dsp:txBody>
      <dsp:txXfrm>
        <a:off x="42950" y="1315738"/>
        <a:ext cx="4394660" cy="793940"/>
      </dsp:txXfrm>
    </dsp:sp>
    <dsp:sp modelId="{4574E8EC-DA46-4DAE-8553-431E050E7A7F}">
      <dsp:nvSpPr>
        <dsp:cNvPr id="0" name=""/>
        <dsp:cNvSpPr/>
      </dsp:nvSpPr>
      <dsp:spPr>
        <a:xfrm>
          <a:off x="0" y="2198708"/>
          <a:ext cx="448056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кожен полк окремо і в різний час отримував царську жалувану грамоту, де визначалися його права та привілеї</a:t>
          </a:r>
          <a:endParaRPr lang="uk-UA" sz="1600" kern="1200"/>
        </a:p>
      </dsp:txBody>
      <dsp:txXfrm>
        <a:off x="42950" y="2241658"/>
        <a:ext cx="4394660" cy="793940"/>
      </dsp:txXfrm>
    </dsp:sp>
    <dsp:sp modelId="{8E279AAE-74AB-456E-A144-BBC7E26D5B94}">
      <dsp:nvSpPr>
        <dsp:cNvPr id="0" name=""/>
        <dsp:cNvSpPr/>
      </dsp:nvSpPr>
      <dsp:spPr>
        <a:xfrm>
          <a:off x="0" y="3124628"/>
          <a:ext cx="448056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полковники призначалися бєлгородським воєводою з наступним затвердженням на полкових козацьких радах</a:t>
          </a:r>
          <a:endParaRPr lang="uk-UA" sz="1600" kern="1200"/>
        </a:p>
      </dsp:txBody>
      <dsp:txXfrm>
        <a:off x="42950" y="3167578"/>
        <a:ext cx="4394660" cy="793940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61446-F06F-4D72-985F-55C2A3713F44}">
      <dsp:nvSpPr>
        <dsp:cNvPr id="0" name=""/>
        <dsp:cNvSpPr/>
      </dsp:nvSpPr>
      <dsp:spPr>
        <a:xfrm>
          <a:off x="0" y="396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вписані до реєстру городового козацтва й виконували воєнні повинності.</a:t>
          </a:r>
          <a:endParaRPr lang="uk-UA" sz="1900" kern="1200"/>
        </a:p>
      </dsp:txBody>
      <dsp:txXfrm>
        <a:off x="51003" y="54971"/>
        <a:ext cx="4378554" cy="942803"/>
      </dsp:txXfrm>
    </dsp:sp>
    <dsp:sp modelId="{7DDAF91F-D5C0-4D2E-AE35-5A34DAA5A2BD}">
      <dsp:nvSpPr>
        <dsp:cNvPr id="0" name=""/>
        <dsp:cNvSpPr/>
      </dsp:nvSpPr>
      <dsp:spPr>
        <a:xfrm>
          <a:off x="0" y="110349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особисто вільними та сплачували податки, виконували державні повинності.</a:t>
          </a:r>
          <a:endParaRPr lang="uk-UA" sz="1900" kern="1200"/>
        </a:p>
      </dsp:txBody>
      <dsp:txXfrm>
        <a:off x="51003" y="1154501"/>
        <a:ext cx="4378554" cy="942803"/>
      </dsp:txXfrm>
    </dsp:sp>
    <dsp:sp modelId="{FDCADF9D-1E41-451B-9BD5-38FE208C7A97}">
      <dsp:nvSpPr>
        <dsp:cNvPr id="0" name=""/>
        <dsp:cNvSpPr/>
      </dsp:nvSpPr>
      <dsp:spPr>
        <a:xfrm>
          <a:off x="0" y="220302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залежні від козацької старшини на правах рангового володіння.</a:t>
          </a:r>
          <a:endParaRPr lang="uk-UA" sz="1900" kern="1200"/>
        </a:p>
      </dsp:txBody>
      <dsp:txXfrm>
        <a:off x="51003" y="2254031"/>
        <a:ext cx="4378554" cy="942803"/>
      </dsp:txXfrm>
    </dsp:sp>
    <dsp:sp modelId="{673F60DE-AC02-4046-8E0F-4CC40BE94E31}">
      <dsp:nvSpPr>
        <dsp:cNvPr id="0" name=""/>
        <dsp:cNvSpPr/>
      </dsp:nvSpPr>
      <dsp:spPr>
        <a:xfrm>
          <a:off x="0" y="330255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зрівняні в правах зі шляхтою та мали власний становий суд.</a:t>
          </a:r>
          <a:endParaRPr lang="uk-UA" sz="1900" kern="1200"/>
        </a:p>
      </dsp:txBody>
      <dsp:txXfrm>
        <a:off x="51003" y="3353561"/>
        <a:ext cx="4378554" cy="942803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3D4DE-6654-4E43-9BC8-AA480E205E99}">
      <dsp:nvSpPr>
        <dsp:cNvPr id="0" name=""/>
        <dsp:cNvSpPr/>
      </dsp:nvSpPr>
      <dsp:spPr>
        <a:xfrm>
          <a:off x="0" y="762"/>
          <a:ext cx="4480560" cy="213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об’єднання під владою гетьмана І. Мазепи Лівобережної та Правобережної України</a:t>
          </a:r>
          <a:endParaRPr lang="uk-UA" sz="2500" kern="1200"/>
        </a:p>
      </dsp:txBody>
      <dsp:txXfrm>
        <a:off x="104413" y="105175"/>
        <a:ext cx="4271734" cy="1930080"/>
      </dsp:txXfrm>
    </dsp:sp>
    <dsp:sp modelId="{A8EDD1FA-B891-40B1-955E-47D530D84795}">
      <dsp:nvSpPr>
        <dsp:cNvPr id="0" name=""/>
        <dsp:cNvSpPr/>
      </dsp:nvSpPr>
      <dsp:spPr>
        <a:xfrm>
          <a:off x="0" y="2211668"/>
          <a:ext cx="4480560" cy="21389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baseline="0"/>
            <a:t>ухвалення польським сеймом рішення про ліквідацію козацьких полків на Правобережній Україні</a:t>
          </a:r>
          <a:endParaRPr lang="uk-UA" sz="2500" kern="1200"/>
        </a:p>
      </dsp:txBody>
      <dsp:txXfrm>
        <a:off x="104413" y="2316081"/>
        <a:ext cx="4271734" cy="1930080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7AF67-6CDF-4DC5-9994-629B982C0488}">
      <dsp:nvSpPr>
        <dsp:cNvPr id="0" name=""/>
        <dsp:cNvSpPr/>
      </dsp:nvSpPr>
      <dsp:spPr>
        <a:xfrm>
          <a:off x="0" y="313028"/>
          <a:ext cx="4480560" cy="182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укладення таємного договору між шведським королем Карлом </a:t>
          </a:r>
          <a:r>
            <a:rPr lang="en-US" sz="2600" b="0" i="0" kern="1200" baseline="0"/>
            <a:t>XII </a:t>
          </a:r>
          <a:r>
            <a:rPr lang="uk-UA" sz="2600" b="0" i="0" kern="1200" baseline="0"/>
            <a:t>і гетьманом І. Мазепою</a:t>
          </a:r>
          <a:endParaRPr lang="uk-UA" sz="2600" kern="1200"/>
        </a:p>
      </dsp:txBody>
      <dsp:txXfrm>
        <a:off x="89099" y="402127"/>
        <a:ext cx="4302362" cy="1647002"/>
      </dsp:txXfrm>
    </dsp:sp>
    <dsp:sp modelId="{636FF269-B98C-48E0-9A43-1B72274D5C51}">
      <dsp:nvSpPr>
        <dsp:cNvPr id="0" name=""/>
        <dsp:cNvSpPr/>
      </dsp:nvSpPr>
      <dsp:spPr>
        <a:xfrm>
          <a:off x="0" y="2213108"/>
          <a:ext cx="4480560" cy="182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baseline="0"/>
            <a:t>зруйнування за наказом московського царя Петра І гетьманської столиці Батурина</a:t>
          </a:r>
          <a:endParaRPr lang="uk-UA" sz="2600" kern="1200"/>
        </a:p>
      </dsp:txBody>
      <dsp:txXfrm>
        <a:off x="89099" y="2302207"/>
        <a:ext cx="4302362" cy="1647002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60797-3D03-4DE7-9BEF-375E1DF73515}">
      <dsp:nvSpPr>
        <dsp:cNvPr id="0" name=""/>
        <dsp:cNvSpPr/>
      </dsp:nvSpPr>
      <dsp:spPr>
        <a:xfrm>
          <a:off x="0" y="396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козацькими полками в складі російської армії на чолі з М. Гамалією.</a:t>
          </a:r>
          <a:endParaRPr lang="uk-UA" sz="1900" kern="1200"/>
        </a:p>
      </dsp:txBody>
      <dsp:txXfrm>
        <a:off x="51003" y="54971"/>
        <a:ext cx="4378554" cy="942803"/>
      </dsp:txXfrm>
    </dsp:sp>
    <dsp:sp modelId="{8C7E7B22-755B-4222-B977-9454AC4AEC94}">
      <dsp:nvSpPr>
        <dsp:cNvPr id="0" name=""/>
        <dsp:cNvSpPr/>
      </dsp:nvSpPr>
      <dsp:spPr>
        <a:xfrm>
          <a:off x="0" y="110349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козаками Лівобережної України на чолі з І. Скоропадським.</a:t>
          </a:r>
          <a:endParaRPr lang="uk-UA" sz="1900" kern="1200"/>
        </a:p>
      </dsp:txBody>
      <dsp:txXfrm>
        <a:off x="51003" y="1154501"/>
        <a:ext cx="4378554" cy="942803"/>
      </dsp:txXfrm>
    </dsp:sp>
    <dsp:sp modelId="{46CFDB8F-22E7-43CC-BF0B-0B730A75E25F}">
      <dsp:nvSpPr>
        <dsp:cNvPr id="0" name=""/>
        <dsp:cNvSpPr/>
      </dsp:nvSpPr>
      <dsp:spPr>
        <a:xfrm>
          <a:off x="0" y="220302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козаками Правобережної України на чолі з С. Палієм.</a:t>
          </a:r>
          <a:endParaRPr lang="uk-UA" sz="1900" kern="1200"/>
        </a:p>
      </dsp:txBody>
      <dsp:txXfrm>
        <a:off x="51003" y="2254031"/>
        <a:ext cx="4378554" cy="942803"/>
      </dsp:txXfrm>
    </dsp:sp>
    <dsp:sp modelId="{2967DE62-7412-4FD2-9C4A-BAB168FB86B7}">
      <dsp:nvSpPr>
        <dsp:cNvPr id="0" name=""/>
        <dsp:cNvSpPr/>
      </dsp:nvSpPr>
      <dsp:spPr>
        <a:xfrm>
          <a:off x="0" y="330255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запорозькими козаками на чолі з К. Гордієнком.</a:t>
          </a:r>
          <a:endParaRPr lang="uk-UA" sz="1900" kern="1200"/>
        </a:p>
      </dsp:txBody>
      <dsp:txXfrm>
        <a:off x="51003" y="3353561"/>
        <a:ext cx="4378554" cy="942803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E68ED-5A77-49E7-A22D-11D0D55FA894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034F9F-8620-4737-B2AD-45D779A7E4FC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«вотчина»</a:t>
          </a:r>
          <a:endParaRPr lang="uk-UA" sz="3500" kern="1200"/>
        </a:p>
      </dsp:txBody>
      <dsp:txXfrm>
        <a:off x="492024" y="334530"/>
        <a:ext cx="3928810" cy="669409"/>
      </dsp:txXfrm>
    </dsp:sp>
    <dsp:sp modelId="{8277885C-7324-4B6C-9B0C-DE3712C9C713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81B99D-E59A-47DC-9F8B-69D69E4FFE6A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«фільварок»</a:t>
          </a:r>
          <a:endParaRPr lang="uk-UA" sz="3500" kern="1200"/>
        </a:p>
      </dsp:txBody>
      <dsp:txXfrm>
        <a:off x="875812" y="1338819"/>
        <a:ext cx="3545022" cy="669409"/>
      </dsp:txXfrm>
    </dsp:sp>
    <dsp:sp modelId="{8918B83C-2A8E-4175-B5BA-45C2A96A8D1D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23573-DAFB-4043-9409-39147D418C6E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«паланка»</a:t>
          </a:r>
          <a:endParaRPr lang="uk-UA" sz="3500" kern="1200"/>
        </a:p>
      </dsp:txBody>
      <dsp:txXfrm>
        <a:off x="875812" y="2343107"/>
        <a:ext cx="3545022" cy="669409"/>
      </dsp:txXfrm>
    </dsp:sp>
    <dsp:sp modelId="{300DF0D9-3B03-477E-A1F6-47784808E27F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02472-9CAE-4227-94B3-8533467D02DE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baseline="0"/>
            <a:t>«магістрат»</a:t>
          </a:r>
          <a:endParaRPr lang="uk-UA" sz="3500" kern="1200"/>
        </a:p>
      </dsp:txBody>
      <dsp:txXfrm>
        <a:off x="492024" y="3347396"/>
        <a:ext cx="3928810" cy="669409"/>
      </dsp:txXfrm>
    </dsp:sp>
    <dsp:sp modelId="{53ABEEFB-3389-48EA-A5D3-09236AD515AF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C7EDB-C59F-48FE-A090-5833925CBDB7}">
      <dsp:nvSpPr>
        <dsp:cNvPr id="0" name=""/>
        <dsp:cNvSpPr/>
      </dsp:nvSpPr>
      <dsp:spPr>
        <a:xfrm>
          <a:off x="0" y="17037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адміністративно-територіальна одиниця, на які поділялися землі Вольностей Війська Запорозького</a:t>
          </a:r>
          <a:endParaRPr lang="uk-UA" sz="1400" kern="1200"/>
        </a:p>
      </dsp:txBody>
      <dsp:txXfrm>
        <a:off x="37581" y="207959"/>
        <a:ext cx="4405398" cy="694697"/>
      </dsp:txXfrm>
    </dsp:sp>
    <dsp:sp modelId="{365C366A-E91F-4DCD-BF56-E708ACF3B5B2}">
      <dsp:nvSpPr>
        <dsp:cNvPr id="0" name=""/>
        <dsp:cNvSpPr/>
      </dsp:nvSpPr>
      <dsp:spPr>
        <a:xfrm>
          <a:off x="0" y="98055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велике багатогалузеве господарство, засноване на праці кріпосних селян та орієнтоване на виробництво збіжжя на продаж</a:t>
          </a:r>
          <a:endParaRPr lang="uk-UA" sz="1400" kern="1200"/>
        </a:p>
      </dsp:txBody>
      <dsp:txXfrm>
        <a:off x="37581" y="1018139"/>
        <a:ext cx="4405398" cy="694697"/>
      </dsp:txXfrm>
    </dsp:sp>
    <dsp:sp modelId="{C0A6E508-24A4-4AE2-9EF3-284A934A5058}">
      <dsp:nvSpPr>
        <dsp:cNvPr id="0" name=""/>
        <dsp:cNvSpPr/>
      </dsp:nvSpPr>
      <dsp:spPr>
        <a:xfrm>
          <a:off x="0" y="179073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 dirty="0"/>
            <a:t>військова й адміністративно-територіальна одиниця Лівобережної Гетьманщини та Слобідської України</a:t>
          </a:r>
          <a:endParaRPr lang="uk-UA" sz="1400" kern="1200" dirty="0"/>
        </a:p>
      </dsp:txBody>
      <dsp:txXfrm>
        <a:off x="37581" y="1828319"/>
        <a:ext cx="4405398" cy="694697"/>
      </dsp:txXfrm>
    </dsp:sp>
    <dsp:sp modelId="{4FA50DE0-ECCE-4487-879D-FE77BB133CBC}">
      <dsp:nvSpPr>
        <dsp:cNvPr id="0" name=""/>
        <dsp:cNvSpPr/>
      </dsp:nvSpPr>
      <dsp:spPr>
        <a:xfrm>
          <a:off x="0" y="260091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орган самоврядування в містах, що користувалися магдебурзьким правом</a:t>
          </a:r>
          <a:endParaRPr lang="uk-UA" sz="1400" kern="1200"/>
        </a:p>
      </dsp:txBody>
      <dsp:txXfrm>
        <a:off x="37581" y="2638499"/>
        <a:ext cx="4405398" cy="694697"/>
      </dsp:txXfrm>
    </dsp:sp>
    <dsp:sp modelId="{C6C7A7BF-E10A-46A3-BBE1-864009A42180}">
      <dsp:nvSpPr>
        <dsp:cNvPr id="0" name=""/>
        <dsp:cNvSpPr/>
      </dsp:nvSpPr>
      <dsp:spPr>
        <a:xfrm>
          <a:off x="0" y="341109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спадкова земельна власність (землі, будівлі, інвентар) та пов’язане із нею право на феодально залежних селян</a:t>
          </a:r>
          <a:endParaRPr lang="uk-UA" sz="1400" kern="1200"/>
        </a:p>
      </dsp:txBody>
      <dsp:txXfrm>
        <a:off x="37581" y="3448679"/>
        <a:ext cx="4405398" cy="694697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A24FB-5435-40B6-AC0F-EBDB6650F5C0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5F7E1-8916-4F9A-900E-4054F84D51A5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«Займанщина»</a:t>
          </a:r>
          <a:endParaRPr lang="uk-UA" sz="1500" kern="1200"/>
        </a:p>
      </dsp:txBody>
      <dsp:txXfrm>
        <a:off x="560830" y="496219"/>
        <a:ext cx="1531337" cy="1531337"/>
      </dsp:txXfrm>
    </dsp:sp>
    <dsp:sp modelId="{8047AE95-C88B-4505-A2A8-73308BC91AF0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«Паланка»</a:t>
          </a:r>
          <a:endParaRPr lang="uk-UA" sz="1500" kern="1200"/>
        </a:p>
      </dsp:txBody>
      <dsp:txXfrm>
        <a:off x="2388392" y="496219"/>
        <a:ext cx="1531337" cy="1531337"/>
      </dsp:txXfrm>
    </dsp:sp>
    <dsp:sp modelId="{95D1DB7A-BB6E-47BF-9493-326D94467199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«Зимівник»</a:t>
          </a:r>
          <a:endParaRPr lang="uk-UA" sz="1500" kern="1200"/>
        </a:p>
      </dsp:txBody>
      <dsp:txXfrm>
        <a:off x="560830" y="2323780"/>
        <a:ext cx="1531337" cy="1531337"/>
      </dsp:txXfrm>
    </dsp:sp>
    <dsp:sp modelId="{03C5F45E-3A3A-4388-9ADD-968FA2A8FB7E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«Панщина»</a:t>
          </a:r>
          <a:endParaRPr lang="uk-UA" sz="1500" kern="1200"/>
        </a:p>
      </dsp:txBody>
      <dsp:txXfrm>
        <a:off x="2388392" y="2323780"/>
        <a:ext cx="1531337" cy="153133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64A5C-051E-4971-8F62-00270765E707}">
      <dsp:nvSpPr>
        <dsp:cNvPr id="0" name=""/>
        <dsp:cNvSpPr/>
      </dsp:nvSpPr>
      <dsp:spPr>
        <a:xfrm>
          <a:off x="0" y="27143"/>
          <a:ext cx="448056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 dirty="0" err="1"/>
            <a:t>Військова</a:t>
          </a:r>
          <a:r>
            <a:rPr lang="ru-RU" sz="1500" b="0" i="0" kern="1200" baseline="0" dirty="0"/>
            <a:t>, </a:t>
          </a:r>
          <a:r>
            <a:rPr lang="ru-RU" sz="1500" b="0" i="0" kern="1200" baseline="0" dirty="0" err="1"/>
            <a:t>адміністративно-територіальна</a:t>
          </a:r>
          <a:r>
            <a:rPr lang="ru-RU" sz="1500" b="0" i="0" kern="1200" baseline="0" dirty="0"/>
            <a:t>, </a:t>
          </a:r>
          <a:r>
            <a:rPr lang="ru-RU" sz="1500" b="0" i="0" kern="1200" baseline="0" dirty="0" err="1"/>
            <a:t>господарська</a:t>
          </a:r>
          <a:r>
            <a:rPr lang="ru-RU" sz="1500" b="0" i="0" kern="1200" baseline="0" dirty="0"/>
            <a:t> </a:t>
          </a:r>
          <a:r>
            <a:rPr lang="ru-RU" sz="1500" b="0" i="0" kern="1200" baseline="0" dirty="0" err="1"/>
            <a:t>одиниця</a:t>
          </a:r>
          <a:r>
            <a:rPr lang="ru-RU" sz="1500" b="0" i="0" kern="1200" baseline="0" dirty="0"/>
            <a:t> </a:t>
          </a:r>
          <a:r>
            <a:rPr lang="ru-RU" sz="1500" b="0" i="0" kern="1200" baseline="0" dirty="0" err="1"/>
            <a:t>Запорозької</a:t>
          </a:r>
          <a:r>
            <a:rPr lang="ru-RU" sz="1500" b="0" i="0" kern="1200" baseline="0" dirty="0"/>
            <a:t> (</a:t>
          </a:r>
          <a:r>
            <a:rPr lang="ru-RU" sz="1500" b="0" i="0" kern="1200" baseline="0" dirty="0" err="1"/>
            <a:t>Нової</a:t>
          </a:r>
          <a:r>
            <a:rPr lang="ru-RU" sz="1500" b="0" i="0" kern="1200" baseline="0" dirty="0"/>
            <a:t>) </a:t>
          </a:r>
          <a:r>
            <a:rPr lang="ru-RU" sz="1500" b="0" i="0" kern="1200" baseline="0" dirty="0" err="1"/>
            <a:t>Січі</a:t>
          </a:r>
          <a:r>
            <a:rPr lang="ru-RU" sz="1500" b="0" i="0" kern="1200" baseline="0" dirty="0"/>
            <a:t>.</a:t>
          </a:r>
          <a:endParaRPr lang="uk-UA" sz="1500" kern="1200" dirty="0"/>
        </a:p>
      </dsp:txBody>
      <dsp:txXfrm>
        <a:off x="40266" y="67409"/>
        <a:ext cx="4400028" cy="744318"/>
      </dsp:txXfrm>
    </dsp:sp>
    <dsp:sp modelId="{AA09628A-0862-4339-923D-FB5803462163}">
      <dsp:nvSpPr>
        <dsp:cNvPr id="0" name=""/>
        <dsp:cNvSpPr/>
      </dsp:nvSpPr>
      <dsp:spPr>
        <a:xfrm>
          <a:off x="0" y="895193"/>
          <a:ext cx="448056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Форма визиску селянства, примусове виконання певного обсягу робіт на користь землевласника.</a:t>
          </a:r>
          <a:endParaRPr lang="uk-UA" sz="1500" kern="1200"/>
        </a:p>
      </dsp:txBody>
      <dsp:txXfrm>
        <a:off x="40266" y="935459"/>
        <a:ext cx="4400028" cy="744318"/>
      </dsp:txXfrm>
    </dsp:sp>
    <dsp:sp modelId="{23D8BD6E-735A-4536-B8EC-B6DBD7CC572A}">
      <dsp:nvSpPr>
        <dsp:cNvPr id="0" name=""/>
        <dsp:cNvSpPr/>
      </dsp:nvSpPr>
      <dsp:spPr>
        <a:xfrm>
          <a:off x="0" y="1763243"/>
          <a:ext cx="448056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Система правових норм, що визначала залежність селянина від феодала.</a:t>
          </a:r>
          <a:endParaRPr lang="uk-UA" sz="1500" kern="1200"/>
        </a:p>
      </dsp:txBody>
      <dsp:txXfrm>
        <a:off x="40266" y="1803509"/>
        <a:ext cx="4400028" cy="744318"/>
      </dsp:txXfrm>
    </dsp:sp>
    <dsp:sp modelId="{AE5DA053-1C6E-4AD3-BDCB-A08A1AF1F85A}">
      <dsp:nvSpPr>
        <dsp:cNvPr id="0" name=""/>
        <dsp:cNvSpPr/>
      </dsp:nvSpPr>
      <dsp:spPr>
        <a:xfrm>
          <a:off x="0" y="2631293"/>
          <a:ext cx="448056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Елемент звичаєвого права, що дозволяв на підставі першості володіти землею.</a:t>
          </a:r>
          <a:endParaRPr lang="uk-UA" sz="1500" kern="1200"/>
        </a:p>
      </dsp:txBody>
      <dsp:txXfrm>
        <a:off x="40266" y="2671559"/>
        <a:ext cx="4400028" cy="744318"/>
      </dsp:txXfrm>
    </dsp:sp>
    <dsp:sp modelId="{DE7698C8-A76F-483E-B759-386ABA519297}">
      <dsp:nvSpPr>
        <dsp:cNvPr id="0" name=""/>
        <dsp:cNvSpPr/>
      </dsp:nvSpPr>
      <dsp:spPr>
        <a:xfrm>
          <a:off x="0" y="3499343"/>
          <a:ext cx="448056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 baseline="0"/>
            <a:t>Хутір, у якому запорозькі козаки займалися скотарством і землеробством</a:t>
          </a:r>
          <a:endParaRPr lang="uk-UA" sz="1500" kern="1200"/>
        </a:p>
      </dsp:txBody>
      <dsp:txXfrm>
        <a:off x="40266" y="3539609"/>
        <a:ext cx="4400028" cy="744318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93EA6-144F-4691-8440-61CEF262A0EF}">
      <dsp:nvSpPr>
        <dsp:cNvPr id="0" name=""/>
        <dsp:cNvSpPr/>
      </dsp:nvSpPr>
      <dsp:spPr>
        <a:xfrm>
          <a:off x="0" y="15083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поділ Гетьманщини на Лівобережну та Правобережну</a:t>
          </a:r>
          <a:endParaRPr lang="uk-UA" sz="1900" kern="1200"/>
        </a:p>
      </dsp:txBody>
      <dsp:txXfrm>
        <a:off x="50732" y="65815"/>
        <a:ext cx="4379096" cy="937788"/>
      </dsp:txXfrm>
    </dsp:sp>
    <dsp:sp modelId="{3B1CCABF-ED96-4B8D-A533-22E74C4D000D}">
      <dsp:nvSpPr>
        <dsp:cNvPr id="0" name=""/>
        <dsp:cNvSpPr/>
      </dsp:nvSpPr>
      <dsp:spPr>
        <a:xfrm>
          <a:off x="0" y="1109056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переформування козацьких полків на регулярні кінні полки російської армії</a:t>
          </a:r>
          <a:endParaRPr lang="uk-UA" sz="1900" kern="1200"/>
        </a:p>
      </dsp:txBody>
      <dsp:txXfrm>
        <a:off x="50732" y="1159788"/>
        <a:ext cx="4379096" cy="937788"/>
      </dsp:txXfrm>
    </dsp:sp>
    <dsp:sp modelId="{9B65E4E2-94A7-43E0-801C-CC670A0D8B2C}">
      <dsp:nvSpPr>
        <dsp:cNvPr id="0" name=""/>
        <dsp:cNvSpPr/>
      </dsp:nvSpPr>
      <dsp:spPr>
        <a:xfrm>
          <a:off x="0" y="2203028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 dirty="0"/>
            <a:t>остаточна ліквідація російськими військами Запорозької Січі</a:t>
          </a:r>
          <a:endParaRPr lang="uk-UA" sz="1900" kern="1200" dirty="0"/>
        </a:p>
      </dsp:txBody>
      <dsp:txXfrm>
        <a:off x="50732" y="2253760"/>
        <a:ext cx="4379096" cy="937788"/>
      </dsp:txXfrm>
    </dsp:sp>
    <dsp:sp modelId="{0DB86218-0C7E-44BA-A9F4-A699D52F1F12}">
      <dsp:nvSpPr>
        <dsp:cNvPr id="0" name=""/>
        <dsp:cNvSpPr/>
      </dsp:nvSpPr>
      <dsp:spPr>
        <a:xfrm>
          <a:off x="0" y="3297000"/>
          <a:ext cx="4480560" cy="10392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 dirty="0"/>
            <a:t>утворення Першої Малоросійської колегії</a:t>
          </a:r>
          <a:endParaRPr lang="uk-UA" sz="1900" kern="1200" dirty="0"/>
        </a:p>
      </dsp:txBody>
      <dsp:txXfrm>
        <a:off x="50732" y="3347732"/>
        <a:ext cx="4379096" cy="937788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6281A-2D56-4E2F-B0C2-DE74AFB6DB32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0C444-799E-4F4D-89CD-27B3B43A6A59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1651 р.</a:t>
          </a:r>
          <a:endParaRPr lang="uk-UA" sz="4200" kern="1200"/>
        </a:p>
      </dsp:txBody>
      <dsp:txXfrm>
        <a:off x="560830" y="496219"/>
        <a:ext cx="1531337" cy="1531337"/>
      </dsp:txXfrm>
    </dsp:sp>
    <dsp:sp modelId="{27264BE5-86CA-452C-80FD-68795FE39331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1681 р.</a:t>
          </a:r>
          <a:endParaRPr lang="uk-UA" sz="4200" kern="1200"/>
        </a:p>
      </dsp:txBody>
      <dsp:txXfrm>
        <a:off x="2388392" y="496219"/>
        <a:ext cx="1531337" cy="1531337"/>
      </dsp:txXfrm>
    </dsp:sp>
    <dsp:sp modelId="{BFBF7A17-AA27-4BE3-8A8C-DB2CD862BF7B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1686 р.</a:t>
          </a:r>
          <a:endParaRPr lang="uk-UA" sz="4200" kern="1200"/>
        </a:p>
      </dsp:txBody>
      <dsp:txXfrm>
        <a:off x="560830" y="2323780"/>
        <a:ext cx="1531337" cy="1531337"/>
      </dsp:txXfrm>
    </dsp:sp>
    <dsp:sp modelId="{F78C1467-943D-4A60-A15C-8EC3F26F3BFF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1710 р.</a:t>
          </a:r>
          <a:endParaRPr lang="uk-UA" sz="4200" kern="1200"/>
        </a:p>
      </dsp:txBody>
      <dsp:txXfrm>
        <a:off x="2388392" y="2323780"/>
        <a:ext cx="1531337" cy="1531337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F2D29-6FEB-4700-ADDD-ECD28C99CE08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A6FFF-18DC-4ED5-AAA9-5952001B2C5B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Батурин</a:t>
          </a:r>
          <a:endParaRPr lang="uk-UA" sz="2400" kern="1200"/>
        </a:p>
      </dsp:txBody>
      <dsp:txXfrm>
        <a:off x="560830" y="496219"/>
        <a:ext cx="1531337" cy="1531337"/>
      </dsp:txXfrm>
    </dsp:sp>
    <dsp:sp modelId="{D295F005-0DDD-435E-94CB-227A10E99D82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Глухів</a:t>
          </a:r>
          <a:endParaRPr lang="uk-UA" sz="2400" kern="1200"/>
        </a:p>
      </dsp:txBody>
      <dsp:txXfrm>
        <a:off x="2388392" y="496219"/>
        <a:ext cx="1531337" cy="1531337"/>
      </dsp:txXfrm>
    </dsp:sp>
    <dsp:sp modelId="{80ED715F-2D0D-4321-9A46-ED0FB4718ABC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Київ</a:t>
          </a:r>
          <a:endParaRPr lang="uk-UA" sz="2400" kern="1200"/>
        </a:p>
      </dsp:txBody>
      <dsp:txXfrm>
        <a:off x="560830" y="2323780"/>
        <a:ext cx="1531337" cy="1531337"/>
      </dsp:txXfrm>
    </dsp:sp>
    <dsp:sp modelId="{CF68157A-5936-4E8A-B9EA-45007EE80BD9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Чигирин</a:t>
          </a:r>
          <a:endParaRPr lang="uk-UA" sz="2400" kern="1200"/>
        </a:p>
      </dsp:txBody>
      <dsp:txXfrm>
        <a:off x="2388392" y="2323780"/>
        <a:ext cx="1531337" cy="1531337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A9FB0-AD24-4AC6-B856-5E900D699DF6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79F44-229B-4A93-8134-86E5ACC231B9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московські.</a:t>
          </a:r>
          <a:endParaRPr lang="uk-UA" sz="2000" kern="1200"/>
        </a:p>
      </dsp:txBody>
      <dsp:txXfrm>
        <a:off x="560830" y="496219"/>
        <a:ext cx="1531337" cy="1531337"/>
      </dsp:txXfrm>
    </dsp:sp>
    <dsp:sp modelId="{7B776DD7-63B6-4B6A-9D8B-9B9DB41AAD0F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турецькі.</a:t>
          </a:r>
          <a:endParaRPr lang="uk-UA" sz="2000" kern="1200"/>
        </a:p>
      </dsp:txBody>
      <dsp:txXfrm>
        <a:off x="2388392" y="496219"/>
        <a:ext cx="1531337" cy="1531337"/>
      </dsp:txXfrm>
    </dsp:sp>
    <dsp:sp modelId="{FAB33ED0-1558-45A1-9A81-2002894FEEB2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шведські.</a:t>
          </a:r>
          <a:endParaRPr lang="uk-UA" sz="2000" kern="1200"/>
        </a:p>
      </dsp:txBody>
      <dsp:txXfrm>
        <a:off x="560830" y="2323780"/>
        <a:ext cx="1531337" cy="1531337"/>
      </dsp:txXfrm>
    </dsp:sp>
    <dsp:sp modelId="{13C4FE6D-77CD-4C0B-A609-D3EFCBF6BE80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польські.</a:t>
          </a:r>
          <a:endParaRPr lang="uk-UA" sz="2000" kern="1200"/>
        </a:p>
      </dsp:txBody>
      <dsp:txXfrm>
        <a:off x="2388392" y="2323780"/>
        <a:ext cx="1531337" cy="153133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EC3D8-9ECE-4992-A3DF-CBF4C89F86D2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15865D-EC37-407A-BB34-C6D2EF868E02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драма</a:t>
          </a:r>
          <a:endParaRPr lang="uk-UA" sz="3500" kern="1200"/>
        </a:p>
      </dsp:txBody>
      <dsp:txXfrm>
        <a:off x="492024" y="334530"/>
        <a:ext cx="3928810" cy="669409"/>
      </dsp:txXfrm>
    </dsp:sp>
    <dsp:sp modelId="{17277B19-F206-4220-A939-CC9DE1228A16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2D748-EBAB-45F7-AC49-6838E245EF08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вертеп</a:t>
          </a:r>
          <a:endParaRPr lang="uk-UA" sz="3500" kern="1200"/>
        </a:p>
      </dsp:txBody>
      <dsp:txXfrm>
        <a:off x="875812" y="1338819"/>
        <a:ext cx="3545022" cy="669409"/>
      </dsp:txXfrm>
    </dsp:sp>
    <dsp:sp modelId="{1903F180-40A8-4F45-ACB9-FCEE9E3C132D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4C093C-A310-4C21-B57B-7681F72A0D36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інтермедія</a:t>
          </a:r>
          <a:endParaRPr lang="uk-UA" sz="3500" kern="1200"/>
        </a:p>
      </dsp:txBody>
      <dsp:txXfrm>
        <a:off x="875812" y="2343107"/>
        <a:ext cx="3545022" cy="669409"/>
      </dsp:txXfrm>
    </dsp:sp>
    <dsp:sp modelId="{E1C860BE-581A-46FF-A9F3-C939617346A5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27894-F0E9-46DD-BEEF-4C5A3CD49560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гравюра</a:t>
          </a:r>
          <a:endParaRPr lang="uk-UA" sz="3500" kern="1200"/>
        </a:p>
      </dsp:txBody>
      <dsp:txXfrm>
        <a:off x="492024" y="3347396"/>
        <a:ext cx="3928810" cy="669409"/>
      </dsp:txXfrm>
    </dsp:sp>
    <dsp:sp modelId="{FFC7BC5A-8481-41AB-BF91-3138BA565A44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AEA6B-0FED-4E19-9398-9B316527AA98}">
      <dsp:nvSpPr>
        <dsp:cNvPr id="0" name=""/>
        <dsp:cNvSpPr/>
      </dsp:nvSpPr>
      <dsp:spPr>
        <a:xfrm>
          <a:off x="0" y="17037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вид мистецтва, у якому зображення є друкованим відбитком малюнка вирізьбленого на спеціально підготовленій дошці</a:t>
          </a:r>
          <a:endParaRPr lang="uk-UA" sz="1400" kern="1200"/>
        </a:p>
      </dsp:txBody>
      <dsp:txXfrm>
        <a:off x="37581" y="207959"/>
        <a:ext cx="4405398" cy="694697"/>
      </dsp:txXfrm>
    </dsp:sp>
    <dsp:sp modelId="{00EBBECF-0508-4F7D-B608-CE1794813632}">
      <dsp:nvSpPr>
        <dsp:cNvPr id="0" name=""/>
        <dsp:cNvSpPr/>
      </dsp:nvSpPr>
      <dsp:spPr>
        <a:xfrm>
          <a:off x="0" y="98055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невеличка п'єса, переважно комедійного характеру на народну тематику, яку виконували між діями, актами спектаклю</a:t>
          </a:r>
          <a:endParaRPr lang="uk-UA" sz="1400" kern="1200"/>
        </a:p>
      </dsp:txBody>
      <dsp:txXfrm>
        <a:off x="37581" y="1018139"/>
        <a:ext cx="4405398" cy="694697"/>
      </dsp:txXfrm>
    </dsp:sp>
    <dsp:sp modelId="{1A9DAE40-02DC-4427-BD54-F4894715D99B}">
      <dsp:nvSpPr>
        <dsp:cNvPr id="0" name=""/>
        <dsp:cNvSpPr/>
      </dsp:nvSpPr>
      <dsp:spPr>
        <a:xfrm>
          <a:off x="0" y="179073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промова, стаття церковно-теологічного спрямування, побудована на основі системи логічних міркувань, доказів</a:t>
          </a:r>
          <a:endParaRPr lang="uk-UA" sz="1400" kern="1200"/>
        </a:p>
      </dsp:txBody>
      <dsp:txXfrm>
        <a:off x="37581" y="1828319"/>
        <a:ext cx="4405398" cy="694697"/>
      </dsp:txXfrm>
    </dsp:sp>
    <dsp:sp modelId="{F7CFCEA8-E263-4431-8B4A-8162C356C221}">
      <dsp:nvSpPr>
        <dsp:cNvPr id="0" name=""/>
        <dsp:cNvSpPr/>
      </dsp:nvSpPr>
      <dsp:spPr>
        <a:xfrm>
          <a:off x="0" y="260091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мандрівний ляльковий театр, призначений для показу як релігійних сцен, так і дотепних вистав із повсякденного життя</a:t>
          </a:r>
          <a:endParaRPr lang="uk-UA" sz="1400" kern="1200"/>
        </a:p>
      </dsp:txBody>
      <dsp:txXfrm>
        <a:off x="37581" y="2638499"/>
        <a:ext cx="4405398" cy="694697"/>
      </dsp:txXfrm>
    </dsp:sp>
    <dsp:sp modelId="{525CEAB5-6AB8-4ADE-B28F-07B97952C567}">
      <dsp:nvSpPr>
        <dsp:cNvPr id="0" name=""/>
        <dsp:cNvSpPr/>
      </dsp:nvSpPr>
      <dsp:spPr>
        <a:xfrm>
          <a:off x="0" y="341109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літературний твір, побудований у формі діалогу без авторської мови, який виголошували зі сцени учні братських шкіл, академій</a:t>
          </a:r>
          <a:endParaRPr lang="uk-UA" sz="1400" kern="1200"/>
        </a:p>
      </dsp:txBody>
      <dsp:txXfrm>
        <a:off x="37581" y="3448679"/>
        <a:ext cx="4405398" cy="694697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F575F-E868-4E06-8DD5-12354C0CAEFC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6E52A-641B-4015-AACA-76D3ADF3825F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селянство.</a:t>
          </a:r>
          <a:endParaRPr lang="uk-UA" sz="3500" kern="1200"/>
        </a:p>
      </dsp:txBody>
      <dsp:txXfrm>
        <a:off x="492024" y="334530"/>
        <a:ext cx="3928810" cy="669409"/>
      </dsp:txXfrm>
    </dsp:sp>
    <dsp:sp modelId="{754C2529-CA68-49CA-BA31-0F1C32611B49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A3DF8-CB75-4461-B294-CEAE434BED3D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козацтво.</a:t>
          </a:r>
          <a:endParaRPr lang="uk-UA" sz="3500" kern="1200"/>
        </a:p>
      </dsp:txBody>
      <dsp:txXfrm>
        <a:off x="875812" y="1338819"/>
        <a:ext cx="3545022" cy="669409"/>
      </dsp:txXfrm>
    </dsp:sp>
    <dsp:sp modelId="{CFF09B98-34F0-4DDC-AAB3-E98F23F9A395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E6080-8E4C-42BD-B179-448B3797244F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міщанство.</a:t>
          </a:r>
          <a:endParaRPr lang="uk-UA" sz="3500" kern="1200"/>
        </a:p>
      </dsp:txBody>
      <dsp:txXfrm>
        <a:off x="875812" y="2343107"/>
        <a:ext cx="3545022" cy="669409"/>
      </dsp:txXfrm>
    </dsp:sp>
    <dsp:sp modelId="{9A53DBAD-4055-42B3-8511-26B757FEFCBA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D65CD-439F-4527-AE34-E1A4A641AFD2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духовенство</a:t>
          </a:r>
          <a:endParaRPr lang="uk-UA" sz="3500" kern="1200"/>
        </a:p>
      </dsp:txBody>
      <dsp:txXfrm>
        <a:off x="492024" y="3347396"/>
        <a:ext cx="3928810" cy="669409"/>
      </dsp:txXfrm>
    </dsp:sp>
    <dsp:sp modelId="{448228DA-9575-4FE2-B088-814B2B643D8E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46F87-6929-4EC0-A8AC-DFC73870E51D}">
      <dsp:nvSpPr>
        <dsp:cNvPr id="0" name=""/>
        <dsp:cNvSpPr/>
      </dsp:nvSpPr>
      <dsp:spPr>
        <a:xfrm>
          <a:off x="0" y="201158"/>
          <a:ext cx="4480560" cy="9354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«Літопис Самовидця»</a:t>
          </a:r>
          <a:endParaRPr lang="uk-UA" sz="2400" kern="1200"/>
        </a:p>
      </dsp:txBody>
      <dsp:txXfrm>
        <a:off x="45663" y="246821"/>
        <a:ext cx="4389234" cy="844088"/>
      </dsp:txXfrm>
    </dsp:sp>
    <dsp:sp modelId="{49268BA5-1296-4AEF-B8B8-EFF66E73D8D6}">
      <dsp:nvSpPr>
        <dsp:cNvPr id="0" name=""/>
        <dsp:cNvSpPr/>
      </dsp:nvSpPr>
      <dsp:spPr>
        <a:xfrm>
          <a:off x="0" y="1205693"/>
          <a:ext cx="4480560" cy="9354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«Хроніка з літописців стародавніх» Ф. Софоновича</a:t>
          </a:r>
          <a:endParaRPr lang="uk-UA" sz="2400" kern="1200"/>
        </a:p>
      </dsp:txBody>
      <dsp:txXfrm>
        <a:off x="45663" y="1251356"/>
        <a:ext cx="4389234" cy="844088"/>
      </dsp:txXfrm>
    </dsp:sp>
    <dsp:sp modelId="{095CA303-7344-4851-81CA-83876EAD1A6C}">
      <dsp:nvSpPr>
        <dsp:cNvPr id="0" name=""/>
        <dsp:cNvSpPr/>
      </dsp:nvSpPr>
      <dsp:spPr>
        <a:xfrm>
          <a:off x="0" y="2210228"/>
          <a:ext cx="4480560" cy="9354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Літопис Г. Граб’янки</a:t>
          </a:r>
          <a:endParaRPr lang="uk-UA" sz="2400" kern="1200"/>
        </a:p>
      </dsp:txBody>
      <dsp:txXfrm>
        <a:off x="45663" y="2255891"/>
        <a:ext cx="4389234" cy="844088"/>
      </dsp:txXfrm>
    </dsp:sp>
    <dsp:sp modelId="{72011E63-B033-4CD7-BBBC-1763B61BB923}">
      <dsp:nvSpPr>
        <dsp:cNvPr id="0" name=""/>
        <dsp:cNvSpPr/>
      </dsp:nvSpPr>
      <dsp:spPr>
        <a:xfrm>
          <a:off x="0" y="3214763"/>
          <a:ext cx="4480560" cy="9354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Літопис С. Величка</a:t>
          </a:r>
          <a:endParaRPr lang="uk-UA" sz="2400" kern="1200"/>
        </a:p>
      </dsp:txBody>
      <dsp:txXfrm>
        <a:off x="45663" y="3260426"/>
        <a:ext cx="4389234" cy="844088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24529-0F1F-49EA-940F-F96B1009DD15}">
      <dsp:nvSpPr>
        <dsp:cNvPr id="0" name=""/>
        <dsp:cNvSpPr/>
      </dsp:nvSpPr>
      <dsp:spPr>
        <a:xfrm>
          <a:off x="0" y="347802"/>
          <a:ext cx="4480560" cy="18019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«...Прибув до Києва святійший патріарх єрусалимський Феофан. ...поставив і висвятив на митрополію Київську чоловіка гідного й чесного іменем Йов Борецький...»</a:t>
          </a:r>
          <a:endParaRPr lang="uk-UA" sz="1800" kern="1200"/>
        </a:p>
      </dsp:txBody>
      <dsp:txXfrm>
        <a:off x="87964" y="435766"/>
        <a:ext cx="4304632" cy="1626018"/>
      </dsp:txXfrm>
    </dsp:sp>
    <dsp:sp modelId="{3C07626E-308D-4CA3-AE71-6B01C5BC04DA}">
      <dsp:nvSpPr>
        <dsp:cNvPr id="0" name=""/>
        <dsp:cNvSpPr/>
      </dsp:nvSpPr>
      <dsp:spPr>
        <a:xfrm>
          <a:off x="0" y="2201588"/>
          <a:ext cx="4480560" cy="18019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«...Генералісимус Василь Голіцин сказав козакам, що царі, згідно зі старим звичаєм, дозволили їм обрати вільними голосами гетьмана... Згодом почулися голоси, що хочуть вибрати Мазепу...»</a:t>
          </a:r>
          <a:endParaRPr lang="uk-UA" sz="1800" kern="1200"/>
        </a:p>
      </dsp:txBody>
      <dsp:txXfrm>
        <a:off x="87964" y="2289552"/>
        <a:ext cx="4304632" cy="1626018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058FA-30DB-4927-815B-4945ABB59F53}">
      <dsp:nvSpPr>
        <dsp:cNvPr id="0" name=""/>
        <dsp:cNvSpPr/>
      </dsp:nvSpPr>
      <dsp:spPr>
        <a:xfrm>
          <a:off x="0" y="338588"/>
          <a:ext cx="4480560" cy="1811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«...Через рік після перемоги під Берестечком повністю загинуло польське військо. ...господарю ж Василю довелося влаштовувати весілля своєї дочки Розанди з Тимошем, сином гетьмана Хмеля...»</a:t>
          </a:r>
          <a:endParaRPr lang="uk-UA" sz="1800" kern="1200"/>
        </a:p>
      </dsp:txBody>
      <dsp:txXfrm>
        <a:off x="88414" y="427002"/>
        <a:ext cx="4303732" cy="1634332"/>
      </dsp:txXfrm>
    </dsp:sp>
    <dsp:sp modelId="{0186380A-9A88-4C1D-A205-AD670EAF2E8B}">
      <dsp:nvSpPr>
        <dsp:cNvPr id="0" name=""/>
        <dsp:cNvSpPr/>
      </dsp:nvSpPr>
      <dsp:spPr>
        <a:xfrm>
          <a:off x="0" y="2201588"/>
          <a:ext cx="4480560" cy="1811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baseline="0"/>
            <a:t>«Хортиця – місцевість на Борисфені. Тут князь Вишневецький поставив колись фортецю... Середину цього місця оточив муром та огорожею з дубів, зміцнених природою та Богом...»</a:t>
          </a:r>
          <a:endParaRPr lang="uk-UA" sz="1800" kern="1200"/>
        </a:p>
      </dsp:txBody>
      <dsp:txXfrm>
        <a:off x="88414" y="2290002"/>
        <a:ext cx="4303732" cy="1634332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AC47A-965E-49DC-A66B-7B0F61C7BC6D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36682-D1FE-4AAF-B6B4-078E2E53FA8F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1654 р.</a:t>
          </a:r>
          <a:endParaRPr lang="uk-UA" sz="4200" kern="1200"/>
        </a:p>
      </dsp:txBody>
      <dsp:txXfrm>
        <a:off x="560830" y="496219"/>
        <a:ext cx="1531337" cy="1531337"/>
      </dsp:txXfrm>
    </dsp:sp>
    <dsp:sp modelId="{8306F604-853C-4AA6-822B-DE15E7D457EF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1686 р.</a:t>
          </a:r>
          <a:endParaRPr lang="uk-UA" sz="4200" kern="1200"/>
        </a:p>
      </dsp:txBody>
      <dsp:txXfrm>
        <a:off x="2388392" y="496219"/>
        <a:ext cx="1531337" cy="1531337"/>
      </dsp:txXfrm>
    </dsp:sp>
    <dsp:sp modelId="{F307D013-6046-4E9C-9DDC-9C874269C70D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1710 р.</a:t>
          </a:r>
          <a:endParaRPr lang="uk-UA" sz="4200" kern="1200"/>
        </a:p>
      </dsp:txBody>
      <dsp:txXfrm>
        <a:off x="560830" y="2323780"/>
        <a:ext cx="1531337" cy="1531337"/>
      </dsp:txXfrm>
    </dsp:sp>
    <dsp:sp modelId="{51AC3A23-68A6-41BD-9ED7-1D9BF6E29ED2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200" b="0" i="0" kern="1200" baseline="0"/>
            <a:t>1764 р.</a:t>
          </a:r>
          <a:endParaRPr lang="uk-UA" sz="4200" kern="1200"/>
        </a:p>
      </dsp:txBody>
      <dsp:txXfrm>
        <a:off x="2388392" y="2323780"/>
        <a:ext cx="1531337" cy="1531337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82E58-CB4E-4F04-9273-E4252255498F}">
      <dsp:nvSpPr>
        <dsp:cNvPr id="0" name=""/>
        <dsp:cNvSpPr/>
      </dsp:nvSpPr>
      <dsp:spPr>
        <a:xfrm>
          <a:off x="0" y="134468"/>
          <a:ext cx="4480560" cy="201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baseline="0"/>
            <a:t>«...Гетьман Орлик пішов за королем у Швецію, де мав привілеї «шефа союзної армії» і де знайшов разом зі своєю родиною підтримку навіть після смерті короля...»</a:t>
          </a:r>
          <a:endParaRPr lang="uk-UA" sz="2000" kern="1200"/>
        </a:p>
      </dsp:txBody>
      <dsp:txXfrm>
        <a:off x="98237" y="232705"/>
        <a:ext cx="4284086" cy="1815926"/>
      </dsp:txXfrm>
    </dsp:sp>
    <dsp:sp modelId="{9FB59130-E8BA-40E1-A7CB-7B74B9548FB3}">
      <dsp:nvSpPr>
        <dsp:cNvPr id="0" name=""/>
        <dsp:cNvSpPr/>
      </dsp:nvSpPr>
      <dsp:spPr>
        <a:xfrm>
          <a:off x="0" y="2204468"/>
          <a:ext cx="4480560" cy="201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baseline="0"/>
            <a:t>«Спочатку запанувала коротка тиша, але згодом почулися голоси, що хочуть вибрати Мазепу. Це скоро поширилося, і всі почали кричати, що хочуть Мазепу на гетьмана...»</a:t>
          </a:r>
          <a:endParaRPr lang="uk-UA" sz="2000" kern="1200"/>
        </a:p>
      </dsp:txBody>
      <dsp:txXfrm>
        <a:off x="98237" y="2302705"/>
        <a:ext cx="4284086" cy="1815926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24824-4CEF-4DB7-9D01-BE34736670DF}">
      <dsp:nvSpPr>
        <dsp:cNvPr id="0" name=""/>
        <dsp:cNvSpPr/>
      </dsp:nvSpPr>
      <dsp:spPr>
        <a:xfrm>
          <a:off x="0" y="173376"/>
          <a:ext cx="4480560" cy="197781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baseline="0"/>
            <a:t>«А запорожці, як злії оси, не боячись нічого, з одними киями і ножаками лізуть і б’ють Сомкову старшину. Вирвали в Сомка бунчук і переламали надвоє, одняли й булаву, володарем якої став Брюховецький...»</a:t>
          </a:r>
          <a:endParaRPr lang="uk-UA" sz="1700" kern="1200"/>
        </a:p>
      </dsp:txBody>
      <dsp:txXfrm>
        <a:off x="96549" y="269925"/>
        <a:ext cx="4287462" cy="1784713"/>
      </dsp:txXfrm>
    </dsp:sp>
    <dsp:sp modelId="{E6C0EA43-1CD4-4972-8014-3429A5169F2F}">
      <dsp:nvSpPr>
        <dsp:cNvPr id="0" name=""/>
        <dsp:cNvSpPr/>
      </dsp:nvSpPr>
      <dsp:spPr>
        <a:xfrm>
          <a:off x="0" y="2200148"/>
          <a:ext cx="4480560" cy="197781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baseline="0"/>
            <a:t>«Я йшов, щоб звільнити з облоги пана Гуляницького, неспішно, чекаючи хана, і тільки той прибув, ми поквапилися, і ставши біля Соснівської переправи, застали там п’ятнадцять тисяч московитів... вони почали тікати, а ми... гнати їх аж до Конотопа...»</a:t>
          </a:r>
          <a:endParaRPr lang="uk-UA" sz="1700" kern="1200"/>
        </a:p>
      </dsp:txBody>
      <dsp:txXfrm>
        <a:off x="96549" y="2296697"/>
        <a:ext cx="4287462" cy="1784713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2539C-64C4-4663-9421-570E14813890}">
      <dsp:nvSpPr>
        <dsp:cNvPr id="0" name=""/>
        <dsp:cNvSpPr/>
      </dsp:nvSpPr>
      <dsp:spPr>
        <a:xfrm>
          <a:off x="0" y="396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Ухвалення «Пактів і Конституції прав і вольностей Війська Запорозького».</a:t>
          </a:r>
          <a:endParaRPr lang="uk-UA" sz="1900" kern="1200"/>
        </a:p>
      </dsp:txBody>
      <dsp:txXfrm>
        <a:off x="51003" y="54971"/>
        <a:ext cx="4378554" cy="942803"/>
      </dsp:txXfrm>
    </dsp:sp>
    <dsp:sp modelId="{A041A999-1E7B-4F4E-9407-E1CBEBBBF33F}">
      <dsp:nvSpPr>
        <dsp:cNvPr id="0" name=""/>
        <dsp:cNvSpPr/>
      </dsp:nvSpPr>
      <dsp:spPr>
        <a:xfrm>
          <a:off x="0" y="110349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 dirty="0"/>
            <a:t>Початок діяльності Першої Малоросійської колегії.</a:t>
          </a:r>
          <a:endParaRPr lang="uk-UA" sz="1900" kern="1200" dirty="0"/>
        </a:p>
      </dsp:txBody>
      <dsp:txXfrm>
        <a:off x="51003" y="1154501"/>
        <a:ext cx="4378554" cy="942803"/>
      </dsp:txXfrm>
    </dsp:sp>
    <dsp:sp modelId="{DD324FAD-A0B8-4A10-B889-98E127DAD4DA}">
      <dsp:nvSpPr>
        <dsp:cNvPr id="0" name=""/>
        <dsp:cNvSpPr/>
      </dsp:nvSpPr>
      <dsp:spPr>
        <a:xfrm>
          <a:off x="0" y="220302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 dirty="0"/>
            <a:t>Зруйнування за наказом Петра </a:t>
          </a:r>
          <a:r>
            <a:rPr lang="en-US" sz="1900" b="0" i="0" kern="1200" baseline="0" dirty="0"/>
            <a:t>I </a:t>
          </a:r>
          <a:r>
            <a:rPr lang="uk-UA" sz="1900" b="0" i="0" kern="1200" baseline="0" dirty="0"/>
            <a:t>Чортомлицької Січі.</a:t>
          </a:r>
          <a:endParaRPr lang="uk-UA" sz="1900" kern="1200" dirty="0"/>
        </a:p>
      </dsp:txBody>
      <dsp:txXfrm>
        <a:off x="51003" y="2254031"/>
        <a:ext cx="4378554" cy="942803"/>
      </dsp:txXfrm>
    </dsp:sp>
    <dsp:sp modelId="{8E4A0EFE-8B38-4A2A-851C-876922980264}">
      <dsp:nvSpPr>
        <dsp:cNvPr id="0" name=""/>
        <dsp:cNvSpPr/>
      </dsp:nvSpPr>
      <dsp:spPr>
        <a:xfrm>
          <a:off x="0" y="3302558"/>
          <a:ext cx="448056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Обрання гетьманом І. Скоропадського.</a:t>
          </a:r>
          <a:endParaRPr lang="uk-UA" sz="1900" kern="1200"/>
        </a:p>
      </dsp:txBody>
      <dsp:txXfrm>
        <a:off x="51003" y="3353561"/>
        <a:ext cx="4378554" cy="942803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E1E87-5BEA-4D53-8A9D-71C50164915A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13A66-5183-4422-8845-F2D53C900B91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І. Мазепи.</a:t>
          </a:r>
          <a:endParaRPr lang="uk-UA" sz="2900" kern="1200"/>
        </a:p>
      </dsp:txBody>
      <dsp:txXfrm>
        <a:off x="492024" y="334530"/>
        <a:ext cx="3928810" cy="669409"/>
      </dsp:txXfrm>
    </dsp:sp>
    <dsp:sp modelId="{4B628AD4-13CA-493D-8471-855838A8891F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EFC43-3157-4CC7-9ED0-E78126556F00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Д. Апостола.</a:t>
          </a:r>
          <a:endParaRPr lang="uk-UA" sz="2900" kern="1200"/>
        </a:p>
      </dsp:txBody>
      <dsp:txXfrm>
        <a:off x="875812" y="1338819"/>
        <a:ext cx="3545022" cy="669409"/>
      </dsp:txXfrm>
    </dsp:sp>
    <dsp:sp modelId="{07E594C5-7C92-4B80-BF97-25BDE3ABDB9A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387F1-3DB9-43B1-A680-334FF659B719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І. Самойловича.</a:t>
          </a:r>
          <a:endParaRPr lang="uk-UA" sz="2900" kern="1200"/>
        </a:p>
      </dsp:txBody>
      <dsp:txXfrm>
        <a:off x="875812" y="2343107"/>
        <a:ext cx="3545022" cy="669409"/>
      </dsp:txXfrm>
    </dsp:sp>
    <dsp:sp modelId="{D8CB9B40-BB50-4FB7-9D30-3292076DFA1C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D313D-5474-458B-AB60-E8DA37D09AC3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І. Скоропадського.</a:t>
          </a:r>
          <a:endParaRPr lang="uk-UA" sz="2900" kern="1200"/>
        </a:p>
      </dsp:txBody>
      <dsp:txXfrm>
        <a:off x="492024" y="3347396"/>
        <a:ext cx="3928810" cy="669409"/>
      </dsp:txXfrm>
    </dsp:sp>
    <dsp:sp modelId="{FE4292FE-AB84-4218-A69F-FAA6A41B56E7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9D7298-A7D5-48DD-98F1-4BF25FBA671F}">
      <dsp:nvSpPr>
        <dsp:cNvPr id="0" name=""/>
        <dsp:cNvSpPr/>
      </dsp:nvSpPr>
      <dsp:spPr>
        <a:xfrm>
          <a:off x="0" y="32408"/>
          <a:ext cx="4480560" cy="211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установлено контроль за діяльністю гетьмана та козацької старшини, збільшено стягнення податків до царської казни, провіанту для російської армії.</a:t>
          </a:r>
          <a:endParaRPr lang="uk-UA" sz="2100" kern="1200"/>
        </a:p>
      </dsp:txBody>
      <dsp:txXfrm>
        <a:off x="103149" y="135557"/>
        <a:ext cx="4274262" cy="1906722"/>
      </dsp:txXfrm>
    </dsp:sp>
    <dsp:sp modelId="{929CD59D-D128-417D-8339-57B122510653}">
      <dsp:nvSpPr>
        <dsp:cNvPr id="0" name=""/>
        <dsp:cNvSpPr/>
      </dsp:nvSpPr>
      <dsp:spPr>
        <a:xfrm>
          <a:off x="0" y="2205908"/>
          <a:ext cx="4480560" cy="211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відокремлено гетьманський скарб від державного; проведено Генеральне слідство щодо законності володіння маєтками козацькою старшиною.</a:t>
          </a:r>
          <a:endParaRPr lang="uk-UA" sz="2100" kern="1200"/>
        </a:p>
      </dsp:txBody>
      <dsp:txXfrm>
        <a:off x="103149" y="2309057"/>
        <a:ext cx="4274262" cy="1906722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E9E3B-46CB-4A0D-9596-2F4B9A2926B5}">
      <dsp:nvSpPr>
        <dsp:cNvPr id="0" name=""/>
        <dsp:cNvSpPr/>
      </dsp:nvSpPr>
      <dsp:spPr>
        <a:xfrm>
          <a:off x="0" y="134468"/>
          <a:ext cx="4480560" cy="201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 dirty="0" err="1"/>
            <a:t>ліквідовано</a:t>
          </a:r>
          <a:r>
            <a:rPr lang="ru-RU" sz="2000" b="0" i="0" kern="1200" baseline="0" dirty="0"/>
            <a:t> </a:t>
          </a:r>
          <a:r>
            <a:rPr lang="ru-RU" sz="2000" b="0" i="0" kern="1200" baseline="0" dirty="0" err="1"/>
            <a:t>рештки</a:t>
          </a:r>
          <a:r>
            <a:rPr lang="ru-RU" sz="2000" b="0" i="0" kern="1200" baseline="0" dirty="0"/>
            <a:t> автономного устрою </a:t>
          </a:r>
          <a:r>
            <a:rPr lang="ru-RU" sz="2000" b="0" i="0" kern="1200" baseline="0" dirty="0" err="1"/>
            <a:t>Гетьманщини</a:t>
          </a:r>
          <a:r>
            <a:rPr lang="ru-RU" sz="2000" b="0" i="0" kern="1200" baseline="0" dirty="0"/>
            <a:t>, </a:t>
          </a:r>
          <a:r>
            <a:rPr lang="ru-RU" sz="2000" b="0" i="0" kern="1200" baseline="0" dirty="0" err="1"/>
            <a:t>управління</a:t>
          </a:r>
          <a:r>
            <a:rPr lang="ru-RU" sz="2000" b="0" i="0" kern="1200" baseline="0" dirty="0"/>
            <a:t> </a:t>
          </a:r>
          <a:r>
            <a:rPr lang="ru-RU" sz="2000" b="0" i="0" kern="1200" baseline="0" dirty="0" err="1"/>
            <a:t>українськими</a:t>
          </a:r>
          <a:r>
            <a:rPr lang="ru-RU" sz="2000" b="0" i="0" kern="1200" baseline="0" dirty="0"/>
            <a:t> землями </a:t>
          </a:r>
          <a:r>
            <a:rPr lang="ru-RU" sz="2000" b="0" i="0" kern="1200" baseline="0" dirty="0" err="1"/>
            <a:t>підпорядковано</a:t>
          </a:r>
          <a:r>
            <a:rPr lang="ru-RU" sz="2000" b="0" i="0" kern="1200" baseline="0" dirty="0"/>
            <a:t> </a:t>
          </a:r>
          <a:r>
            <a:rPr lang="ru-RU" sz="2000" b="0" i="0" kern="1200" baseline="0" dirty="0" err="1"/>
            <a:t>загальноросійським</a:t>
          </a:r>
          <a:r>
            <a:rPr lang="ru-RU" sz="2000" b="0" i="0" kern="1200" baseline="0" dirty="0"/>
            <a:t> </a:t>
          </a:r>
          <a:r>
            <a:rPr lang="ru-RU" sz="2000" b="0" i="0" kern="1200" baseline="0" dirty="0" err="1"/>
            <a:t>державним</a:t>
          </a:r>
          <a:r>
            <a:rPr lang="ru-RU" sz="2000" b="0" i="0" kern="1200" baseline="0" dirty="0"/>
            <a:t> органам.</a:t>
          </a:r>
          <a:endParaRPr lang="uk-UA" sz="2000" kern="1200" dirty="0"/>
        </a:p>
      </dsp:txBody>
      <dsp:txXfrm>
        <a:off x="98237" y="232705"/>
        <a:ext cx="4284086" cy="1815926"/>
      </dsp:txXfrm>
    </dsp:sp>
    <dsp:sp modelId="{EA104E23-59EB-4D1A-9786-A4CEE3F577F6}">
      <dsp:nvSpPr>
        <dsp:cNvPr id="0" name=""/>
        <dsp:cNvSpPr/>
      </dsp:nvSpPr>
      <dsp:spPr>
        <a:xfrm>
          <a:off x="0" y="2204468"/>
          <a:ext cx="4480560" cy="201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установлено контроль за Лівобережною та Слобідською Україною, посилено втручання російського уряду у внутрішні справи Гетьманщини.</a:t>
          </a:r>
          <a:endParaRPr lang="uk-UA" sz="2000" kern="1200"/>
        </a:p>
      </dsp:txBody>
      <dsp:txXfrm>
        <a:off x="98237" y="2302705"/>
        <a:ext cx="4284086" cy="1815926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32CE6-5563-4FBE-8425-2EC059B0AD9B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BA97B-FB25-4B5D-9116-9AD5ADD27393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baseline="0"/>
            <a:t>1, 2, 4</a:t>
          </a:r>
          <a:endParaRPr lang="uk-UA" sz="4300" kern="1200"/>
        </a:p>
      </dsp:txBody>
      <dsp:txXfrm>
        <a:off x="560830" y="496219"/>
        <a:ext cx="1531337" cy="1531337"/>
      </dsp:txXfrm>
    </dsp:sp>
    <dsp:sp modelId="{0AB3F3A5-31B1-4CCE-BA33-79331C4E772A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baseline="0"/>
            <a:t>2, 3, 6</a:t>
          </a:r>
          <a:endParaRPr lang="uk-UA" sz="4300" kern="1200"/>
        </a:p>
      </dsp:txBody>
      <dsp:txXfrm>
        <a:off x="2388392" y="496219"/>
        <a:ext cx="1531337" cy="1531337"/>
      </dsp:txXfrm>
    </dsp:sp>
    <dsp:sp modelId="{F9BC4BA2-5086-423D-A76B-2F42F340DBFE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baseline="0"/>
            <a:t>3, 5, 6</a:t>
          </a:r>
          <a:endParaRPr lang="uk-UA" sz="4300" kern="1200"/>
        </a:p>
      </dsp:txBody>
      <dsp:txXfrm>
        <a:off x="560830" y="2323780"/>
        <a:ext cx="1531337" cy="1531337"/>
      </dsp:txXfrm>
    </dsp:sp>
    <dsp:sp modelId="{D23470DA-0C98-48AA-8074-77C7DA497323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baseline="0"/>
            <a:t>1, 4, 5</a:t>
          </a:r>
          <a:endParaRPr lang="uk-UA" sz="4300" kern="1200"/>
        </a:p>
      </dsp:txBody>
      <dsp:txXfrm>
        <a:off x="2388392" y="2323780"/>
        <a:ext cx="1531337" cy="1531337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F9D7E-ADE9-44D0-9A71-7D7B654ECA9E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8A0F00-D591-4F01-9AEA-936334025F07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Малоросійський приказ</a:t>
          </a:r>
          <a:endParaRPr lang="uk-UA" sz="2000" kern="1200"/>
        </a:p>
      </dsp:txBody>
      <dsp:txXfrm>
        <a:off x="492024" y="334530"/>
        <a:ext cx="3928810" cy="669409"/>
      </dsp:txXfrm>
    </dsp:sp>
    <dsp:sp modelId="{38625154-3802-40B6-A279-7C61833FC9B8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CC77F-D3F0-4788-8585-84E5E59C92A4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Перша Малоросійська колегія</a:t>
          </a:r>
          <a:endParaRPr lang="uk-UA" sz="2000" kern="1200"/>
        </a:p>
      </dsp:txBody>
      <dsp:txXfrm>
        <a:off x="875812" y="1338819"/>
        <a:ext cx="3545022" cy="669409"/>
      </dsp:txXfrm>
    </dsp:sp>
    <dsp:sp modelId="{59A20098-92FF-43DB-8F22-5398B649ACC3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54B71-8088-44A6-B31F-66EAEA33B297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Друга Малоросійська колегія</a:t>
          </a:r>
          <a:endParaRPr lang="uk-UA" sz="2000" kern="1200"/>
        </a:p>
      </dsp:txBody>
      <dsp:txXfrm>
        <a:off x="875812" y="2343107"/>
        <a:ext cx="3545022" cy="669409"/>
      </dsp:txXfrm>
    </dsp:sp>
    <dsp:sp modelId="{7711A562-5475-4EBC-A2AB-D405B747ECE5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2D5F0-8107-4323-9986-BACFA0315C80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Правління гетьманського уряд</a:t>
          </a:r>
          <a:endParaRPr lang="uk-UA" sz="2000" kern="1200"/>
        </a:p>
      </dsp:txBody>
      <dsp:txXfrm>
        <a:off x="492024" y="3347396"/>
        <a:ext cx="3928810" cy="669409"/>
      </dsp:txXfrm>
    </dsp:sp>
    <dsp:sp modelId="{35C43D96-097A-455F-966E-24988551663B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65AC2-595A-47E8-AA8E-30B7E19DE7A4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A9EFD-0028-4C60-9D0D-33F1EE9E923A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«Вотчина»</a:t>
          </a:r>
          <a:endParaRPr lang="uk-UA" sz="1800" kern="1200"/>
        </a:p>
      </dsp:txBody>
      <dsp:txXfrm>
        <a:off x="560830" y="496219"/>
        <a:ext cx="1531337" cy="1531337"/>
      </dsp:txXfrm>
    </dsp:sp>
    <dsp:sp modelId="{E15ABE0A-FFFE-4553-817E-7A494FDA2374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«Фільварок»</a:t>
          </a:r>
          <a:endParaRPr lang="uk-UA" sz="1800" kern="1200"/>
        </a:p>
      </dsp:txBody>
      <dsp:txXfrm>
        <a:off x="2388392" y="496219"/>
        <a:ext cx="1531337" cy="1531337"/>
      </dsp:txXfrm>
    </dsp:sp>
    <dsp:sp modelId="{779E8730-7FC1-455F-967A-5EDFCB73885E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 dirty="0"/>
            <a:t>«</a:t>
          </a:r>
          <a:r>
            <a:rPr lang="ru-RU" sz="1800" b="0" i="0" kern="1200" baseline="0" dirty="0" err="1"/>
            <a:t>Паланка</a:t>
          </a:r>
          <a:r>
            <a:rPr lang="ru-RU" sz="1800" b="0" i="0" kern="1200" baseline="0" dirty="0"/>
            <a:t>»</a:t>
          </a:r>
          <a:endParaRPr lang="uk-UA" sz="1800" kern="1200" dirty="0"/>
        </a:p>
      </dsp:txBody>
      <dsp:txXfrm>
        <a:off x="560830" y="2323780"/>
        <a:ext cx="1531337" cy="1531337"/>
      </dsp:txXfrm>
    </dsp:sp>
    <dsp:sp modelId="{32551341-D436-4575-A56F-37E6D7A6FE1E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baseline="0"/>
            <a:t>«Магістрат»</a:t>
          </a:r>
          <a:endParaRPr lang="uk-UA" sz="1800" kern="1200"/>
        </a:p>
      </dsp:txBody>
      <dsp:txXfrm>
        <a:off x="2388392" y="2323780"/>
        <a:ext cx="1531337" cy="1531337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936B0-A8D0-4B06-A045-FB85F964813E}">
      <dsp:nvSpPr>
        <dsp:cNvPr id="0" name=""/>
        <dsp:cNvSpPr/>
      </dsp:nvSpPr>
      <dsp:spPr>
        <a:xfrm>
          <a:off x="0" y="17037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Адміністративно-територіальна одиниця, на які поділялися землі Вольностей Війська Запорозького.</a:t>
          </a:r>
          <a:endParaRPr lang="uk-UA" sz="1400" kern="1200"/>
        </a:p>
      </dsp:txBody>
      <dsp:txXfrm>
        <a:off x="37581" y="207959"/>
        <a:ext cx="4405398" cy="694697"/>
      </dsp:txXfrm>
    </dsp:sp>
    <dsp:sp modelId="{498E7E81-3AD9-49E1-9AAD-BA8D47A6EEE6}">
      <dsp:nvSpPr>
        <dsp:cNvPr id="0" name=""/>
        <dsp:cNvSpPr/>
      </dsp:nvSpPr>
      <dsp:spPr>
        <a:xfrm>
          <a:off x="0" y="98055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Велике багатогалузеве господарство, засноване на праці кріпосних селян та орієнтоване на виробництво збіжжя на продаж.</a:t>
          </a:r>
          <a:endParaRPr lang="uk-UA" sz="1400" kern="1200"/>
        </a:p>
      </dsp:txBody>
      <dsp:txXfrm>
        <a:off x="37581" y="1018139"/>
        <a:ext cx="4405398" cy="694697"/>
      </dsp:txXfrm>
    </dsp:sp>
    <dsp:sp modelId="{15BFC2BC-44C9-465B-AD70-592534A6C2FC}">
      <dsp:nvSpPr>
        <dsp:cNvPr id="0" name=""/>
        <dsp:cNvSpPr/>
      </dsp:nvSpPr>
      <dsp:spPr>
        <a:xfrm>
          <a:off x="0" y="179073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Військова й адміністративно-територіальна одиниця Лівобережної Гетьманщини та Слобідської України.</a:t>
          </a:r>
          <a:endParaRPr lang="uk-UA" sz="1400" kern="1200"/>
        </a:p>
      </dsp:txBody>
      <dsp:txXfrm>
        <a:off x="37581" y="1828319"/>
        <a:ext cx="4405398" cy="694697"/>
      </dsp:txXfrm>
    </dsp:sp>
    <dsp:sp modelId="{7291135D-0C09-425B-82C6-E9E88732FC23}">
      <dsp:nvSpPr>
        <dsp:cNvPr id="0" name=""/>
        <dsp:cNvSpPr/>
      </dsp:nvSpPr>
      <dsp:spPr>
        <a:xfrm>
          <a:off x="0" y="260091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Орган міського самоврядування в містах, що користувалися магдебурзьким правом.</a:t>
          </a:r>
          <a:endParaRPr lang="uk-UA" sz="1400" kern="1200"/>
        </a:p>
      </dsp:txBody>
      <dsp:txXfrm>
        <a:off x="37581" y="2638499"/>
        <a:ext cx="4405398" cy="694697"/>
      </dsp:txXfrm>
    </dsp:sp>
    <dsp:sp modelId="{68BE81D4-9A75-4BB0-913A-2B3312C4E17E}">
      <dsp:nvSpPr>
        <dsp:cNvPr id="0" name=""/>
        <dsp:cNvSpPr/>
      </dsp:nvSpPr>
      <dsp:spPr>
        <a:xfrm>
          <a:off x="0" y="3411098"/>
          <a:ext cx="4480560" cy="7698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 baseline="0"/>
            <a:t>Комплекс спадкової земельної власності (землі, будівлі, інвентар) та пов’язаних із ним прав на феодально залежних селян.</a:t>
          </a:r>
          <a:endParaRPr lang="uk-UA" sz="1400" kern="1200"/>
        </a:p>
      </dsp:txBody>
      <dsp:txXfrm>
        <a:off x="37581" y="3448679"/>
        <a:ext cx="4405398" cy="694697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3D760-F011-4BD0-AC0F-8E55E0EEEAF9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2A309B-33DD-4481-A3D4-3B7B90F740C2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полк</a:t>
          </a:r>
          <a:endParaRPr lang="uk-UA" sz="3500" kern="1200"/>
        </a:p>
      </dsp:txBody>
      <dsp:txXfrm>
        <a:off x="492024" y="334530"/>
        <a:ext cx="3928810" cy="669409"/>
      </dsp:txXfrm>
    </dsp:sp>
    <dsp:sp modelId="{F3C2631C-AFE3-483A-8C7A-82437CDEFD70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0C33C-3D37-4424-BB34-2AD7BA413EB3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паланка</a:t>
          </a:r>
          <a:endParaRPr lang="uk-UA" sz="3500" kern="1200"/>
        </a:p>
      </dsp:txBody>
      <dsp:txXfrm>
        <a:off x="875812" y="1338819"/>
        <a:ext cx="3545022" cy="669409"/>
      </dsp:txXfrm>
    </dsp:sp>
    <dsp:sp modelId="{5A2A211D-8F3B-45B3-8583-97C2C82EB884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2E759-D445-4375-8AB6-C61D2CBDC338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земля</a:t>
          </a:r>
          <a:endParaRPr lang="uk-UA" sz="3500" kern="1200"/>
        </a:p>
      </dsp:txBody>
      <dsp:txXfrm>
        <a:off x="875812" y="2343107"/>
        <a:ext cx="3545022" cy="669409"/>
      </dsp:txXfrm>
    </dsp:sp>
    <dsp:sp modelId="{6701AE3A-45EC-4B79-87F6-70131B378E29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B7B88-7B45-4FE1-9801-B1B874B810DC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округ</a:t>
          </a:r>
          <a:endParaRPr lang="uk-UA" sz="3500" kern="1200"/>
        </a:p>
      </dsp:txBody>
      <dsp:txXfrm>
        <a:off x="492024" y="3347396"/>
        <a:ext cx="3928810" cy="669409"/>
      </dsp:txXfrm>
    </dsp:sp>
    <dsp:sp modelId="{2E195213-E1AA-4200-ADF4-411785C9C9F2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AF70A-4DBB-45C3-9D51-55F449366BC7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883F8-CB7E-438C-9E52-A97347513725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 baseline="0"/>
            <a:t>Х</a:t>
          </a:r>
          <a:r>
            <a:rPr lang="en-US" sz="3700" b="0" i="0" kern="1200" baseline="0"/>
            <a:t>V</a:t>
          </a:r>
          <a:r>
            <a:rPr lang="uk-UA" sz="3700" b="0" i="0" kern="1200" baseline="0"/>
            <a:t>І ст.</a:t>
          </a:r>
          <a:endParaRPr lang="uk-UA" sz="3700" kern="1200"/>
        </a:p>
      </dsp:txBody>
      <dsp:txXfrm>
        <a:off x="560830" y="496219"/>
        <a:ext cx="1531337" cy="1531337"/>
      </dsp:txXfrm>
    </dsp:sp>
    <dsp:sp modelId="{9171773A-BBE4-4B32-947E-AE00D992A6C6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 baseline="0"/>
            <a:t>Х</a:t>
          </a:r>
          <a:r>
            <a:rPr lang="en-US" sz="3700" b="0" i="0" kern="1200" baseline="0"/>
            <a:t>V</a:t>
          </a:r>
          <a:r>
            <a:rPr lang="uk-UA" sz="3700" b="0" i="0" kern="1200" baseline="0"/>
            <a:t>ІІ ст.</a:t>
          </a:r>
          <a:endParaRPr lang="uk-UA" sz="3700" kern="1200"/>
        </a:p>
      </dsp:txBody>
      <dsp:txXfrm>
        <a:off x="2388392" y="496219"/>
        <a:ext cx="1531337" cy="1531337"/>
      </dsp:txXfrm>
    </dsp:sp>
    <dsp:sp modelId="{EC67720E-C4B4-4EE6-9326-E04E0643A00C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 baseline="0"/>
            <a:t>Х</a:t>
          </a:r>
          <a:r>
            <a:rPr lang="en-US" sz="3700" b="0" i="0" kern="1200" baseline="0"/>
            <a:t>V</a:t>
          </a:r>
          <a:r>
            <a:rPr lang="uk-UA" sz="3700" b="0" i="0" kern="1200" baseline="0"/>
            <a:t>ІІІ ст.</a:t>
          </a:r>
          <a:endParaRPr lang="uk-UA" sz="3700" kern="1200"/>
        </a:p>
      </dsp:txBody>
      <dsp:txXfrm>
        <a:off x="560830" y="2323780"/>
        <a:ext cx="1531337" cy="1531337"/>
      </dsp:txXfrm>
    </dsp:sp>
    <dsp:sp modelId="{AF908B1D-D2E3-4D60-8242-6AEEA91A325A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700" b="0" i="0" kern="1200" baseline="0"/>
            <a:t>ХІХ ст.</a:t>
          </a:r>
          <a:endParaRPr lang="uk-UA" sz="3700" kern="1200"/>
        </a:p>
      </dsp:txBody>
      <dsp:txXfrm>
        <a:off x="2388392" y="2323780"/>
        <a:ext cx="1531337" cy="1531337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DC2E81-8FC3-4A39-BC37-94F0491CF24D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08121-9A13-4D6C-A15D-7F750462E5CD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І. Мазепою.</a:t>
          </a:r>
          <a:endParaRPr lang="uk-UA" sz="1400" kern="1200"/>
        </a:p>
      </dsp:txBody>
      <dsp:txXfrm>
        <a:off x="560830" y="496219"/>
        <a:ext cx="1531337" cy="1531337"/>
      </dsp:txXfrm>
    </dsp:sp>
    <dsp:sp modelId="{40F84D4A-C4DA-46F5-8390-990BA6A2D52A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 dirty="0"/>
            <a:t>І. </a:t>
          </a:r>
          <a:r>
            <a:rPr lang="ru-RU" sz="1400" b="0" i="0" kern="1200" baseline="0" dirty="0" err="1"/>
            <a:t>Скоропадським</a:t>
          </a:r>
          <a:r>
            <a:rPr lang="ru-RU" sz="1400" b="0" i="0" kern="1200" baseline="0" dirty="0"/>
            <a:t>.</a:t>
          </a:r>
          <a:endParaRPr lang="uk-UA" sz="1400" kern="1200" dirty="0"/>
        </a:p>
      </dsp:txBody>
      <dsp:txXfrm>
        <a:off x="2388392" y="496219"/>
        <a:ext cx="1531337" cy="1531337"/>
      </dsp:txXfrm>
    </dsp:sp>
    <dsp:sp modelId="{A3258E03-63DB-4F5F-A49D-7060B3C1D8CB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 dirty="0"/>
            <a:t>Д. Апостолом.</a:t>
          </a:r>
          <a:endParaRPr lang="uk-UA" sz="1400" kern="1200" dirty="0"/>
        </a:p>
      </dsp:txBody>
      <dsp:txXfrm>
        <a:off x="560830" y="2323780"/>
        <a:ext cx="1531337" cy="1531337"/>
      </dsp:txXfrm>
    </dsp:sp>
    <dsp:sp modelId="{C9AD229A-A315-4AA6-A1AF-DB926D661B2F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 dirty="0"/>
            <a:t>К. </a:t>
          </a:r>
          <a:r>
            <a:rPr lang="ru-RU" sz="1400" b="0" i="0" kern="1200" baseline="0" dirty="0" err="1"/>
            <a:t>Розумовським</a:t>
          </a:r>
          <a:r>
            <a:rPr lang="ru-RU" sz="1400" b="0" i="0" kern="1200" baseline="0" dirty="0"/>
            <a:t>.</a:t>
          </a:r>
          <a:endParaRPr lang="uk-UA" sz="1400" kern="1200" dirty="0"/>
        </a:p>
      </dsp:txBody>
      <dsp:txXfrm>
        <a:off x="2388392" y="2323780"/>
        <a:ext cx="1531337" cy="1531337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DA297-256E-4455-8A09-FDB59A3D3E39}">
      <dsp:nvSpPr>
        <dsp:cNvPr id="0" name=""/>
        <dsp:cNvSpPr/>
      </dsp:nvSpPr>
      <dsp:spPr>
        <a:xfrm>
          <a:off x="-4919423" y="-753829"/>
          <a:ext cx="5858996" cy="5858996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0CE291-E8BB-4CE5-9241-0F4B46592829}">
      <dsp:nvSpPr>
        <dsp:cNvPr id="0" name=""/>
        <dsp:cNvSpPr/>
      </dsp:nvSpPr>
      <dsp:spPr>
        <a:xfrm>
          <a:off x="492024" y="334530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бароко.</a:t>
          </a:r>
          <a:endParaRPr lang="uk-UA" sz="3500" kern="1200"/>
        </a:p>
      </dsp:txBody>
      <dsp:txXfrm>
        <a:off x="492024" y="334530"/>
        <a:ext cx="3928810" cy="669409"/>
      </dsp:txXfrm>
    </dsp:sp>
    <dsp:sp modelId="{A89997AC-E772-41C9-A424-F2119A6B37B5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AFA54-251C-4744-BEF3-59992D0C56B2}">
      <dsp:nvSpPr>
        <dsp:cNvPr id="0" name=""/>
        <dsp:cNvSpPr/>
      </dsp:nvSpPr>
      <dsp:spPr>
        <a:xfrm>
          <a:off x="875812" y="1338819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класицизму.</a:t>
          </a:r>
          <a:endParaRPr lang="uk-UA" sz="3500" kern="1200"/>
        </a:p>
      </dsp:txBody>
      <dsp:txXfrm>
        <a:off x="875812" y="1338819"/>
        <a:ext cx="3545022" cy="669409"/>
      </dsp:txXfrm>
    </dsp:sp>
    <dsp:sp modelId="{2A9A32B5-B2AE-464E-AA54-CB0CF7924E80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61E4A-801B-4BB1-93A0-CA1625DCC625}">
      <dsp:nvSpPr>
        <dsp:cNvPr id="0" name=""/>
        <dsp:cNvSpPr/>
      </dsp:nvSpPr>
      <dsp:spPr>
        <a:xfrm>
          <a:off x="875812" y="2343107"/>
          <a:ext cx="354502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модерну.</a:t>
          </a:r>
          <a:endParaRPr lang="uk-UA" sz="3500" kern="1200"/>
        </a:p>
      </dsp:txBody>
      <dsp:txXfrm>
        <a:off x="875812" y="2343107"/>
        <a:ext cx="3545022" cy="669409"/>
      </dsp:txXfrm>
    </dsp:sp>
    <dsp:sp modelId="{BC4CD668-2B4E-47C1-9026-C0F7A7392B52}">
      <dsp:nvSpPr>
        <dsp:cNvPr id="0" name=""/>
        <dsp:cNvSpPr/>
      </dsp:nvSpPr>
      <dsp:spPr>
        <a:xfrm>
          <a:off x="457431" y="225943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8EA13-475F-4153-BF48-4D2F885C3E5C}">
      <dsp:nvSpPr>
        <dsp:cNvPr id="0" name=""/>
        <dsp:cNvSpPr/>
      </dsp:nvSpPr>
      <dsp:spPr>
        <a:xfrm>
          <a:off x="492024" y="3347396"/>
          <a:ext cx="392881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500" b="0" i="0" kern="1200" baseline="0"/>
            <a:t>готики.</a:t>
          </a:r>
          <a:endParaRPr lang="uk-UA" sz="3500" kern="1200"/>
        </a:p>
      </dsp:txBody>
      <dsp:txXfrm>
        <a:off x="492024" y="3347396"/>
        <a:ext cx="3928810" cy="669409"/>
      </dsp:txXfrm>
    </dsp:sp>
    <dsp:sp modelId="{BEC66D36-E7E3-49A7-B935-530E1F1B74B5}">
      <dsp:nvSpPr>
        <dsp:cNvPr id="0" name=""/>
        <dsp:cNvSpPr/>
      </dsp:nvSpPr>
      <dsp:spPr>
        <a:xfrm>
          <a:off x="73643" y="3263720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62B3B-6C6B-46B6-BFF8-1464FADA292A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класичному</a:t>
          </a:r>
          <a:endParaRPr lang="uk-UA" sz="4100" kern="1200"/>
        </a:p>
      </dsp:txBody>
      <dsp:txXfrm>
        <a:off x="48005" y="79783"/>
        <a:ext cx="4384550" cy="887374"/>
      </dsp:txXfrm>
    </dsp:sp>
    <dsp:sp modelId="{38656086-40C1-4847-A201-02C7BF7BDD26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романському</a:t>
          </a:r>
          <a:endParaRPr lang="uk-UA" sz="4100" kern="1200"/>
        </a:p>
      </dsp:txBody>
      <dsp:txXfrm>
        <a:off x="48005" y="1181248"/>
        <a:ext cx="4384550" cy="887374"/>
      </dsp:txXfrm>
    </dsp:sp>
    <dsp:sp modelId="{F83AC422-A121-45F5-A2B8-61B40745CFA2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готичному</a:t>
          </a:r>
          <a:endParaRPr lang="uk-UA" sz="4100" kern="1200"/>
        </a:p>
      </dsp:txBody>
      <dsp:txXfrm>
        <a:off x="48005" y="2282713"/>
        <a:ext cx="4384550" cy="887374"/>
      </dsp:txXfrm>
    </dsp:sp>
    <dsp:sp modelId="{74583A23-EB83-4D33-BBD7-6AF6FD360B5E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бароко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D9513-0E03-4602-8B5E-430C7D94FD5A}">
      <dsp:nvSpPr>
        <dsp:cNvPr id="0" name=""/>
        <dsp:cNvSpPr/>
      </dsp:nvSpPr>
      <dsp:spPr>
        <a:xfrm>
          <a:off x="64611" y="0"/>
          <a:ext cx="4351337" cy="43513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227D79-8AE3-495C-9654-041EBC0BBF87}">
      <dsp:nvSpPr>
        <dsp:cNvPr id="0" name=""/>
        <dsp:cNvSpPr/>
      </dsp:nvSpPr>
      <dsp:spPr>
        <a:xfrm>
          <a:off x="47798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Києва.</a:t>
          </a:r>
          <a:endParaRPr lang="uk-UA" sz="2400" kern="1200"/>
        </a:p>
      </dsp:txBody>
      <dsp:txXfrm>
        <a:off x="560830" y="496219"/>
        <a:ext cx="1531337" cy="1531337"/>
      </dsp:txXfrm>
    </dsp:sp>
    <dsp:sp modelId="{29B7FC88-9D52-4281-A72D-AB2C36BF8301}">
      <dsp:nvSpPr>
        <dsp:cNvPr id="0" name=""/>
        <dsp:cNvSpPr/>
      </dsp:nvSpPr>
      <dsp:spPr>
        <a:xfrm>
          <a:off x="230555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Харкова.</a:t>
          </a:r>
          <a:endParaRPr lang="uk-UA" sz="2400" kern="1200"/>
        </a:p>
      </dsp:txBody>
      <dsp:txXfrm>
        <a:off x="2388392" y="496219"/>
        <a:ext cx="1531337" cy="1531337"/>
      </dsp:txXfrm>
    </dsp:sp>
    <dsp:sp modelId="{F8D0BE9C-71F5-405B-BC74-8DF48D4D41B6}">
      <dsp:nvSpPr>
        <dsp:cNvPr id="0" name=""/>
        <dsp:cNvSpPr/>
      </dsp:nvSpPr>
      <dsp:spPr>
        <a:xfrm>
          <a:off x="477988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Луцька.</a:t>
          </a:r>
          <a:endParaRPr lang="uk-UA" sz="2400" kern="1200"/>
        </a:p>
      </dsp:txBody>
      <dsp:txXfrm>
        <a:off x="560830" y="2323780"/>
        <a:ext cx="1531337" cy="1531337"/>
      </dsp:txXfrm>
    </dsp:sp>
    <dsp:sp modelId="{77F429CA-E031-44E6-A9C3-E49741B9166D}">
      <dsp:nvSpPr>
        <dsp:cNvPr id="0" name=""/>
        <dsp:cNvSpPr/>
      </dsp:nvSpPr>
      <dsp:spPr>
        <a:xfrm>
          <a:off x="2305550" y="2240938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baseline="0"/>
            <a:t>Львова.</a:t>
          </a:r>
          <a:endParaRPr lang="uk-UA" sz="2400" kern="1200"/>
        </a:p>
      </dsp:txBody>
      <dsp:txXfrm>
        <a:off x="2388392" y="2323780"/>
        <a:ext cx="1531337" cy="1531337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87209-0799-4520-88C4-F1DB816768A4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Львова.</a:t>
          </a:r>
          <a:endParaRPr lang="uk-UA" sz="4100" kern="1200"/>
        </a:p>
      </dsp:txBody>
      <dsp:txXfrm>
        <a:off x="48005" y="79783"/>
        <a:ext cx="4384550" cy="887374"/>
      </dsp:txXfrm>
    </dsp:sp>
    <dsp:sp modelId="{5D6FDB5A-9F69-43DA-A52A-FD9C236ACEAC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Чернігова.</a:t>
          </a:r>
          <a:endParaRPr lang="uk-UA" sz="4100" kern="1200"/>
        </a:p>
      </dsp:txBody>
      <dsp:txXfrm>
        <a:off x="48005" y="1181248"/>
        <a:ext cx="4384550" cy="887374"/>
      </dsp:txXfrm>
    </dsp:sp>
    <dsp:sp modelId="{EB73F330-8D65-4FB4-A484-9B1CA9B09A74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Дрогобича.</a:t>
          </a:r>
          <a:endParaRPr lang="uk-UA" sz="4100" kern="1200"/>
        </a:p>
      </dsp:txBody>
      <dsp:txXfrm>
        <a:off x="48005" y="2282713"/>
        <a:ext cx="4384550" cy="887374"/>
      </dsp:txXfrm>
    </dsp:sp>
    <dsp:sp modelId="{9C78725A-4D5E-48E4-945B-8186FEDEACA7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Володимира.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778D3-C979-404C-B609-504E968E6AFC}">
      <dsp:nvSpPr>
        <dsp:cNvPr id="0" name=""/>
        <dsp:cNvSpPr/>
      </dsp:nvSpPr>
      <dsp:spPr>
        <a:xfrm>
          <a:off x="0" y="3177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вірмен.</a:t>
          </a:r>
          <a:endParaRPr lang="uk-UA" sz="4100" kern="1200"/>
        </a:p>
      </dsp:txBody>
      <dsp:txXfrm>
        <a:off x="48005" y="79783"/>
        <a:ext cx="4384550" cy="887374"/>
      </dsp:txXfrm>
    </dsp:sp>
    <dsp:sp modelId="{1B388800-7B9F-4BFE-AD29-CF7685C61C1A}">
      <dsp:nvSpPr>
        <dsp:cNvPr id="0" name=""/>
        <dsp:cNvSpPr/>
      </dsp:nvSpPr>
      <dsp:spPr>
        <a:xfrm>
          <a:off x="0" y="113324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німців.</a:t>
          </a:r>
          <a:endParaRPr lang="uk-UA" sz="4100" kern="1200"/>
        </a:p>
      </dsp:txBody>
      <dsp:txXfrm>
        <a:off x="48005" y="1181248"/>
        <a:ext cx="4384550" cy="887374"/>
      </dsp:txXfrm>
    </dsp:sp>
    <dsp:sp modelId="{9FAD973C-2262-49D1-A0B8-D4B782E7A8CF}">
      <dsp:nvSpPr>
        <dsp:cNvPr id="0" name=""/>
        <dsp:cNvSpPr/>
      </dsp:nvSpPr>
      <dsp:spPr>
        <a:xfrm>
          <a:off x="0" y="2234708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євреїв.</a:t>
          </a:r>
          <a:endParaRPr lang="uk-UA" sz="4100" kern="1200"/>
        </a:p>
      </dsp:txBody>
      <dsp:txXfrm>
        <a:off x="48005" y="2282713"/>
        <a:ext cx="4384550" cy="887374"/>
      </dsp:txXfrm>
    </dsp:sp>
    <dsp:sp modelId="{D9FB1967-9AA2-4639-8D2C-CB5137096752}">
      <dsp:nvSpPr>
        <dsp:cNvPr id="0" name=""/>
        <dsp:cNvSpPr/>
      </dsp:nvSpPr>
      <dsp:spPr>
        <a:xfrm>
          <a:off x="0" y="3336173"/>
          <a:ext cx="448056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 baseline="0"/>
            <a:t>поляків.</a:t>
          </a:r>
          <a:endParaRPr lang="uk-UA" sz="4100" kern="1200"/>
        </a:p>
      </dsp:txBody>
      <dsp:txXfrm>
        <a:off x="48005" y="3384178"/>
        <a:ext cx="4384550" cy="887374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AF6A2-CAF0-48EE-BBBF-7881110529AA}">
      <dsp:nvSpPr>
        <dsp:cNvPr id="0" name=""/>
        <dsp:cNvSpPr/>
      </dsp:nvSpPr>
      <dsp:spPr>
        <a:xfrm>
          <a:off x="0" y="4980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мати додатковий важіль впливу на Річ Посполиту.</a:t>
          </a:r>
          <a:endParaRPr lang="uk-UA" sz="2000" kern="1200"/>
        </a:p>
      </dsp:txBody>
      <dsp:txXfrm>
        <a:off x="38838" y="536906"/>
        <a:ext cx="4402884" cy="717924"/>
      </dsp:txXfrm>
    </dsp:sp>
    <dsp:sp modelId="{6CEDCD9D-D905-4D1E-BEFB-875FD247FD4E}">
      <dsp:nvSpPr>
        <dsp:cNvPr id="0" name=""/>
        <dsp:cNvSpPr/>
      </dsp:nvSpPr>
      <dsp:spPr>
        <a:xfrm>
          <a:off x="0" y="13512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залучити козаків до придушення селянських виступів.</a:t>
          </a:r>
          <a:endParaRPr lang="uk-UA" sz="2000" kern="1200"/>
        </a:p>
      </dsp:txBody>
      <dsp:txXfrm>
        <a:off x="38838" y="1390106"/>
        <a:ext cx="4402884" cy="717924"/>
      </dsp:txXfrm>
    </dsp:sp>
    <dsp:sp modelId="{9B591F67-CF62-4A04-9584-9F13221CB88F}">
      <dsp:nvSpPr>
        <dsp:cNvPr id="0" name=""/>
        <dsp:cNvSpPr/>
      </dsp:nvSpPr>
      <dsp:spPr>
        <a:xfrm>
          <a:off x="0" y="22044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використати козаків у новій російсько-турецькій війні.</a:t>
          </a:r>
          <a:endParaRPr lang="uk-UA" sz="2000" kern="1200"/>
        </a:p>
      </dsp:txBody>
      <dsp:txXfrm>
        <a:off x="38838" y="2243306"/>
        <a:ext cx="4402884" cy="717924"/>
      </dsp:txXfrm>
    </dsp:sp>
    <dsp:sp modelId="{303A17CC-513D-4993-B5EA-BB72BA2D4855}">
      <dsp:nvSpPr>
        <dsp:cNvPr id="0" name=""/>
        <dsp:cNvSpPr/>
      </dsp:nvSpPr>
      <dsp:spPr>
        <a:xfrm>
          <a:off x="0" y="3057668"/>
          <a:ext cx="448056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налагодити союзницькі стосунки із Кримським ханством.</a:t>
          </a:r>
          <a:endParaRPr lang="uk-UA" sz="2000" kern="1200"/>
        </a:p>
      </dsp:txBody>
      <dsp:txXfrm>
        <a:off x="38838" y="3096506"/>
        <a:ext cx="4402884" cy="717924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7F000-D7A9-4C62-BC21-B877C8118874}">
      <dsp:nvSpPr>
        <dsp:cNvPr id="0" name=""/>
        <dsp:cNvSpPr/>
      </dsp:nvSpPr>
      <dsp:spPr>
        <a:xfrm>
          <a:off x="0" y="291158"/>
          <a:ext cx="4480560" cy="1861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 baseline="0"/>
            <a:t>«Після раптового вторгнення запорожців у табір Османа турками оволоділа паніка: сам Осман, який ще недавно думав, що немає нікого у світі могутнішого за нього, тепер на власні очі бачив усю хиткість свого становища...»</a:t>
          </a:r>
          <a:endParaRPr lang="uk-UA" sz="1600" kern="1200"/>
        </a:p>
      </dsp:txBody>
      <dsp:txXfrm>
        <a:off x="90869" y="382027"/>
        <a:ext cx="4298822" cy="1679732"/>
      </dsp:txXfrm>
    </dsp:sp>
    <dsp:sp modelId="{48E8E2BF-0CA1-48AA-8805-2D50A94E325F}">
      <dsp:nvSpPr>
        <dsp:cNvPr id="0" name=""/>
        <dsp:cNvSpPr/>
      </dsp:nvSpPr>
      <dsp:spPr>
        <a:xfrm>
          <a:off x="0" y="2198708"/>
          <a:ext cx="4480560" cy="18614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 baseline="0" dirty="0"/>
            <a:t>«Орда ж примчала з </a:t>
          </a:r>
          <a:r>
            <a:rPr lang="ru-RU" sz="1600" b="0" i="1" kern="1200" baseline="0" dirty="0" err="1"/>
            <a:t>тилу</a:t>
          </a:r>
          <a:r>
            <a:rPr lang="ru-RU" sz="1600" b="0" i="1" kern="1200" baseline="0" dirty="0"/>
            <a:t>, так </a:t>
          </a:r>
          <a:r>
            <a:rPr lang="ru-RU" sz="1600" b="0" i="1" kern="1200" baseline="0" dirty="0" err="1"/>
            <a:t>їх</a:t>
          </a:r>
          <a:r>
            <a:rPr lang="ru-RU" sz="1600" b="0" i="1" kern="1200" baseline="0" dirty="0"/>
            <a:t> </a:t>
          </a:r>
          <a:r>
            <a:rPr lang="ru-RU" sz="1600" b="0" i="1" kern="1200" baseline="0" dirty="0" err="1"/>
            <a:t>змішала</a:t>
          </a:r>
          <a:r>
            <a:rPr lang="ru-RU" sz="1600" b="0" i="1" kern="1200" baseline="0" dirty="0"/>
            <a:t>, </a:t>
          </a:r>
          <a:r>
            <a:rPr lang="ru-RU" sz="1600" b="0" i="1" kern="1200" baseline="0" dirty="0" err="1"/>
            <a:t>що</a:t>
          </a:r>
          <a:r>
            <a:rPr lang="ru-RU" sz="1600" b="0" i="1" kern="1200" baseline="0" dirty="0"/>
            <a:t> вони почали </a:t>
          </a:r>
          <a:r>
            <a:rPr lang="ru-RU" sz="1600" b="0" i="1" kern="1200" baseline="0" dirty="0" err="1"/>
            <a:t>тікати</a:t>
          </a:r>
          <a:r>
            <a:rPr lang="ru-RU" sz="1600" b="0" i="1" kern="1200" baseline="0" dirty="0"/>
            <a:t>, а ми гнали </a:t>
          </a:r>
          <a:r>
            <a:rPr lang="ru-RU" sz="1600" b="0" i="1" kern="1200" baseline="0" dirty="0" err="1"/>
            <a:t>їх</a:t>
          </a:r>
          <a:r>
            <a:rPr lang="ru-RU" sz="1600" b="0" i="1" kern="1200" baseline="0" dirty="0"/>
            <a:t> аж до Конотопа. Там же </a:t>
          </a:r>
          <a:r>
            <a:rPr lang="ru-RU" sz="1600" b="0" i="1" kern="1200" baseline="0" dirty="0" err="1"/>
            <a:t>потрапили</a:t>
          </a:r>
          <a:r>
            <a:rPr lang="ru-RU" sz="1600" b="0" i="1" kern="1200" baseline="0" dirty="0"/>
            <a:t> до </a:t>
          </a:r>
          <a:r>
            <a:rPr lang="ru-RU" sz="1600" b="0" i="1" kern="1200" baseline="0" dirty="0" err="1"/>
            <a:t>неволі</a:t>
          </a:r>
          <a:r>
            <a:rPr lang="ru-RU" sz="1600" b="0" i="1" kern="1200" baseline="0" dirty="0"/>
            <a:t> князь Львов, два </a:t>
          </a:r>
          <a:r>
            <a:rPr lang="ru-RU" sz="1600" b="0" i="1" kern="1200" baseline="0" dirty="0" err="1"/>
            <a:t>Бутурліни</a:t>
          </a:r>
          <a:r>
            <a:rPr lang="ru-RU" sz="1600" b="0" i="1" kern="1200" baseline="0" dirty="0"/>
            <a:t>; </a:t>
          </a:r>
          <a:r>
            <a:rPr lang="ru-RU" sz="1600" b="0" i="1" kern="1200" baseline="0" dirty="0" err="1"/>
            <a:t>усі</a:t>
          </a:r>
          <a:r>
            <a:rPr lang="ru-RU" sz="1600" b="0" i="1" kern="1200" baseline="0" dirty="0"/>
            <a:t> полковники, </a:t>
          </a:r>
          <a:r>
            <a:rPr lang="ru-RU" sz="1600" b="0" i="1" kern="1200" baseline="0" dirty="0" err="1"/>
            <a:t>ротмістри</a:t>
          </a:r>
          <a:r>
            <a:rPr lang="ru-RU" sz="1600" b="0" i="1" kern="1200" baseline="0" dirty="0"/>
            <a:t>, </a:t>
          </a:r>
          <a:r>
            <a:rPr lang="ru-RU" sz="1600" b="0" i="1" kern="1200" baseline="0" dirty="0" err="1"/>
            <a:t>капітани</a:t>
          </a:r>
          <a:r>
            <a:rPr lang="ru-RU" sz="1600" b="0" i="1" kern="1200" baseline="0" dirty="0"/>
            <a:t> </a:t>
          </a:r>
          <a:r>
            <a:rPr lang="ru-RU" sz="1600" b="0" i="1" kern="1200" baseline="0" dirty="0" err="1"/>
            <a:t>або</a:t>
          </a:r>
          <a:r>
            <a:rPr lang="ru-RU" sz="1600" b="0" i="1" kern="1200" baseline="0" dirty="0"/>
            <a:t> </a:t>
          </a:r>
          <a:r>
            <a:rPr lang="ru-RU" sz="1600" b="0" i="1" kern="1200" baseline="0" dirty="0" err="1"/>
            <a:t>полягли</a:t>
          </a:r>
          <a:r>
            <a:rPr lang="ru-RU" sz="1600" b="0" i="1" kern="1200" baseline="0" dirty="0"/>
            <a:t> на </a:t>
          </a:r>
          <a:r>
            <a:rPr lang="ru-RU" sz="1600" b="0" i="1" kern="1200" baseline="0" dirty="0" err="1"/>
            <a:t>полі</a:t>
          </a:r>
          <a:r>
            <a:rPr lang="ru-RU" sz="1600" b="0" i="1" kern="1200" baseline="0" dirty="0"/>
            <a:t> </a:t>
          </a:r>
          <a:r>
            <a:rPr lang="ru-RU" sz="1600" b="0" i="1" kern="1200" baseline="0" dirty="0" err="1"/>
            <a:t>битви</a:t>
          </a:r>
          <a:r>
            <a:rPr lang="ru-RU" sz="1600" b="0" i="1" kern="1200" baseline="0" dirty="0"/>
            <a:t>, </a:t>
          </a:r>
          <a:r>
            <a:rPr lang="ru-RU" sz="1600" b="0" i="1" kern="1200" baseline="0" dirty="0" err="1"/>
            <a:t>або</a:t>
          </a:r>
          <a:r>
            <a:rPr lang="ru-RU" sz="1600" b="0" i="1" kern="1200" baseline="0" dirty="0"/>
            <a:t> </a:t>
          </a:r>
          <a:r>
            <a:rPr lang="ru-RU" sz="1600" b="0" i="1" kern="1200" baseline="0" dirty="0" err="1"/>
            <a:t>пішли</a:t>
          </a:r>
          <a:r>
            <a:rPr lang="ru-RU" sz="1600" b="0" i="1" kern="1200" baseline="0" dirty="0"/>
            <a:t> в </a:t>
          </a:r>
          <a:r>
            <a:rPr lang="ru-RU" sz="1600" b="0" i="1" kern="1200" baseline="0" dirty="0" err="1"/>
            <a:t>татарську</a:t>
          </a:r>
          <a:r>
            <a:rPr lang="ru-RU" sz="1600" b="0" i="1" kern="1200" baseline="0" dirty="0"/>
            <a:t> неволю...»</a:t>
          </a:r>
          <a:endParaRPr lang="uk-UA" sz="1600" kern="1200" dirty="0"/>
        </a:p>
      </dsp:txBody>
      <dsp:txXfrm>
        <a:off x="90869" y="2289577"/>
        <a:ext cx="4298822" cy="1679732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88C698-066F-4EA5-B50E-63669EC0499F}">
      <dsp:nvSpPr>
        <dsp:cNvPr id="0" name=""/>
        <dsp:cNvSpPr/>
      </dsp:nvSpPr>
      <dsp:spPr>
        <a:xfrm>
          <a:off x="0" y="55988"/>
          <a:ext cx="4480560" cy="2096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baseline="0"/>
            <a:t>«За кілька днів після приєднання козацького головнокомандувача графа Мазепи до шведів князь Меншиков на чолі численного війська й артилерії пішов на Батурин, резиденцію гетьмана Мазепи... Здобувши місто силою, Меншиков віддав усе живе мечу та вогню...»</a:t>
          </a:r>
          <a:endParaRPr lang="uk-UA" sz="1600" kern="1200"/>
        </a:p>
      </dsp:txBody>
      <dsp:txXfrm>
        <a:off x="102350" y="158338"/>
        <a:ext cx="4275860" cy="1891940"/>
      </dsp:txXfrm>
    </dsp:sp>
    <dsp:sp modelId="{480B7DBF-8D42-497A-B148-CAF2CD7E5108}">
      <dsp:nvSpPr>
        <dsp:cNvPr id="0" name=""/>
        <dsp:cNvSpPr/>
      </dsp:nvSpPr>
      <dsp:spPr>
        <a:xfrm>
          <a:off x="0" y="2198708"/>
          <a:ext cx="4480560" cy="2096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baseline="0" dirty="0"/>
            <a:t>«Уся перша війна почалася через Чаплинського, який, попри те, що я мав привілей короля, відібрав у мене хутір, та ще мені погрожував смертю, і весь цей вогонь спалахнув через нього...»</a:t>
          </a:r>
          <a:endParaRPr lang="uk-UA" sz="1600" kern="1200" dirty="0"/>
        </a:p>
      </dsp:txBody>
      <dsp:txXfrm>
        <a:off x="102350" y="2301058"/>
        <a:ext cx="4275860" cy="1891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3022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833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964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117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643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667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315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8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418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080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237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CA7AE6C-2948-4466-A97B-EBC5C2D33369}" type="datetimeFigureOut">
              <a:rPr lang="uk-UA" smtClean="0"/>
              <a:t>07.12.2024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26021A6F-8033-4C8F-802A-7D8D3637312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68868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4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5.jpe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6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7.jpe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8.jpe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9.jpe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10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11.jpe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1.xml"/><Relationship Id="rId3" Type="http://schemas.openxmlformats.org/officeDocument/2006/relationships/diagramLayout" Target="../diagrams/layout40.xml"/><Relationship Id="rId7" Type="http://schemas.openxmlformats.org/officeDocument/2006/relationships/diagramData" Target="../diagrams/data41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11" Type="http://schemas.microsoft.com/office/2007/relationships/diagramDrawing" Target="../diagrams/drawing41.xml"/><Relationship Id="rId5" Type="http://schemas.openxmlformats.org/officeDocument/2006/relationships/diagramColors" Target="../diagrams/colors40.xml"/><Relationship Id="rId10" Type="http://schemas.openxmlformats.org/officeDocument/2006/relationships/diagramColors" Target="../diagrams/colors41.xml"/><Relationship Id="rId4" Type="http://schemas.openxmlformats.org/officeDocument/2006/relationships/diagramQuickStyle" Target="../diagrams/quickStyle40.xml"/><Relationship Id="rId9" Type="http://schemas.openxmlformats.org/officeDocument/2006/relationships/diagramQuickStyle" Target="../diagrams/quickStyle4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7" Type="http://schemas.openxmlformats.org/officeDocument/2006/relationships/image" Target="../media/image16.jpeg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44.xml"/><Relationship Id="rId7" Type="http://schemas.openxmlformats.org/officeDocument/2006/relationships/image" Target="../media/image17.pn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7" Type="http://schemas.openxmlformats.org/officeDocument/2006/relationships/image" Target="../media/image19.png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1.xml"/><Relationship Id="rId3" Type="http://schemas.openxmlformats.org/officeDocument/2006/relationships/diagramLayout" Target="../diagrams/layout50.xml"/><Relationship Id="rId7" Type="http://schemas.openxmlformats.org/officeDocument/2006/relationships/diagramData" Target="../diagrams/data51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11" Type="http://schemas.microsoft.com/office/2007/relationships/diagramDrawing" Target="../diagrams/drawing51.xml"/><Relationship Id="rId5" Type="http://schemas.openxmlformats.org/officeDocument/2006/relationships/diagramColors" Target="../diagrams/colors50.xml"/><Relationship Id="rId10" Type="http://schemas.openxmlformats.org/officeDocument/2006/relationships/diagramColors" Target="../diagrams/colors51.xml"/><Relationship Id="rId4" Type="http://schemas.openxmlformats.org/officeDocument/2006/relationships/diagramQuickStyle" Target="../diagrams/quickStyle50.xml"/><Relationship Id="rId9" Type="http://schemas.openxmlformats.org/officeDocument/2006/relationships/diagramQuickStyle" Target="../diagrams/quickStyle5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3.xml"/><Relationship Id="rId3" Type="http://schemas.openxmlformats.org/officeDocument/2006/relationships/diagramLayout" Target="../diagrams/layout62.xml"/><Relationship Id="rId7" Type="http://schemas.openxmlformats.org/officeDocument/2006/relationships/diagramData" Target="../diagrams/data63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11" Type="http://schemas.microsoft.com/office/2007/relationships/diagramDrawing" Target="../diagrams/drawing63.xml"/><Relationship Id="rId5" Type="http://schemas.openxmlformats.org/officeDocument/2006/relationships/diagramColors" Target="../diagrams/colors62.xml"/><Relationship Id="rId10" Type="http://schemas.openxmlformats.org/officeDocument/2006/relationships/diagramColors" Target="../diagrams/colors63.xml"/><Relationship Id="rId4" Type="http://schemas.openxmlformats.org/officeDocument/2006/relationships/diagramQuickStyle" Target="../diagrams/quickStyle62.xml"/><Relationship Id="rId9" Type="http://schemas.openxmlformats.org/officeDocument/2006/relationships/diagramQuickStyle" Target="../diagrams/quickStyle6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6.xml"/><Relationship Id="rId3" Type="http://schemas.openxmlformats.org/officeDocument/2006/relationships/diagramLayout" Target="../diagrams/layout65.xml"/><Relationship Id="rId7" Type="http://schemas.openxmlformats.org/officeDocument/2006/relationships/diagramData" Target="../diagrams/data66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11" Type="http://schemas.microsoft.com/office/2007/relationships/diagramDrawing" Target="../diagrams/drawing66.xml"/><Relationship Id="rId5" Type="http://schemas.openxmlformats.org/officeDocument/2006/relationships/diagramColors" Target="../diagrams/colors65.xml"/><Relationship Id="rId10" Type="http://schemas.openxmlformats.org/officeDocument/2006/relationships/diagramColors" Target="../diagrams/colors66.xml"/><Relationship Id="rId4" Type="http://schemas.openxmlformats.org/officeDocument/2006/relationships/diagramQuickStyle" Target="../diagrams/quickStyle65.xml"/><Relationship Id="rId9" Type="http://schemas.openxmlformats.org/officeDocument/2006/relationships/diagramQuickStyle" Target="../diagrams/quickStyle6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8.xml"/><Relationship Id="rId3" Type="http://schemas.openxmlformats.org/officeDocument/2006/relationships/diagramLayout" Target="../diagrams/layout67.xml"/><Relationship Id="rId7" Type="http://schemas.openxmlformats.org/officeDocument/2006/relationships/diagramData" Target="../diagrams/data68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7.xml"/><Relationship Id="rId11" Type="http://schemas.microsoft.com/office/2007/relationships/diagramDrawing" Target="../diagrams/drawing68.xml"/><Relationship Id="rId5" Type="http://schemas.openxmlformats.org/officeDocument/2006/relationships/diagramColors" Target="../diagrams/colors67.xml"/><Relationship Id="rId10" Type="http://schemas.openxmlformats.org/officeDocument/2006/relationships/diagramColors" Target="../diagrams/colors68.xml"/><Relationship Id="rId4" Type="http://schemas.openxmlformats.org/officeDocument/2006/relationships/diagramQuickStyle" Target="../diagrams/quickStyle67.xml"/><Relationship Id="rId9" Type="http://schemas.openxmlformats.org/officeDocument/2006/relationships/diagramQuickStyle" Target="../diagrams/quickStyle6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4.xml"/><Relationship Id="rId3" Type="http://schemas.openxmlformats.org/officeDocument/2006/relationships/diagramLayout" Target="../diagrams/layout73.xml"/><Relationship Id="rId7" Type="http://schemas.openxmlformats.org/officeDocument/2006/relationships/diagramData" Target="../diagrams/data74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11" Type="http://schemas.microsoft.com/office/2007/relationships/diagramDrawing" Target="../diagrams/drawing74.xml"/><Relationship Id="rId5" Type="http://schemas.openxmlformats.org/officeDocument/2006/relationships/diagramColors" Target="../diagrams/colors73.xml"/><Relationship Id="rId10" Type="http://schemas.openxmlformats.org/officeDocument/2006/relationships/diagramColors" Target="../diagrams/colors74.xml"/><Relationship Id="rId4" Type="http://schemas.openxmlformats.org/officeDocument/2006/relationships/diagramQuickStyle" Target="../diagrams/quickStyle73.xml"/><Relationship Id="rId9" Type="http://schemas.openxmlformats.org/officeDocument/2006/relationships/diagramQuickStyle" Target="../diagrams/quickStyle7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8.xml"/><Relationship Id="rId3" Type="http://schemas.openxmlformats.org/officeDocument/2006/relationships/diagramLayout" Target="../diagrams/layout77.xml"/><Relationship Id="rId7" Type="http://schemas.openxmlformats.org/officeDocument/2006/relationships/diagramData" Target="../diagrams/data78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11" Type="http://schemas.microsoft.com/office/2007/relationships/diagramDrawing" Target="../diagrams/drawing78.xml"/><Relationship Id="rId5" Type="http://schemas.openxmlformats.org/officeDocument/2006/relationships/diagramColors" Target="../diagrams/colors77.xml"/><Relationship Id="rId10" Type="http://schemas.openxmlformats.org/officeDocument/2006/relationships/diagramColors" Target="../diagrams/colors78.xml"/><Relationship Id="rId4" Type="http://schemas.openxmlformats.org/officeDocument/2006/relationships/diagramQuickStyle" Target="../diagrams/quickStyle77.xml"/><Relationship Id="rId9" Type="http://schemas.openxmlformats.org/officeDocument/2006/relationships/diagramQuickStyle" Target="../diagrams/quickStyle7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1.xml"/><Relationship Id="rId3" Type="http://schemas.openxmlformats.org/officeDocument/2006/relationships/diagramLayout" Target="../diagrams/layout80.xml"/><Relationship Id="rId7" Type="http://schemas.openxmlformats.org/officeDocument/2006/relationships/diagramData" Target="../diagrams/data81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0.xml"/><Relationship Id="rId11" Type="http://schemas.microsoft.com/office/2007/relationships/diagramDrawing" Target="../diagrams/drawing81.xml"/><Relationship Id="rId5" Type="http://schemas.openxmlformats.org/officeDocument/2006/relationships/diagramColors" Target="../diagrams/colors80.xml"/><Relationship Id="rId10" Type="http://schemas.openxmlformats.org/officeDocument/2006/relationships/diagramColors" Target="../diagrams/colors81.xml"/><Relationship Id="rId4" Type="http://schemas.openxmlformats.org/officeDocument/2006/relationships/diagramQuickStyle" Target="../diagrams/quickStyle80.xml"/><Relationship Id="rId9" Type="http://schemas.openxmlformats.org/officeDocument/2006/relationships/diagramQuickStyle" Target="../diagrams/quickStyle8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5.xml"/><Relationship Id="rId3" Type="http://schemas.openxmlformats.org/officeDocument/2006/relationships/diagramLayout" Target="../diagrams/layout84.xml"/><Relationship Id="rId7" Type="http://schemas.openxmlformats.org/officeDocument/2006/relationships/diagramData" Target="../diagrams/data85.xml"/><Relationship Id="rId2" Type="http://schemas.openxmlformats.org/officeDocument/2006/relationships/diagramData" Target="../diagrams/data8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4.xml"/><Relationship Id="rId11" Type="http://schemas.microsoft.com/office/2007/relationships/diagramDrawing" Target="../diagrams/drawing85.xml"/><Relationship Id="rId5" Type="http://schemas.openxmlformats.org/officeDocument/2006/relationships/diagramColors" Target="../diagrams/colors84.xml"/><Relationship Id="rId10" Type="http://schemas.openxmlformats.org/officeDocument/2006/relationships/diagramColors" Target="../diagrams/colors85.xml"/><Relationship Id="rId4" Type="http://schemas.openxmlformats.org/officeDocument/2006/relationships/diagramQuickStyle" Target="../diagrams/quickStyle84.xml"/><Relationship Id="rId9" Type="http://schemas.openxmlformats.org/officeDocument/2006/relationships/diagramQuickStyle" Target="../diagrams/quickStyle8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9.xml"/><Relationship Id="rId3" Type="http://schemas.openxmlformats.org/officeDocument/2006/relationships/diagramLayout" Target="../diagrams/layout88.xml"/><Relationship Id="rId7" Type="http://schemas.openxmlformats.org/officeDocument/2006/relationships/diagramData" Target="../diagrams/data89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8.xml"/><Relationship Id="rId11" Type="http://schemas.microsoft.com/office/2007/relationships/diagramDrawing" Target="../diagrams/drawing89.xml"/><Relationship Id="rId5" Type="http://schemas.openxmlformats.org/officeDocument/2006/relationships/diagramColors" Target="../diagrams/colors88.xml"/><Relationship Id="rId10" Type="http://schemas.openxmlformats.org/officeDocument/2006/relationships/diagramColors" Target="../diagrams/colors89.xml"/><Relationship Id="rId4" Type="http://schemas.openxmlformats.org/officeDocument/2006/relationships/diagramQuickStyle" Target="../diagrams/quickStyle88.xml"/><Relationship Id="rId9" Type="http://schemas.openxmlformats.org/officeDocument/2006/relationships/diagramQuickStyle" Target="../diagrams/quickStyle8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7" Type="http://schemas.openxmlformats.org/officeDocument/2006/relationships/image" Target="../media/image20.jpeg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7" Type="http://schemas.openxmlformats.org/officeDocument/2006/relationships/image" Target="../media/image21.jpeg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7" Type="http://schemas.openxmlformats.org/officeDocument/2006/relationships/image" Target="../media/image22.jpeg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7" Type="http://schemas.openxmlformats.org/officeDocument/2006/relationships/image" Target="../media/image23.jpeg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7.xml"/><Relationship Id="rId7" Type="http://schemas.openxmlformats.org/officeDocument/2006/relationships/image" Target="../media/image24.jpeg"/><Relationship Id="rId2" Type="http://schemas.openxmlformats.org/officeDocument/2006/relationships/diagramData" Target="../diagrams/data9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7.xml"/><Relationship Id="rId5" Type="http://schemas.openxmlformats.org/officeDocument/2006/relationships/diagramColors" Target="../diagrams/colors97.xml"/><Relationship Id="rId4" Type="http://schemas.openxmlformats.org/officeDocument/2006/relationships/diagramQuickStyle" Target="../diagrams/quickStyle9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0.xml"/><Relationship Id="rId3" Type="http://schemas.openxmlformats.org/officeDocument/2006/relationships/diagramLayout" Target="../diagrams/layout99.xml"/><Relationship Id="rId7" Type="http://schemas.openxmlformats.org/officeDocument/2006/relationships/diagramData" Target="../diagrams/data100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9.xml"/><Relationship Id="rId11" Type="http://schemas.microsoft.com/office/2007/relationships/diagramDrawing" Target="../diagrams/drawing100.xml"/><Relationship Id="rId5" Type="http://schemas.openxmlformats.org/officeDocument/2006/relationships/diagramColors" Target="../diagrams/colors99.xml"/><Relationship Id="rId10" Type="http://schemas.openxmlformats.org/officeDocument/2006/relationships/diagramColors" Target="../diagrams/colors100.xml"/><Relationship Id="rId4" Type="http://schemas.openxmlformats.org/officeDocument/2006/relationships/diagramQuickStyle" Target="../diagrams/quickStyle99.xml"/><Relationship Id="rId9" Type="http://schemas.openxmlformats.org/officeDocument/2006/relationships/diagramQuickStyle" Target="../diagrams/quickStyl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7C7BA-C965-30CD-9178-FBAD68BDE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Українські землі наприкінці Х</a:t>
            </a:r>
            <a:r>
              <a:rPr lang="en-US" dirty="0"/>
              <a:t>V</a:t>
            </a:r>
            <a:r>
              <a:rPr lang="uk-UA" dirty="0"/>
              <a:t>ІІ – в першій половині Х</a:t>
            </a:r>
            <a:r>
              <a:rPr lang="en-US" dirty="0"/>
              <a:t>V</a:t>
            </a:r>
            <a:r>
              <a:rPr lang="uk-UA" dirty="0"/>
              <a:t>ІІІ ст.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8E503AC-926D-CCDE-B63B-0E1814667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792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2D430-2236-FBCB-C311-AC0BAD3F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гетьмана</a:t>
            </a:r>
            <a:r>
              <a:rPr lang="ru-RU" dirty="0"/>
              <a:t>, </a:t>
            </a:r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описав у </a:t>
            </a:r>
            <a:r>
              <a:rPr lang="ru-RU" dirty="0" err="1"/>
              <a:t>документі</a:t>
            </a:r>
            <a:r>
              <a:rPr lang="ru-RU" dirty="0"/>
              <a:t> </a:t>
            </a:r>
            <a:r>
              <a:rPr lang="ru-RU" dirty="0" err="1"/>
              <a:t>сучасник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26A85ED-DA22-B393-A888-E9BAB83010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«Він (гетьман) з’єднався в полі вище Базавлука з мурзою Тугай-беєм і вже хотів був іти зі своїм військом просто на Чигирин, щоби привітати головного свого ворога Чаплинського.</a:t>
            </a:r>
            <a:endParaRPr lang="uk-UA" b="0" i="0" dirty="0">
              <a:solidFill>
                <a:srgbClr val="FFFFFF"/>
              </a:solidFill>
              <a:effectLst/>
              <a:latin typeface="Century Gothic" panose="020B0502020202020204" pitchFamily="34" charset="0"/>
            </a:endParaRPr>
          </a:p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Однак від </a:t>
            </a:r>
            <a:r>
              <a:rPr lang="uk-UA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пійманців</a:t>
            </a:r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яких перестріли на січовому шляху татари, він довідався, що польські війська та [реєстровців] уже відправлено: одних – водою до Кодака, а інших – суходолом через Крилов на Жовту Воду й також до Кодака…»</a:t>
            </a:r>
            <a:endParaRPr lang="uk-UA" b="0" i="0" dirty="0">
              <a:solidFill>
                <a:srgbClr val="FFFFFF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01643DF-4BE3-0750-588D-62D48B84A7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22"/>
          <a:stretch/>
        </p:blipFill>
        <p:spPr bwMode="auto">
          <a:xfrm>
            <a:off x="6108192" y="1551032"/>
            <a:ext cx="1123881" cy="164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38F099B-3AFC-657D-0536-0ADC7B856B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8" r="49844"/>
          <a:stretch/>
        </p:blipFill>
        <p:spPr bwMode="auto">
          <a:xfrm>
            <a:off x="7794014" y="3030697"/>
            <a:ext cx="1123882" cy="164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EC44A27-5BCA-8FC9-A5AB-0676ED14F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01" r="24221"/>
          <a:stretch/>
        </p:blipFill>
        <p:spPr bwMode="auto">
          <a:xfrm>
            <a:off x="7794014" y="4843956"/>
            <a:ext cx="1123882" cy="164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E03D76B-D05C-B0FC-D058-76B9795BAB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22"/>
          <a:stretch/>
        </p:blipFill>
        <p:spPr bwMode="auto">
          <a:xfrm>
            <a:off x="9607693" y="1611682"/>
            <a:ext cx="1123882" cy="164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1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248B3-2B97-7652-28E4-DDDF11CC5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Гетьманів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портретах, </a:t>
            </a:r>
            <a:r>
              <a:rPr lang="ru-RU" dirty="0" err="1"/>
              <a:t>об’єднує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воєнних</a:t>
            </a:r>
            <a:r>
              <a:rPr lang="ru-RU" dirty="0"/>
              <a:t> </a:t>
            </a:r>
            <a:r>
              <a:rPr lang="ru-RU" dirty="0" err="1"/>
              <a:t>договорів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D8D354-8C44-072A-62E5-009B68ACA79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2879535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2BFF9F9B-F4DB-FD3F-F92C-AC131750AD6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338" y="2618388"/>
            <a:ext cx="4115374" cy="277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50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BB8D4-27AE-E171-DE82-A4C9144C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Автором цитованого документа був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C1F3A59-3CD2-0B10-17A6-C5CC5D3F7B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«…Договори наші… уклав я з Королем Шведським письмовим актом, підписаним з обох сторін… І тепер ми вважати повинні Шведів за своїх приятелів, союзників, добродіїв і немовби од Бога посланих, щоб увільнити нас від рабства… Відомо ж бо, що колись були ми ті, що тепер московці: уряд, первинність і сама назва Русь од нас до них перейшли…»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958432A-B723-B97D-82FF-BEBBC074C4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7706416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9583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26F35-965C-6F2D-11E5-F77D873A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843" y="677863"/>
            <a:ext cx="9692640" cy="1325562"/>
          </a:xfrm>
        </p:spPr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r>
              <a:rPr lang="ru-RU" sz="3200" dirty="0"/>
              <a:t> </a:t>
            </a:r>
            <a:r>
              <a:rPr lang="ru-RU" sz="3200" dirty="0" err="1"/>
              <a:t>історико-географічних</a:t>
            </a:r>
            <a:r>
              <a:rPr lang="ru-RU" sz="3200" dirty="0"/>
              <a:t> </a:t>
            </a:r>
            <a:r>
              <a:rPr lang="ru-RU" sz="3200" dirty="0" err="1"/>
              <a:t>регіонів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теренами</a:t>
            </a:r>
            <a:r>
              <a:rPr lang="ru-RU" sz="3200" dirty="0"/>
              <a:t> (друга половина XVII ст.), </a:t>
            </a:r>
            <a:r>
              <a:rPr lang="ru-RU" sz="3200" dirty="0" err="1"/>
              <a:t>позначеними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91805C9-0FEB-6443-E26D-A7FE2BD8440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05732106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2E9AED3E-332A-850B-BA92-A965F691153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163" y="2317879"/>
            <a:ext cx="4481512" cy="337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35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77591-821D-9E9E-256F-1EE720A5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У </a:t>
            </a:r>
            <a:r>
              <a:rPr lang="ru-RU" sz="3600" dirty="0" err="1"/>
              <a:t>другій</a:t>
            </a:r>
            <a:r>
              <a:rPr lang="ru-RU" sz="3600" dirty="0"/>
              <a:t> </a:t>
            </a:r>
            <a:r>
              <a:rPr lang="ru-RU" sz="3600" dirty="0" err="1"/>
              <a:t>половині</a:t>
            </a:r>
            <a:r>
              <a:rPr lang="ru-RU" sz="3600" dirty="0"/>
              <a:t> XVII ст. в </a:t>
            </a:r>
            <a:r>
              <a:rPr lang="ru-RU" sz="3600" dirty="0" err="1"/>
              <a:t>Лівобережній</a:t>
            </a:r>
            <a:r>
              <a:rPr lang="ru-RU" sz="3600" dirty="0"/>
              <a:t> </a:t>
            </a:r>
            <a:r>
              <a:rPr lang="ru-RU" sz="3600" dirty="0" err="1"/>
              <a:t>Гетьманщині</a:t>
            </a:r>
            <a:r>
              <a:rPr lang="ru-RU" sz="3600" dirty="0"/>
              <a:t> </a:t>
            </a:r>
            <a:r>
              <a:rPr lang="ru-RU" sz="3600" dirty="0" err="1"/>
              <a:t>привілейований</a:t>
            </a:r>
            <a:r>
              <a:rPr lang="ru-RU" sz="3600" dirty="0"/>
              <a:t> стан </a:t>
            </a:r>
            <a:r>
              <a:rPr lang="ru-RU" sz="3600" dirty="0" err="1"/>
              <a:t>суспільства</a:t>
            </a:r>
            <a:r>
              <a:rPr lang="ru-RU" sz="3600" dirty="0"/>
              <a:t> </a:t>
            </a:r>
            <a:r>
              <a:rPr lang="ru-RU" sz="3600" dirty="0" err="1"/>
              <a:t>формувався</a:t>
            </a:r>
            <a:r>
              <a:rPr lang="ru-RU" sz="3600" dirty="0"/>
              <a:t> </a:t>
            </a:r>
            <a:r>
              <a:rPr lang="ru-RU" sz="3600" dirty="0" err="1"/>
              <a:t>переважно</a:t>
            </a:r>
            <a:r>
              <a:rPr lang="ru-RU" sz="3600" dirty="0"/>
              <a:t> з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5A8BC91-9A3E-51A2-D92B-503C744FDBC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64162492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983A997-53B5-6689-D657-4A067A3C78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958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DECCE-2A86-541E-9C3E-4DF55772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подіями</a:t>
            </a:r>
            <a:r>
              <a:rPr lang="ru-RU" dirty="0"/>
              <a:t> та </a:t>
            </a:r>
            <a:r>
              <a:rPr lang="ru-RU" dirty="0" err="1"/>
              <a:t>прізвищами</a:t>
            </a:r>
            <a:r>
              <a:rPr lang="ru-RU" dirty="0"/>
              <a:t> </a:t>
            </a:r>
            <a:r>
              <a:rPr lang="ru-RU" dirty="0" err="1"/>
              <a:t>гетьманів</a:t>
            </a:r>
            <a:r>
              <a:rPr lang="ru-RU" dirty="0"/>
              <a:t>, </a:t>
            </a:r>
            <a:r>
              <a:rPr lang="ru-RU" dirty="0" err="1"/>
              <a:t>причетних</a:t>
            </a:r>
            <a:r>
              <a:rPr lang="ru-RU" dirty="0"/>
              <a:t> до них.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9FFAD03-5AC2-7EA8-69F4-8529BF1D039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091779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EA11BC4-B54D-66B5-0658-54EFE83F10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044491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6415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C75B7-2B27-54CE-3466-80204FA3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іменем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та </a:t>
            </a:r>
            <a:r>
              <a:rPr lang="ru-RU" dirty="0" err="1"/>
              <a:t>подією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з ним </a:t>
            </a:r>
            <a:r>
              <a:rPr lang="ru-RU" dirty="0" err="1"/>
              <a:t>пов’язана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87E9AD4-173C-3A53-303D-912B19EB3CC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7373912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982A9D9-184F-CC9A-C619-0861E3AA85A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59235103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7741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B5EB5-C604-8F92-048C-6E247EDC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Увідповідніть</a:t>
            </a:r>
            <a:r>
              <a:rPr lang="uk-UA" dirty="0"/>
              <a:t> ім'я історичної особи з посадою, яку вона обіймала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8CAE113-0B75-A8B2-495A-32425D61812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7915318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7D5EA2A-D72E-C0FA-A022-FAB0BFD0E6B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2970496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633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F4BDB-FB8F-F485-6525-8D31EE99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Хто</a:t>
            </a:r>
            <a:r>
              <a:rPr lang="ru-RU" sz="3200" dirty="0"/>
              <a:t> з </a:t>
            </a:r>
            <a:r>
              <a:rPr lang="ru-RU" sz="3200" dirty="0" err="1"/>
              <a:t>указаних</a:t>
            </a:r>
            <a:r>
              <a:rPr lang="ru-RU" sz="3200" dirty="0"/>
              <a:t> </a:t>
            </a:r>
            <a:r>
              <a:rPr lang="ru-RU" sz="3200" dirty="0" err="1"/>
              <a:t>діячів</a:t>
            </a:r>
            <a:r>
              <a:rPr lang="ru-RU" sz="3200" dirty="0"/>
              <a:t> </a:t>
            </a:r>
            <a:r>
              <a:rPr lang="ru-RU" sz="3200" dirty="0" err="1"/>
              <a:t>військово-дипломатичними</a:t>
            </a:r>
            <a:r>
              <a:rPr lang="ru-RU" sz="3200" dirty="0"/>
              <a:t> методами </a:t>
            </a:r>
            <a:r>
              <a:rPr lang="ru-RU" sz="3200" dirty="0" err="1"/>
              <a:t>намагався</a:t>
            </a:r>
            <a:r>
              <a:rPr lang="ru-RU" sz="3200" dirty="0"/>
              <a:t> </a:t>
            </a:r>
            <a:r>
              <a:rPr lang="ru-RU" sz="3200" dirty="0" err="1"/>
              <a:t>протистояти</a:t>
            </a:r>
            <a:r>
              <a:rPr lang="ru-RU" sz="3200" dirty="0"/>
              <a:t> </a:t>
            </a:r>
            <a:r>
              <a:rPr lang="ru-RU" sz="3200" dirty="0" err="1"/>
              <a:t>ліквідації</a:t>
            </a:r>
            <a:r>
              <a:rPr lang="ru-RU" sz="3200" dirty="0"/>
              <a:t> </a:t>
            </a:r>
            <a:r>
              <a:rPr lang="ru-RU" sz="3200" dirty="0" err="1"/>
              <a:t>автономних</a:t>
            </a:r>
            <a:r>
              <a:rPr lang="ru-RU" sz="3200" dirty="0"/>
              <a:t> прав </a:t>
            </a:r>
            <a:r>
              <a:rPr lang="ru-RU" sz="3200" dirty="0" err="1"/>
              <a:t>Гетьманщини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B8C8A2D-A243-B640-A0FF-3ED6868D09F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68320263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D44FE4B-4D3D-5FC1-2FF4-9DFA940469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798366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31554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718D6-D99A-0ECF-E77E-2AFB14A5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Поєднайте ім’я історичної особи з посадою, яку вона обіймала.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A03BF5-4BB4-6FFC-458C-0B17AFBF86F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4928289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40C8F5B-466A-45DB-508A-94CE3E2277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7633887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7130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75C55-BAE4-0DBA-096B-A31C8B91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часів</a:t>
            </a:r>
            <a:r>
              <a:rPr lang="ru-RU" sz="3200" dirty="0"/>
              <a:t> </a:t>
            </a:r>
            <a:r>
              <a:rPr lang="ru-RU" sz="3200" dirty="0" err="1"/>
              <a:t>гетьманування</a:t>
            </a:r>
            <a:r>
              <a:rPr lang="ru-RU" sz="3200" dirty="0"/>
              <a:t> І. </a:t>
            </a:r>
            <a:r>
              <a:rPr lang="ru-RU" sz="3200" dirty="0" err="1"/>
              <a:t>Мазепи</a:t>
            </a:r>
            <a:r>
              <a:rPr lang="ru-RU" sz="3200" dirty="0"/>
              <a:t> для </a:t>
            </a:r>
            <a:r>
              <a:rPr lang="ru-RU" sz="3200" dirty="0" err="1"/>
              <a:t>соціально-економічного</a:t>
            </a:r>
            <a:r>
              <a:rPr lang="ru-RU" sz="3200" dirty="0"/>
              <a:t> </a:t>
            </a:r>
            <a:r>
              <a:rPr lang="ru-RU" sz="3200" dirty="0" err="1"/>
              <a:t>розвитку</a:t>
            </a:r>
            <a:r>
              <a:rPr lang="ru-RU" sz="3200" dirty="0"/>
              <a:t> </a:t>
            </a:r>
            <a:r>
              <a:rPr lang="ru-RU" sz="3200" dirty="0" err="1"/>
              <a:t>Лівобережної</a:t>
            </a:r>
            <a:r>
              <a:rPr lang="ru-RU" sz="3200" dirty="0"/>
              <a:t> </a:t>
            </a:r>
            <a:r>
              <a:rPr lang="ru-RU" sz="3200" dirty="0" err="1"/>
              <a:t>Гетьманщини</a:t>
            </a:r>
            <a:r>
              <a:rPr lang="ru-RU" sz="3200" dirty="0"/>
              <a:t> </a:t>
            </a:r>
            <a:r>
              <a:rPr lang="ru-RU" sz="3200" dirty="0" err="1"/>
              <a:t>був</a:t>
            </a:r>
            <a:r>
              <a:rPr lang="ru-RU" sz="3200" dirty="0"/>
              <a:t> </a:t>
            </a:r>
            <a:r>
              <a:rPr lang="ru-RU" sz="3200" dirty="0" err="1"/>
              <a:t>характерний</a:t>
            </a:r>
            <a:r>
              <a:rPr lang="ru-RU" sz="3200" dirty="0"/>
              <a:t> </a:t>
            </a:r>
            <a:r>
              <a:rPr lang="ru-RU" sz="3200" dirty="0" err="1"/>
              <a:t>процес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79706F9-E542-C86C-85F2-98445DFA63D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31868292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F140B6B-B756-C161-2491-4F4D4B4E93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7220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7C058A-17C2-2368-51A5-6813F217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</a:t>
            </a:r>
            <a:r>
              <a:rPr lang="ru-RU" dirty="0" err="1"/>
              <a:t>уславлено</a:t>
            </a:r>
            <a:r>
              <a:rPr lang="ru-RU" dirty="0"/>
              <a:t> на </a:t>
            </a:r>
            <a:r>
              <a:rPr lang="ru-RU" dirty="0" err="1"/>
              <a:t>зображеній</a:t>
            </a:r>
            <a:r>
              <a:rPr lang="ru-RU" dirty="0"/>
              <a:t> </a:t>
            </a:r>
            <a:r>
              <a:rPr lang="ru-RU" dirty="0" err="1"/>
              <a:t>гравюрі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C3C787E0-9848-D3B1-DC15-70B75AEB955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81953345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8A7EC56-D88A-1688-8C46-C713D4F6FF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501" y="2537802"/>
            <a:ext cx="2019048" cy="29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117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843DA-CD24-F22F-97C8-14F71CC5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Пам’ятка є яскравим прикладом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C22118-7B2E-7D2C-04DD-540C4F4BF89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376666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362" name="Picture 2">
            <a:extLst>
              <a:ext uri="{FF2B5EF4-FFF2-40B4-BE49-F238E27FC236}">
                <a16:creationId xmlns:a16="http://schemas.microsoft.com/office/drawing/2014/main" id="{CF1C52E2-843B-AB10-22C9-50FBA78BAF5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551" y="1828800"/>
            <a:ext cx="29489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8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3605C-578A-AFE2-40D8-871D49867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51651-0D34-5076-7BEC-AA02CB9B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Пам’ятку присвячено діяльності гетьмана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2BED7B1-E150-A687-2337-5419A53D84F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551" y="1828800"/>
            <a:ext cx="29489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6A9E09D-3FB6-7F2E-9174-048EC8330B7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3658040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0811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0B97-A781-13B6-1243-BD61A164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20D29-FE16-C62D-37BC-BDE71E81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пам’ятці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уславлено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здобутки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успіхи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66F7EF0B-85B6-3FA6-545F-137A38E1BA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551" y="1828800"/>
            <a:ext cx="29489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5CB6FAD-BA0C-46B1-55C2-B68C460AEF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1537829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7632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622C4-E74D-CD2E-197F-D2359EE2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про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EEEB087-DC09-A118-D498-F9A8B284BC3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9910441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C8F6A9-C1CE-3113-66AA-63F5C6A3F0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59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6DCB0-475E-D328-8FE1-B1C969BE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Діяльність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характеризувати</a:t>
            </a:r>
            <a:r>
              <a:rPr lang="ru-RU" dirty="0"/>
              <a:t>, </a:t>
            </a:r>
            <a:r>
              <a:rPr lang="ru-RU" dirty="0" err="1"/>
              <a:t>спираючись</a:t>
            </a:r>
            <a:r>
              <a:rPr lang="ru-RU" dirty="0"/>
              <a:t> на </a:t>
            </a:r>
            <a:r>
              <a:rPr lang="ru-RU" dirty="0" err="1"/>
              <a:t>подану</a:t>
            </a:r>
            <a:r>
              <a:rPr lang="ru-RU" dirty="0"/>
              <a:t> карту?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6B43EE-6E2F-63CE-11C6-A67DE6A7C81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269413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0FB2B88E-0D74-1172-60FC-C9B651B9324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430548"/>
            <a:ext cx="4479925" cy="3147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536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55C6D-B65D-AC44-F287-B57CD2ED9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Проаналізуйте зображену картосхему.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DF6A06-ECE4-62E3-B6BF-176FA2EFC6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2895963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6BD3C75F-12E3-F799-5DCB-85AD0FE67C9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65" y="2297947"/>
            <a:ext cx="3884410" cy="273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493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F5B4B-05AF-3705-92DF-61A7C225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 </a:t>
            </a:r>
            <a:r>
              <a:rPr lang="ru-RU" dirty="0" err="1"/>
              <a:t>наведеною</a:t>
            </a:r>
            <a:r>
              <a:rPr lang="ru-RU" dirty="0"/>
              <a:t> картосхемою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визначити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BD62EE-1C70-100C-F57D-4916F6C99A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2184503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458" name="Picture 2">
            <a:extLst>
              <a:ext uri="{FF2B5EF4-FFF2-40B4-BE49-F238E27FC236}">
                <a16:creationId xmlns:a16="http://schemas.microsoft.com/office/drawing/2014/main" id="{EB71AD2A-31A6-8970-FEF8-81676A0B795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371954"/>
            <a:ext cx="4479925" cy="326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827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91653-1CCE-1F7A-9130-BAC39F11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Зображена</a:t>
            </a:r>
            <a:r>
              <a:rPr lang="ru-RU" dirty="0"/>
              <a:t> картосхема </a:t>
            </a:r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змогу</a:t>
            </a:r>
            <a:r>
              <a:rPr lang="ru-RU" dirty="0"/>
              <a:t> </a:t>
            </a:r>
            <a:r>
              <a:rPr lang="ru-RU" dirty="0" err="1"/>
              <a:t>визначити</a:t>
            </a:r>
            <a:r>
              <a:rPr lang="ru-RU" dirty="0"/>
              <a:t> </a:t>
            </a:r>
            <a:r>
              <a:rPr lang="ru-RU" dirty="0" err="1"/>
              <a:t>територію</a:t>
            </a:r>
            <a:r>
              <a:rPr lang="ru-RU" dirty="0"/>
              <a:t>, </a:t>
            </a:r>
            <a:r>
              <a:rPr lang="ru-RU" dirty="0" err="1"/>
              <a:t>охоплену</a:t>
            </a:r>
            <a:r>
              <a:rPr lang="ru-RU" dirty="0"/>
              <a:t> </a:t>
            </a:r>
            <a:r>
              <a:rPr lang="ru-RU" dirty="0" err="1"/>
              <a:t>повстанням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проводом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96B30D0-EBCD-9359-42E9-2020EA48896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374249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314" name="Picture 2">
            <a:extLst>
              <a:ext uri="{FF2B5EF4-FFF2-40B4-BE49-F238E27FC236}">
                <a16:creationId xmlns:a16="http://schemas.microsoft.com/office/drawing/2014/main" id="{53B63833-5E13-4D35-D65C-BDC29A5398A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386718"/>
            <a:ext cx="4479925" cy="323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842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A2E93-5305-FCB2-8B79-0F4374BC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AECC3C3-D882-8E32-D3CB-51AFE81BB2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4157074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3516BA9C-0964-34F6-E747-BBB5980955B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410568"/>
            <a:ext cx="4479925" cy="318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756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9601D7-12B7-4EAA-D467-0C7AC100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Якими</a:t>
            </a:r>
            <a:r>
              <a:rPr lang="ru-RU" dirty="0"/>
              <a:t> цифрами 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території</a:t>
            </a:r>
            <a:r>
              <a:rPr lang="ru-RU" dirty="0"/>
              <a:t>, на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розповсюджувалася</a:t>
            </a:r>
            <a:r>
              <a:rPr lang="ru-RU" dirty="0"/>
              <a:t> </a:t>
            </a:r>
            <a:r>
              <a:rPr lang="ru-RU" dirty="0" err="1"/>
              <a:t>влада</a:t>
            </a:r>
            <a:r>
              <a:rPr lang="ru-RU" dirty="0"/>
              <a:t> І. </a:t>
            </a:r>
            <a:r>
              <a:rPr lang="ru-RU" dirty="0" err="1"/>
              <a:t>Мазепи</a:t>
            </a:r>
            <a:r>
              <a:rPr lang="ru-RU" dirty="0"/>
              <a:t> в 1704 — 1708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FB12A49-D0EC-85F4-B3CB-D90A0EAA35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5749182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B51335AB-F216-5AEA-966D-A6E3DE0C6A4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1988503"/>
            <a:ext cx="4479925" cy="403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530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657C5-E12E-E3F2-A18C-38F88264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часів</a:t>
            </a:r>
            <a:r>
              <a:rPr lang="ru-RU" sz="3200" dirty="0"/>
              <a:t> </a:t>
            </a:r>
            <a:r>
              <a:rPr lang="ru-RU" sz="3200" dirty="0" err="1"/>
              <a:t>гетьманування</a:t>
            </a:r>
            <a:r>
              <a:rPr lang="ru-RU" sz="3200" dirty="0"/>
              <a:t> І. </a:t>
            </a:r>
            <a:r>
              <a:rPr lang="ru-RU" sz="3200" dirty="0" err="1"/>
              <a:t>Мазепи</a:t>
            </a:r>
            <a:r>
              <a:rPr lang="ru-RU" sz="3200" dirty="0"/>
              <a:t> </a:t>
            </a:r>
            <a:r>
              <a:rPr lang="ru-RU" sz="3200" dirty="0" err="1"/>
              <a:t>соціально-економічному</a:t>
            </a:r>
            <a:r>
              <a:rPr lang="ru-RU" sz="3200" dirty="0"/>
              <a:t> </a:t>
            </a:r>
            <a:r>
              <a:rPr lang="ru-RU" sz="3200" dirty="0" err="1"/>
              <a:t>розвиткові</a:t>
            </a:r>
            <a:r>
              <a:rPr lang="ru-RU" sz="3200" dirty="0"/>
              <a:t> </a:t>
            </a:r>
            <a:r>
              <a:rPr lang="ru-RU" sz="3200" dirty="0" err="1"/>
              <a:t>Лівобережної</a:t>
            </a:r>
            <a:r>
              <a:rPr lang="ru-RU" sz="3200" dirty="0"/>
              <a:t> </a:t>
            </a:r>
            <a:r>
              <a:rPr lang="ru-RU" sz="3200" dirty="0" err="1"/>
              <a:t>Гетьманщини</a:t>
            </a:r>
            <a:r>
              <a:rPr lang="ru-RU" sz="3200" dirty="0"/>
              <a:t> </a:t>
            </a:r>
            <a:r>
              <a:rPr lang="ru-RU" sz="3200" dirty="0" err="1"/>
              <a:t>був</a:t>
            </a:r>
            <a:r>
              <a:rPr lang="ru-RU" sz="3200" dirty="0"/>
              <a:t> </a:t>
            </a:r>
            <a:r>
              <a:rPr lang="ru-RU" sz="3200" dirty="0" err="1"/>
              <a:t>властивий</a:t>
            </a:r>
            <a:r>
              <a:rPr lang="ru-RU" sz="3200" dirty="0"/>
              <a:t> </a:t>
            </a:r>
            <a:r>
              <a:rPr lang="ru-RU" sz="3200" dirty="0" err="1"/>
              <a:t>процес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12E636C-5062-E246-3B86-BD115CBA0D5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34022103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FC5EB0A-14FB-64EF-4415-F3E0F7694E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7135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33B7E-A9F9-6EB1-B549-8BA358B2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Про </a:t>
            </a:r>
            <a:r>
              <a:rPr lang="ru-RU" sz="3600" dirty="0" err="1"/>
              <a:t>який</a:t>
            </a:r>
            <a:r>
              <a:rPr lang="ru-RU" sz="3600" dirty="0"/>
              <a:t> </a:t>
            </a:r>
            <a:r>
              <a:rPr lang="ru-RU" sz="3600" dirty="0" err="1"/>
              <a:t>період</a:t>
            </a:r>
            <a:r>
              <a:rPr lang="ru-RU" sz="3600" dirty="0"/>
              <a:t> у </a:t>
            </a:r>
            <a:r>
              <a:rPr lang="ru-RU" sz="3600" dirty="0" err="1"/>
              <a:t>житті</a:t>
            </a:r>
            <a:r>
              <a:rPr lang="ru-RU" sz="3600" dirty="0"/>
              <a:t> І. </a:t>
            </a:r>
            <a:r>
              <a:rPr lang="ru-RU" sz="3600" dirty="0" err="1"/>
              <a:t>Мазепи</a:t>
            </a:r>
            <a:r>
              <a:rPr lang="ru-RU" sz="3600" dirty="0"/>
              <a:t> </a:t>
            </a:r>
            <a:r>
              <a:rPr lang="ru-RU" sz="3600" dirty="0" err="1"/>
              <a:t>йдеться</a:t>
            </a:r>
            <a:r>
              <a:rPr lang="ru-RU" sz="3600" dirty="0"/>
              <a:t> в </a:t>
            </a:r>
            <a:r>
              <a:rPr lang="ru-RU" sz="3600" dirty="0" err="1"/>
              <a:t>уривку</a:t>
            </a:r>
            <a:r>
              <a:rPr lang="ru-RU" sz="3600" dirty="0"/>
              <a:t> з </a:t>
            </a:r>
            <a:r>
              <a:rPr lang="ru-RU" sz="3600" dirty="0" err="1"/>
              <a:t>історичного</a:t>
            </a:r>
            <a:r>
              <a:rPr lang="ru-RU" sz="3600" dirty="0"/>
              <a:t> </a:t>
            </a:r>
            <a:r>
              <a:rPr lang="ru-RU" sz="3600" dirty="0" err="1"/>
              <a:t>джерела</a:t>
            </a:r>
            <a:r>
              <a:rPr lang="ru-RU" sz="3600" dirty="0"/>
              <a:t>?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0557936-6723-9EC1-8320-6CB236929B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«…З італійськими майстрами, яких є кілька в гетьманській резиденції, говорив італійською мовою… Привернув Мазепа козаків до себе твердою владою, великою воєнною відвагою й розкішними прийняттями в своїй резиденції для козацької старшини… Він належить до тих людей, що воліють або зовсім мовчати, або говорити й не сказати»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3840769-D967-1E2E-6FAE-9A96248D7DF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515890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2174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C58B7-E85B-9342-62D2-F399242AA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49135"/>
            <a:ext cx="9692640" cy="1325562"/>
          </a:xfrm>
        </p:spPr>
        <p:txBody>
          <a:bodyPr>
            <a:normAutofit/>
          </a:bodyPr>
          <a:lstStyle/>
          <a:p>
            <a:r>
              <a:rPr lang="ru-RU" sz="3600" dirty="0"/>
              <a:t>З такою </a:t>
            </a:r>
            <a:r>
              <a:rPr lang="ru-RU" sz="3600" dirty="0" err="1"/>
              <a:t>промовою</a:t>
            </a:r>
            <a:r>
              <a:rPr lang="ru-RU" sz="3600" dirty="0"/>
              <a:t> І. Мазепа </a:t>
            </a:r>
            <a:r>
              <a:rPr lang="ru-RU" sz="3600" dirty="0" err="1"/>
              <a:t>звернувся</a:t>
            </a:r>
            <a:r>
              <a:rPr lang="ru-RU" sz="3600" dirty="0"/>
              <a:t> до </a:t>
            </a:r>
            <a:r>
              <a:rPr lang="ru-RU" sz="3600" dirty="0" err="1"/>
              <a:t>своїх</a:t>
            </a:r>
            <a:r>
              <a:rPr lang="ru-RU" sz="3600" dirty="0"/>
              <a:t> </a:t>
            </a:r>
            <a:r>
              <a:rPr lang="ru-RU" sz="3600" dirty="0" err="1"/>
              <a:t>прихильників</a:t>
            </a:r>
            <a:r>
              <a:rPr lang="ru-RU" sz="3600" dirty="0"/>
              <a:t>, </a:t>
            </a:r>
            <a:r>
              <a:rPr lang="ru-RU" sz="3600" dirty="0" err="1"/>
              <a:t>пояснюючи</a:t>
            </a:r>
            <a:r>
              <a:rPr lang="ru-RU" sz="3600" dirty="0"/>
              <a:t> причини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8699D8-5B94-209F-EA84-94FA430C1C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стоїмо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браття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двома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проваллями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готовими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нас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пожерти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коли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виберемо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шляху для себе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надійного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обминути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Воюючі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собою монархи,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зблизили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театр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кордонів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наших, до того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розлючені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один на одного,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підвладні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народи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терплять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уже і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перетерплять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безодню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лиха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незмірного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а 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ними є точка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або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ціль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всього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нещастя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6D4AAD-DBF0-244D-7572-8E4305EB96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1591035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309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9DC3D-97A8-1F38-BE14-37A65601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з </a:t>
            </a:r>
            <a:r>
              <a:rPr lang="ru-RU" dirty="0" err="1"/>
              <a:t>гетьманів</a:t>
            </a:r>
            <a:r>
              <a:rPr lang="ru-RU" dirty="0"/>
              <a:t> </a:t>
            </a:r>
            <a:r>
              <a:rPr lang="ru-RU" dirty="0" err="1"/>
              <a:t>виступив</a:t>
            </a:r>
            <a:r>
              <a:rPr lang="ru-RU" dirty="0"/>
              <a:t> перед </a:t>
            </a:r>
            <a:r>
              <a:rPr lang="ru-RU" dirty="0" err="1"/>
              <a:t>своїми</a:t>
            </a:r>
            <a:r>
              <a:rPr lang="ru-RU" dirty="0"/>
              <a:t> </a:t>
            </a:r>
            <a:r>
              <a:rPr lang="ru-RU" dirty="0" err="1"/>
              <a:t>прихильниками</a:t>
            </a:r>
            <a:r>
              <a:rPr lang="ru-RU" dirty="0"/>
              <a:t> з такою </a:t>
            </a:r>
            <a:r>
              <a:rPr lang="ru-RU" dirty="0" err="1"/>
              <a:t>промовою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501194-9104-BCA9-883D-4ED9FC71B4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«…час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освідчитися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вам,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я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вибрав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для народу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свого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самих вас… Договори… я уложив з королем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шведським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… І 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уважати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повинні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шведів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своїх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союзників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добродіїв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немовби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од Бога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посланих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звільнити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нас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рабства та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поновити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найвищому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ступені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наші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свободи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вольності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…»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00D8C4-5D0D-09A0-0CD2-8E3E853225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0686864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7238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F8C54F-2BEE-B507-1BDF-2C1C255D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дайте </a:t>
            </a:r>
            <a:r>
              <a:rPr lang="ru-RU" dirty="0" err="1"/>
              <a:t>відповідь</a:t>
            </a:r>
            <a:r>
              <a:rPr lang="ru-RU" dirty="0"/>
              <a:t> на </a:t>
            </a:r>
            <a:r>
              <a:rPr lang="ru-RU" dirty="0" err="1"/>
              <a:t>запитання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3DF091-F019-BBFE-CC0C-04784AD99A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«...За кілька днів після приєднання козацького головнокомандувача графа Мазепи до шведів князь Меншиков на чолі численного війська й артилерії пішов на Батурин, резиденцію гетьмана Мазепи... Здобувши місто силою, Меншиков віддав усе живе мечу та вогню...»</a:t>
            </a:r>
          </a:p>
          <a:p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Коли відбулися описані події?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D5D099B-9230-B098-539F-F79380C83E5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49722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766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F9060-E46C-0C31-518B-D9DA5097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Козацьке</a:t>
            </a:r>
            <a:r>
              <a:rPr lang="ru-RU" dirty="0"/>
              <a:t> </a:t>
            </a:r>
            <a:r>
              <a:rPr lang="ru-RU" dirty="0" err="1"/>
              <a:t>повстання</a:t>
            </a:r>
            <a:r>
              <a:rPr lang="ru-RU" dirty="0"/>
              <a:t> 1702–1704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під</a:t>
            </a:r>
            <a:r>
              <a:rPr lang="ru-RU" dirty="0"/>
              <a:t> проводом С. </a:t>
            </a:r>
            <a:r>
              <a:rPr lang="ru-RU" dirty="0" err="1"/>
              <a:t>Палія</a:t>
            </a:r>
            <a:r>
              <a:rPr lang="ru-RU" dirty="0"/>
              <a:t> </a:t>
            </a:r>
            <a:r>
              <a:rPr lang="ru-RU" dirty="0" err="1"/>
              <a:t>спричинено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A2A9C2-C149-9B01-270A-2FD9A54CEE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5637159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0C165C1-AAEC-8048-E46D-CA586D1A1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5075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2450C-3CDC-150C-0C41-0A08A462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Повстання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проводом С. </a:t>
            </a:r>
            <a:r>
              <a:rPr lang="ru-RU" dirty="0" err="1"/>
              <a:t>Палія</a:t>
            </a:r>
            <a:r>
              <a:rPr lang="ru-RU" dirty="0"/>
              <a:t> (1702-1704 </a:t>
            </a:r>
            <a:r>
              <a:rPr lang="ru-RU" dirty="0" err="1"/>
              <a:t>рр</a:t>
            </a:r>
            <a:r>
              <a:rPr lang="ru-RU" dirty="0"/>
              <a:t>.) </a:t>
            </a:r>
            <a:r>
              <a:rPr lang="ru-RU" dirty="0" err="1"/>
              <a:t>спричинено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E1C60E4-2F11-CCD3-899E-563268EDE1A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391228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44332BF-8B05-1DAA-C944-E01B0CEC5F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71837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FC2F8-6204-A8FA-7B22-6E111C02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Які</a:t>
            </a:r>
            <a:r>
              <a:rPr lang="ru-RU" sz="3200" dirty="0"/>
              <a:t> </a:t>
            </a:r>
            <a:r>
              <a:rPr lang="ru-RU" sz="3200" dirty="0" err="1"/>
              <a:t>дії</a:t>
            </a:r>
            <a:r>
              <a:rPr lang="ru-RU" sz="3200" dirty="0"/>
              <a:t> </a:t>
            </a:r>
            <a:r>
              <a:rPr lang="ru-RU" sz="3200" dirty="0" err="1"/>
              <a:t>московського</a:t>
            </a:r>
            <a:r>
              <a:rPr lang="ru-RU" sz="3200" dirty="0"/>
              <a:t> царя Петра І стали </a:t>
            </a:r>
            <a:r>
              <a:rPr lang="ru-RU" sz="3200" dirty="0" err="1"/>
              <a:t>реакцією</a:t>
            </a:r>
            <a:r>
              <a:rPr lang="ru-RU" sz="3200" dirty="0"/>
              <a:t> на </a:t>
            </a:r>
            <a:r>
              <a:rPr lang="ru-RU" sz="3200" dirty="0" err="1"/>
              <a:t>перехід</a:t>
            </a:r>
            <a:r>
              <a:rPr lang="ru-RU" sz="3200" dirty="0"/>
              <a:t> </a:t>
            </a:r>
            <a:r>
              <a:rPr lang="ru-RU" sz="3200" dirty="0" err="1"/>
              <a:t>гетьмана</a:t>
            </a:r>
            <a:r>
              <a:rPr lang="ru-RU" sz="3200" dirty="0"/>
              <a:t> І. </a:t>
            </a:r>
            <a:r>
              <a:rPr lang="ru-RU" sz="3200" dirty="0" err="1"/>
              <a:t>Мазепи</a:t>
            </a:r>
            <a:r>
              <a:rPr lang="ru-RU" sz="3200" dirty="0"/>
              <a:t> на </a:t>
            </a:r>
            <a:r>
              <a:rPr lang="ru-RU" sz="3200" dirty="0" err="1"/>
              <a:t>бік</a:t>
            </a:r>
            <a:r>
              <a:rPr lang="ru-RU" sz="3200" dirty="0"/>
              <a:t> </a:t>
            </a:r>
            <a:r>
              <a:rPr lang="ru-RU" sz="3200" dirty="0" err="1"/>
              <a:t>шведського</a:t>
            </a:r>
            <a:r>
              <a:rPr lang="ru-RU" sz="3200" dirty="0"/>
              <a:t> короля Карла ХІІ?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395736D-84DF-0725-82FD-5729A406E5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3721954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FA55551-AF53-5C17-5949-6699E57BEC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15157291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31080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5C3E7-B146-DF40-71A3-FF27BFBD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гетьмана</a:t>
            </a:r>
            <a:r>
              <a:rPr lang="ru-RU" dirty="0"/>
              <a:t> Данила Апостола.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089735F-8B12-B5E7-6884-BADA2B1AF60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48" y="2753215"/>
            <a:ext cx="1794037" cy="248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A830E75-106B-634A-3CED-8D36F8EDF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444" y="2753262"/>
            <a:ext cx="1656526" cy="248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C376A6A9-A82D-EFAC-381A-04E917134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515" y="2686683"/>
            <a:ext cx="1674149" cy="250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C755DF6F-C132-EEED-C65C-E1E78AF9847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343" y="2704306"/>
            <a:ext cx="179070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727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8576E-602F-77C5-BCAA-9038A1001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орган </a:t>
            </a:r>
            <a:r>
              <a:rPr lang="ru-RU" dirty="0" err="1"/>
              <a:t>влади</a:t>
            </a:r>
            <a:r>
              <a:rPr lang="ru-RU" dirty="0"/>
              <a:t> </a:t>
            </a:r>
            <a:r>
              <a:rPr lang="ru-RU" dirty="0" err="1"/>
              <a:t>керував</a:t>
            </a:r>
            <a:r>
              <a:rPr lang="ru-RU" dirty="0"/>
              <a:t> </a:t>
            </a:r>
            <a:r>
              <a:rPr lang="ru-RU" dirty="0" err="1"/>
              <a:t>Гетьманщиною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смерті</a:t>
            </a:r>
            <a:r>
              <a:rPr lang="ru-RU" dirty="0"/>
              <a:t> Данила Апостола?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0369F2-E7C9-ED55-4067-926A795C6AD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18966086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6CA5EE7-C291-CC0B-3402-4529D8CDF9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8045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A6994-7BBC-0A20-EEAF-B2AADEB9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перебування</a:t>
            </a:r>
            <a:r>
              <a:rPr lang="ru-RU" dirty="0"/>
              <a:t> при </a:t>
            </a:r>
            <a:r>
              <a:rPr lang="ru-RU" dirty="0" err="1"/>
              <a:t>владі</a:t>
            </a:r>
            <a:r>
              <a:rPr lang="ru-RU" dirty="0"/>
              <a:t> </a:t>
            </a:r>
            <a:r>
              <a:rPr lang="ru-RU" dirty="0" err="1"/>
              <a:t>гетьманів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AFB466-71D6-675F-164A-32D0FD23624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08848344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16CC394-05BC-AD16-F842-22FF9186A7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00018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37611-7D21-8F1B-4DBB-ACE974DA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смерті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Д. Апостола </a:t>
            </a:r>
            <a:r>
              <a:rPr lang="ru-RU" dirty="0" err="1"/>
              <a:t>влада</a:t>
            </a:r>
            <a:r>
              <a:rPr lang="ru-RU" dirty="0"/>
              <a:t> в </a:t>
            </a:r>
            <a:r>
              <a:rPr lang="ru-RU" dirty="0" err="1"/>
              <a:t>Гетьманщині</a:t>
            </a:r>
            <a:r>
              <a:rPr lang="ru-RU" dirty="0"/>
              <a:t> </a:t>
            </a:r>
            <a:r>
              <a:rPr lang="ru-RU" dirty="0" err="1"/>
              <a:t>перейшла</a:t>
            </a:r>
            <a:r>
              <a:rPr lang="ru-RU" dirty="0"/>
              <a:t> до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0E428EA-F803-4913-F87E-947305D62F1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61779174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E0D488C-038C-7202-278B-71394679C6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38544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52A0A-9B82-C80A-FAB9-C98E35B4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правильне твердження?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651ACF0-33C1-8C2D-9F64-A392BD28DF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квітні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1722 р. Петро І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своїм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указом: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Ліквідував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посаду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а для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управління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Гетьманщиною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створив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Малоросійський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приказ на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чолі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 П.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Рум’янцевим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Створив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Малоросійську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колегію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нагляду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виборами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Полуботка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DE9524-A393-D0AE-43D0-40EC97CBDA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3977485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9177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83E6E-56A6-013C-E710-B6E8E602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діячами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та фактами </a:t>
            </a:r>
            <a:r>
              <a:rPr lang="ru-RU" dirty="0" err="1"/>
              <a:t>їхньої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EC0AC0-14AD-28B9-341D-E4E4D08997D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98777718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7837C33-E33F-D0B1-9DB6-4C0069D3AD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5179025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89268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9DABD-B07F-ED0D-9ACF-FB3448EE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подією</a:t>
            </a:r>
            <a:r>
              <a:rPr lang="ru-RU" dirty="0"/>
              <a:t> та </a:t>
            </a:r>
            <a:r>
              <a:rPr lang="ru-RU" dirty="0" err="1"/>
              <a:t>іменем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до </a:t>
            </a:r>
            <a:r>
              <a:rPr lang="ru-RU" dirty="0" err="1"/>
              <a:t>неї</a:t>
            </a:r>
            <a:r>
              <a:rPr lang="ru-RU" dirty="0"/>
              <a:t> </a:t>
            </a:r>
            <a:r>
              <a:rPr lang="ru-RU" dirty="0" err="1"/>
              <a:t>причетний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242A7F-3B77-7B96-3BA4-7D79F22D91C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12094396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CE238FE-9128-FA2F-FDC3-9000E48F89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b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</a:b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І. Виговський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І. Самойлович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І. Брюховецький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І. Мазепа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Д. Многогрішний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61521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0695F-E3FF-ECEF-B689-364A7687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фото?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C0F66A1-426D-854F-463C-4CCAA5F2AF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82418912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C4A43848-1966-D8E3-4DD0-BA8FA0B238D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902" y="1828800"/>
            <a:ext cx="254224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548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145F5-07B5-0440-E60D-2128FDFC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стилі</a:t>
            </a:r>
            <a:r>
              <a:rPr lang="ru-RU" dirty="0"/>
              <a:t> створено </a:t>
            </a:r>
            <a:r>
              <a:rPr lang="ru-RU" dirty="0" err="1"/>
              <a:t>шедеври</a:t>
            </a:r>
            <a:r>
              <a:rPr lang="ru-RU" dirty="0"/>
              <a:t> </a:t>
            </a:r>
            <a:r>
              <a:rPr lang="ru-RU" dirty="0" err="1"/>
              <a:t>художнього</a:t>
            </a:r>
            <a:r>
              <a:rPr lang="ru-RU" dirty="0"/>
              <a:t> </a:t>
            </a:r>
            <a:r>
              <a:rPr lang="ru-RU" dirty="0" err="1"/>
              <a:t>мистецтва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CCD5BD3-0048-A3D2-EB83-4694962769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561354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290" name="Picture 2">
            <a:extLst>
              <a:ext uri="{FF2B5EF4-FFF2-40B4-BE49-F238E27FC236}">
                <a16:creationId xmlns:a16="http://schemas.microsoft.com/office/drawing/2014/main" id="{833F7262-69AC-B229-A861-D242AA52E32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32" y="1828800"/>
            <a:ext cx="156804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8BFD1B04-4559-C6AA-A468-7C1808E3A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426" y="1828800"/>
            <a:ext cx="2554085" cy="439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648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AAA08-F275-3A57-98E1-A0A7D80A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скульптурної</a:t>
            </a:r>
            <a:r>
              <a:rPr lang="ru-RU" dirty="0"/>
              <a:t> </a:t>
            </a:r>
            <a:r>
              <a:rPr lang="ru-RU" dirty="0" err="1"/>
              <a:t>композиції</a:t>
            </a:r>
            <a:r>
              <a:rPr lang="ru-RU" dirty="0"/>
              <a:t>, </a:t>
            </a:r>
            <a:r>
              <a:rPr lang="ru-RU" dirty="0" err="1"/>
              <a:t>зображеної</a:t>
            </a:r>
            <a:r>
              <a:rPr lang="ru-RU" dirty="0"/>
              <a:t> на фото?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ACD78D-D0A3-62C5-25D6-BA47000BE0E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93024805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9FD3A389-8347-B74B-6AEA-B1C501C3598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274597"/>
            <a:ext cx="4479925" cy="34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502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EC0DB-1806-ECAC-5D10-1A470379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історико-культурних</a:t>
            </a:r>
            <a:r>
              <a:rPr lang="ru-RU" dirty="0"/>
              <a:t> </a:t>
            </a:r>
            <a:r>
              <a:rPr lang="ru-RU" dirty="0" err="1"/>
              <a:t>пам’яток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E7E7F0D-BB1F-3E5B-3A4E-6715528C62D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5677056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4DE11EE-8B48-A2AF-0330-79D2BBB208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9116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D119B-AF48-494B-3D9D-C8AC23CA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«</a:t>
            </a:r>
            <a:r>
              <a:rPr lang="ru-RU" sz="3200" dirty="0" err="1"/>
              <a:t>Літопис</a:t>
            </a:r>
            <a:r>
              <a:rPr lang="ru-RU" sz="3200" dirty="0"/>
              <a:t> </a:t>
            </a:r>
            <a:r>
              <a:rPr lang="ru-RU" sz="3200" dirty="0" err="1"/>
              <a:t>Самовидця</a:t>
            </a:r>
            <a:r>
              <a:rPr lang="ru-RU" sz="3200" dirty="0"/>
              <a:t>» Романа Ракушки-</a:t>
            </a:r>
            <a:r>
              <a:rPr lang="ru-RU" sz="3200" dirty="0" err="1"/>
              <a:t>Романовського</a:t>
            </a:r>
            <a:r>
              <a:rPr lang="ru-RU" sz="3200" dirty="0"/>
              <a:t>, «</a:t>
            </a:r>
            <a:r>
              <a:rPr lang="ru-RU" sz="3200" dirty="0" err="1"/>
              <a:t>Літопис</a:t>
            </a:r>
            <a:r>
              <a:rPr lang="ru-RU" sz="3200" dirty="0"/>
              <a:t>» </a:t>
            </a:r>
            <a:r>
              <a:rPr lang="ru-RU" sz="3200" dirty="0" err="1"/>
              <a:t>Григорія</a:t>
            </a:r>
            <a:r>
              <a:rPr lang="ru-RU" sz="3200" dirty="0"/>
              <a:t> </a:t>
            </a:r>
            <a:r>
              <a:rPr lang="ru-RU" sz="3200" dirty="0" err="1"/>
              <a:t>Граб'янки</a:t>
            </a:r>
            <a:r>
              <a:rPr lang="ru-RU" sz="3200" dirty="0"/>
              <a:t>, «</a:t>
            </a:r>
            <a:r>
              <a:rPr lang="ru-RU" sz="3200" dirty="0" err="1"/>
              <a:t>Літопис</a:t>
            </a:r>
            <a:r>
              <a:rPr lang="ru-RU" sz="3200" dirty="0"/>
              <a:t>» </a:t>
            </a:r>
            <a:r>
              <a:rPr lang="ru-RU" sz="3200" dirty="0" err="1"/>
              <a:t>Самійла</a:t>
            </a:r>
            <a:r>
              <a:rPr lang="ru-RU" sz="3200" dirty="0"/>
              <a:t> </a:t>
            </a:r>
            <a:r>
              <a:rPr lang="ru-RU" sz="3200" dirty="0" err="1"/>
              <a:t>Величка</a:t>
            </a:r>
            <a:r>
              <a:rPr lang="ru-RU" sz="3200" dirty="0"/>
              <a:t> –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9CAF89-5B53-4F14-071D-D7778412CCA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9905372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090BF6E-0C9C-5C6E-69B2-723BDC159F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0552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38792-82CE-5AF1-925A-5A51BD22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подій</a:t>
            </a:r>
            <a:r>
              <a:rPr lang="ru-RU" sz="3200" dirty="0"/>
              <a:t> </a:t>
            </a:r>
            <a:r>
              <a:rPr lang="ru-RU" sz="3200" dirty="0" err="1"/>
              <a:t>суспільно</a:t>
            </a:r>
            <a:r>
              <a:rPr lang="ru-RU" sz="3200" dirty="0"/>
              <a:t>-культурного </a:t>
            </a:r>
            <a:r>
              <a:rPr lang="ru-RU" sz="3200" dirty="0" err="1"/>
              <a:t>життя</a:t>
            </a:r>
            <a:r>
              <a:rPr lang="ru-RU" sz="3200" dirty="0"/>
              <a:t> </a:t>
            </a:r>
            <a:r>
              <a:rPr lang="ru-RU" sz="3200" dirty="0" err="1"/>
              <a:t>другої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ХVІ – </a:t>
            </a:r>
            <a:r>
              <a:rPr lang="ru-RU" sz="3200" dirty="0" err="1"/>
              <a:t>першої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ХVІІІ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4D7EE5-BD6A-09E4-AF36-7E283CF6B5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0744561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DA6BD51-4F16-1CE1-8CD4-8C9EF6FEB2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9793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D0275-ED0E-4E65-59B2-EFFC8562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історичному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r>
              <a:rPr lang="ru-RU" dirty="0"/>
              <a:t> </a:t>
            </a:r>
            <a:r>
              <a:rPr lang="ru-RU" dirty="0" err="1"/>
              <a:t>закріплено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положення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321C706-8A6A-8CDF-B36F-CA5E022FAA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Отож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ми,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старшина,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кошовий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отаман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все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Запорозьке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домовилися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постановили з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ясновельможним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всіма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особами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мають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радитися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наступники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про 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всілякі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справи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без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їхнього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дозволу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поради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починати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гетьманській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резиденції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тричі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рік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має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збиратися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Рада: 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Різдво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Великдень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Покрову.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Радами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Україною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правитиме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 генеральною старшиною»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85C5AD-F270-A334-9F33-51B8D3CBA5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2198186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67417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16D8A-D366-CC56-6200-CDA92B6D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У </a:t>
            </a:r>
            <a:r>
              <a:rPr lang="ru-RU" sz="2800" dirty="0" err="1"/>
              <a:t>якому</a:t>
            </a:r>
            <a:r>
              <a:rPr lang="ru-RU" sz="2800" dirty="0"/>
              <a:t> </a:t>
            </a:r>
            <a:r>
              <a:rPr lang="ru-RU" sz="2800" dirty="0" err="1"/>
              <a:t>уривку</a:t>
            </a:r>
            <a:r>
              <a:rPr lang="ru-RU" sz="2800" dirty="0"/>
              <a:t> з </a:t>
            </a:r>
            <a:r>
              <a:rPr lang="ru-RU" sz="2800" dirty="0" err="1"/>
              <a:t>історичних</a:t>
            </a:r>
            <a:r>
              <a:rPr lang="ru-RU" sz="2800" dirty="0"/>
              <a:t> </a:t>
            </a:r>
            <a:r>
              <a:rPr lang="ru-RU" sz="2800" dirty="0" err="1"/>
              <a:t>джерел</a:t>
            </a:r>
            <a:r>
              <a:rPr lang="ru-RU" sz="2800" dirty="0"/>
              <a:t> </a:t>
            </a:r>
            <a:r>
              <a:rPr lang="ru-RU" sz="2800" dirty="0" err="1"/>
              <a:t>відображено</a:t>
            </a:r>
            <a:r>
              <a:rPr lang="ru-RU" sz="2800" dirty="0"/>
              <a:t> </a:t>
            </a:r>
            <a:r>
              <a:rPr lang="ru-RU" sz="2800" dirty="0" err="1"/>
              <a:t>одне</a:t>
            </a:r>
            <a:r>
              <a:rPr lang="ru-RU" sz="2800" dirty="0"/>
              <a:t> з </a:t>
            </a:r>
            <a:r>
              <a:rPr lang="ru-RU" sz="2800" dirty="0" err="1"/>
              <a:t>положень</a:t>
            </a:r>
            <a:r>
              <a:rPr lang="ru-RU" sz="2800" dirty="0"/>
              <a:t> «</a:t>
            </a:r>
            <a:r>
              <a:rPr lang="ru-RU" sz="2800" dirty="0" err="1"/>
              <a:t>Пактів</a:t>
            </a:r>
            <a:r>
              <a:rPr lang="ru-RU" sz="2800" dirty="0"/>
              <a:t> й </a:t>
            </a:r>
            <a:r>
              <a:rPr lang="ru-RU" sz="2800" dirty="0" err="1"/>
              <a:t>Конституції</a:t>
            </a:r>
            <a:r>
              <a:rPr lang="ru-RU" sz="2800" dirty="0"/>
              <a:t> прав і вольностей </a:t>
            </a:r>
            <a:r>
              <a:rPr lang="ru-RU" sz="2800" dirty="0" err="1"/>
              <a:t>Війська</a:t>
            </a:r>
            <a:r>
              <a:rPr lang="ru-RU" sz="2800" dirty="0"/>
              <a:t> </a:t>
            </a:r>
            <a:r>
              <a:rPr lang="ru-RU" sz="2800" dirty="0" err="1"/>
              <a:t>Запорозького</a:t>
            </a:r>
            <a:r>
              <a:rPr lang="ru-RU" sz="2800" dirty="0"/>
              <a:t>» (1710 р.) П. Орлика?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E57DFA7-C8AE-E0F0-6F4C-5B6DAC911AD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0243234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9377737-BAFE-A5D9-DAFD-A276022FA6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55758122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85101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B5F29-2040-9EA0-47D9-AE3DDFA5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Відповідно</a:t>
            </a:r>
            <a:r>
              <a:rPr lang="ru-RU" dirty="0"/>
              <a:t> до «</a:t>
            </a:r>
            <a:r>
              <a:rPr lang="ru-RU" dirty="0" err="1"/>
              <a:t>Пактів</a:t>
            </a:r>
            <a:r>
              <a:rPr lang="ru-RU" dirty="0"/>
              <a:t> і </a:t>
            </a:r>
            <a:r>
              <a:rPr lang="ru-RU" dirty="0" err="1"/>
              <a:t>Конституціі</a:t>
            </a:r>
            <a:r>
              <a:rPr lang="ru-RU" dirty="0"/>
              <a:t>̈ прав і </a:t>
            </a:r>
            <a:r>
              <a:rPr lang="ru-RU" dirty="0" err="1"/>
              <a:t>вольностеи</a:t>
            </a:r>
            <a:r>
              <a:rPr lang="ru-RU" dirty="0"/>
              <a:t>̆ </a:t>
            </a:r>
            <a:r>
              <a:rPr lang="ru-RU" dirty="0" err="1"/>
              <a:t>Війська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» П. Орлика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4AF2BAD-1CDB-628B-0796-8683CFB423A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3637155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8BF59EB-4CC9-93A7-53F8-572F0C9923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6645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9022E-ECA6-DB1C-C5A8-35823695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«</a:t>
            </a:r>
            <a:r>
              <a:rPr lang="ru-RU" sz="3600" dirty="0" err="1"/>
              <a:t>Пакти</a:t>
            </a:r>
            <a:r>
              <a:rPr lang="ru-RU" sz="3600" dirty="0"/>
              <a:t> й </a:t>
            </a:r>
            <a:r>
              <a:rPr lang="ru-RU" sz="3600" dirty="0" err="1"/>
              <a:t>Конституція</a:t>
            </a:r>
            <a:r>
              <a:rPr lang="ru-RU" sz="3600" dirty="0"/>
              <a:t> прав і вольностей </a:t>
            </a:r>
            <a:r>
              <a:rPr lang="ru-RU" sz="3600" dirty="0" err="1"/>
              <a:t>Війська</a:t>
            </a:r>
            <a:r>
              <a:rPr lang="ru-RU" sz="3600" dirty="0"/>
              <a:t> </a:t>
            </a:r>
            <a:r>
              <a:rPr lang="ru-RU" sz="3600" dirty="0" err="1"/>
              <a:t>Запорозького</a:t>
            </a:r>
            <a:r>
              <a:rPr lang="ru-RU" sz="3600" dirty="0"/>
              <a:t>» – угода, </a:t>
            </a:r>
            <a:r>
              <a:rPr lang="ru-RU" sz="3600" dirty="0" err="1"/>
              <a:t>укладена</a:t>
            </a:r>
            <a:r>
              <a:rPr lang="ru-RU" sz="3600" dirty="0"/>
              <a:t> </a:t>
            </a:r>
            <a:r>
              <a:rPr lang="ru-RU" sz="3600" dirty="0" err="1"/>
              <a:t>між</a:t>
            </a:r>
            <a:r>
              <a:rPr lang="ru-RU" sz="3600" dirty="0"/>
              <a:t> </a:t>
            </a:r>
            <a:r>
              <a:rPr lang="ru-RU" sz="3600" dirty="0" err="1"/>
              <a:t>гетьманом</a:t>
            </a:r>
            <a:r>
              <a:rPr lang="ru-RU" sz="3600" dirty="0"/>
              <a:t> П. Орликом і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DF0DC4A-4EB1-1D31-3BD4-80C072B53D9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92360263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2891027-DF19-4CD7-80A8-66C6B88175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42758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5E406-73AE-C110-DFAC-F821303F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Ухвалення</a:t>
            </a:r>
            <a:r>
              <a:rPr lang="ru-RU" dirty="0"/>
              <a:t> «</a:t>
            </a:r>
            <a:r>
              <a:rPr lang="ru-RU" dirty="0" err="1"/>
              <a:t>Пактів</a:t>
            </a:r>
            <a:r>
              <a:rPr lang="ru-RU" dirty="0"/>
              <a:t> і </a:t>
            </a:r>
            <a:r>
              <a:rPr lang="ru-RU" dirty="0" err="1"/>
              <a:t>Конституції</a:t>
            </a:r>
            <a:r>
              <a:rPr lang="ru-RU" dirty="0"/>
              <a:t> прав і вольностей </a:t>
            </a:r>
            <a:r>
              <a:rPr lang="ru-RU" dirty="0" err="1"/>
              <a:t>Війська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» </a:t>
            </a:r>
            <a:r>
              <a:rPr lang="ru-RU" dirty="0" err="1"/>
              <a:t>пов’язано</a:t>
            </a:r>
            <a:r>
              <a:rPr lang="ru-RU" dirty="0"/>
              <a:t>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792C51-BAE5-FD0B-3E5E-497F7E41DB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9803392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B409AE-A439-8B7D-5261-0B119D1DF8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9300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325FD-100B-7DCB-4DCB-B62AD52DF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67C0FE3-0BB1-C1D0-4296-CDDB443F08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5903629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5476D4C-5202-1595-C68F-5F4CF984EC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17208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A8608-E073-2674-A1EF-ECB52447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XVII–XVIII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B43007-BADB-99F1-823D-A6B2A4221D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5370978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A632D74-AD4A-F780-1DFE-9950D1A2DC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214494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F8E67-3C61-05E6-26CA-B04E6883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</a:t>
            </a:r>
            <a:r>
              <a:rPr lang="ru-RU" dirty="0" err="1"/>
              <a:t>прийняття</a:t>
            </a:r>
            <a:r>
              <a:rPr lang="ru-RU" dirty="0"/>
              <a:t> козаками умов, </a:t>
            </a:r>
            <a:r>
              <a:rPr lang="ru-RU" dirty="0" err="1"/>
              <a:t>висунених</a:t>
            </a:r>
            <a:r>
              <a:rPr lang="ru-RU" dirty="0"/>
              <a:t> </a:t>
            </a:r>
            <a:r>
              <a:rPr lang="ru-RU" dirty="0" err="1"/>
              <a:t>царським</a:t>
            </a:r>
            <a:r>
              <a:rPr lang="ru-RU" dirty="0"/>
              <a:t> урядом: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ED39F08-E273-89E5-DC0B-A603D395F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«...Жити запорожцям у місцях, де розорено в 1709 році їхнє житло. Користуватися їм промислами... Зберігати їм вірність престолу російському... Бути їм в залежності від головнокомандуючого генерала в Малій Русі визначеного...»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F06F39-53FF-D721-2B07-11D077EE19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8462209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37942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DBCB4-3813-15B5-78F4-2128C079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договорі</a:t>
            </a:r>
            <a:r>
              <a:rPr lang="ru-RU" dirty="0"/>
              <a:t> </a:t>
            </a:r>
            <a:r>
              <a:rPr lang="ru-RU" dirty="0" err="1"/>
              <a:t>зазначено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умови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DB0300A-FF9E-168E-AB30-37F2DC98A7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dirty="0">
                <a:effectLst/>
                <a:latin typeface="Century Gothic" panose="020B0502020202020204" pitchFamily="34" charset="0"/>
              </a:rPr>
              <a:t>«Договорилися ми і постановили, що Мала Росія цієї сторони Дніпра… має залишатися на стороні їхньої царської величності на вічні часи; Київ має залишатися також на стороні їхньої царської величності. Запоріжжя, козаки, що живуть на січі, мають бути… у володінні і в державі їхньої царської величності…»?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4DD3DE-759F-0BC9-0C9F-38B51AB9AA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71422121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31761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4F413-8D4A-4F69-0C2B-CACF38434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«Паланка» — це адміністративно-територіальна одиниця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9EE3B4-9AC4-F47B-BCE0-9DB3BAE0333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30936473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F250219-C9C9-D8E0-8E0A-455C22E216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52266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461D0-DADA-EC6F-91D4-0EF90B02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У </a:t>
            </a:r>
            <a:r>
              <a:rPr lang="ru-RU" sz="3200" dirty="0" err="1"/>
              <a:t>чому</a:t>
            </a:r>
            <a:r>
              <a:rPr lang="ru-RU" sz="3200" dirty="0"/>
              <a:t> </a:t>
            </a:r>
            <a:r>
              <a:rPr lang="ru-RU" sz="3200" dirty="0" err="1"/>
              <a:t>полягала</a:t>
            </a:r>
            <a:r>
              <a:rPr lang="ru-RU" sz="3200" dirty="0"/>
              <a:t> </a:t>
            </a:r>
            <a:r>
              <a:rPr lang="ru-RU" sz="3200" dirty="0" err="1"/>
              <a:t>особливість</a:t>
            </a:r>
            <a:r>
              <a:rPr lang="ru-RU" sz="3200" dirty="0"/>
              <a:t> </a:t>
            </a:r>
            <a:r>
              <a:rPr lang="ru-RU" sz="3200" dirty="0" err="1"/>
              <a:t>козацького</a:t>
            </a:r>
            <a:r>
              <a:rPr lang="ru-RU" sz="3200" dirty="0"/>
              <a:t> полкового устрою </a:t>
            </a:r>
            <a:r>
              <a:rPr lang="ru-RU" sz="3200" dirty="0" err="1"/>
              <a:t>Слобідської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в </a:t>
            </a:r>
            <a:r>
              <a:rPr lang="ru-RU" sz="3200" dirty="0" err="1"/>
              <a:t>другій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XVII – </a:t>
            </a:r>
            <a:r>
              <a:rPr lang="ru-RU" sz="3200" dirty="0" err="1"/>
              <a:t>середині</a:t>
            </a:r>
            <a:r>
              <a:rPr lang="ru-RU" sz="3200" dirty="0"/>
              <a:t> XVIII ст.?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DF89075-4270-F25C-9F90-F745A6F8434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495324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6114237-8A20-95D0-9041-65B7C770F1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275673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DC67B-8106-7C23-87E8-D727E0E9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Міщани</a:t>
            </a:r>
            <a:r>
              <a:rPr lang="ru-RU" dirty="0"/>
              <a:t> в </a:t>
            </a:r>
            <a:r>
              <a:rPr lang="ru-RU" dirty="0" err="1"/>
              <a:t>Лівобережній</a:t>
            </a:r>
            <a:r>
              <a:rPr lang="ru-RU" dirty="0"/>
              <a:t> </a:t>
            </a:r>
            <a:r>
              <a:rPr lang="ru-RU" dirty="0" err="1"/>
              <a:t>Гетьманщині</a:t>
            </a:r>
            <a:r>
              <a:rPr lang="ru-RU" dirty="0"/>
              <a:t> на початку XVIII ст. були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468D889-0D2E-818E-EBCA-E61A28DCB9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37065281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260440B-6E0E-420B-A9AE-334E743C45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2858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0F690-08AD-8721-4244-E44FB13E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наприкінці</a:t>
            </a:r>
            <a:r>
              <a:rPr lang="ru-RU" dirty="0"/>
              <a:t> ХVІІ – у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ХVІІІ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6BFC2D2-D661-C969-363C-6814C6DDDBD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24513826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2E5325C-61B9-BE5B-F77F-E8210BE423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4093875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090169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63AEF-538F-FB33-6F2E-9BEF0B14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Повстання</a:t>
            </a:r>
            <a:r>
              <a:rPr lang="ru-RU" dirty="0"/>
              <a:t> </a:t>
            </a:r>
            <a:r>
              <a:rPr lang="ru-RU" dirty="0" err="1"/>
              <a:t>гетьмана</a:t>
            </a:r>
            <a:r>
              <a:rPr lang="ru-RU" dirty="0"/>
              <a:t> І. </a:t>
            </a:r>
            <a:r>
              <a:rPr lang="ru-RU" dirty="0" err="1"/>
              <a:t>Мазепи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підтримано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891EF9B-9E14-9AEB-64FC-C5950F505CB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33756795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BDA491F-89F0-E86A-A762-5D50629544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84392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52864-8E6D-8BED-014A-F3CDECCC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18C0A7C-E1EB-C7F8-BE0D-C40A1EF1448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254763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605783B-1369-D9A1-ACE5-081CA04EE88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7077015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42637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8B6B5-B3DE-8BBA-3D8F-3185E993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AF7E422-60E0-BDCC-D0F8-1DEBF52480D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7357399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4D18ADB-4AC4-EF5E-C176-16CF0CC750C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00596969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945977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4AB4F-A07F-9E51-31C9-B55898C3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Що є свідченням обмеження царською владою автономії України в першій половині </a:t>
            </a:r>
            <a:r>
              <a:rPr lang="en-US" dirty="0"/>
              <a:t>XVIII </a:t>
            </a:r>
            <a:r>
              <a:rPr lang="uk-UA" dirty="0"/>
              <a:t>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1A78850-AFCB-9456-1733-403724A3425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19120999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78F1CA1-30A8-B0DF-8EEE-0F0C7A9EDD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46007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D2D60-21DA-487D-D7D4-62516B02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укладено</a:t>
            </a:r>
            <a:r>
              <a:rPr lang="ru-RU" dirty="0"/>
              <a:t> документ, </a:t>
            </a:r>
            <a:r>
              <a:rPr lang="ru-RU" dirty="0" err="1"/>
              <a:t>витяг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подано </a:t>
            </a:r>
            <a:r>
              <a:rPr lang="ru-RU" dirty="0" err="1"/>
              <a:t>нижче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BF36E5D-C3C3-9059-BE00-F3305C57BA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«...Ми,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старшина,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кошовий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отаман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все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Запорозьке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постановили з 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таке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право... в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Запорозькому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Війську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Вітчизні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нашій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першими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радниками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старшина, ...за ними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городові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полковники... І з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особами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мають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радитися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наступники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цілісність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Вітчизни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загальне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добро...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без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їхнього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дозволу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зачинаючи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приватною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владою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і до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завершення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доводячи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9923213-CFB4-5CCD-FA6D-4DFD7D8786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9518090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1601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138CD-9621-4A57-2362-17E22D8B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яке </a:t>
            </a:r>
            <a:r>
              <a:rPr lang="ru-RU" dirty="0" err="1"/>
              <a:t>місто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08B5D24-D4CA-F6A9-C6AA-0EE63EAAB6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Цар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прагнув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помститися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Мазепі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наказав Меншикову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негайно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зруйнувати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столицю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 Меншиков напав 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здобув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E074A85-CC8D-5778-E8CE-FDD8232921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4641187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16621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6D969-994E-6B2C-F038-0FDD2492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Такий</a:t>
            </a:r>
            <a:r>
              <a:rPr lang="ru-RU" dirty="0"/>
              <a:t> погром </a:t>
            </a:r>
            <a:r>
              <a:rPr lang="ru-RU" dirty="0" err="1"/>
              <a:t>міста</a:t>
            </a:r>
            <a:r>
              <a:rPr lang="ru-RU" dirty="0"/>
              <a:t> </a:t>
            </a:r>
            <a:r>
              <a:rPr lang="ru-RU" dirty="0" err="1"/>
              <a:t>влаштували</a:t>
            </a:r>
            <a:r>
              <a:rPr lang="ru-RU" dirty="0"/>
              <a:t> 1708 року </a:t>
            </a:r>
            <a:r>
              <a:rPr lang="ru-RU" dirty="0" err="1"/>
              <a:t>війська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F6DAE91-185C-0AE4-165B-2E582009B7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«Люди в </a:t>
            </a:r>
            <a:r>
              <a:rPr lang="ru-RU" i="1" dirty="0" err="1"/>
              <a:t>ньому</a:t>
            </a:r>
            <a:r>
              <a:rPr lang="ru-RU" i="1" dirty="0"/>
              <a:t> [</a:t>
            </a:r>
            <a:r>
              <a:rPr lang="ru-RU" i="1" dirty="0" err="1"/>
              <a:t>Батурині</a:t>
            </a:r>
            <a:r>
              <a:rPr lang="ru-RU" i="1" dirty="0"/>
              <a:t>] …</a:t>
            </a:r>
            <a:r>
              <a:rPr lang="ru-RU" i="1" dirty="0" err="1"/>
              <a:t>вирубані</a:t>
            </a:r>
            <a:r>
              <a:rPr lang="ru-RU" i="1" dirty="0"/>
              <a:t>, церкви </a:t>
            </a:r>
            <a:r>
              <a:rPr lang="ru-RU" i="1" dirty="0" err="1"/>
              <a:t>зруйновані</a:t>
            </a:r>
            <a:r>
              <a:rPr lang="ru-RU" i="1" dirty="0"/>
              <a:t>, </a:t>
            </a:r>
            <a:r>
              <a:rPr lang="ru-RU" i="1" dirty="0" err="1"/>
              <a:t>будинки</a:t>
            </a:r>
            <a:r>
              <a:rPr lang="ru-RU" i="1" dirty="0"/>
              <a:t> </a:t>
            </a:r>
            <a:r>
              <a:rPr lang="ru-RU" i="1" dirty="0" err="1"/>
              <a:t>розграбовані</a:t>
            </a:r>
            <a:r>
              <a:rPr lang="ru-RU" i="1" dirty="0"/>
              <a:t> й </a:t>
            </a:r>
            <a:r>
              <a:rPr lang="ru-RU" i="1" dirty="0" err="1"/>
              <a:t>спалені</a:t>
            </a:r>
            <a:r>
              <a:rPr lang="ru-RU" i="1" dirty="0"/>
              <a:t>…» –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7009530-BB47-3703-91CB-6D36999325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39192433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41123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DF5E2-3356-6582-C81F-9AA1D98F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D799420-AFE2-FEC9-9F05-E1E727CC73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92405996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2EBAD6-1624-E288-E0F4-B5A13060A1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64898170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333128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1C2C4-0592-04A8-9943-A85A7CFE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Соціальний стан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CEB42D-3F79-EA57-9192-7A984AB4A2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Лівобережної Гетьманщини та Слобідської України, що користувався правом спадкового землеволодіння, звільнявся від державних повинностей і податків за несення військової служби, — це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41DD785-8C1F-5A36-997F-E182155A23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12676832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28033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4E801-BF84-BBBC-AC8F-AC897AA0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поданих</a:t>
            </a:r>
            <a:r>
              <a:rPr lang="ru-RU" dirty="0"/>
              <a:t> </a:t>
            </a:r>
            <a:r>
              <a:rPr lang="ru-RU" dirty="0" err="1"/>
              <a:t>історико-літературних</a:t>
            </a:r>
            <a:r>
              <a:rPr lang="ru-RU" dirty="0"/>
              <a:t> </a:t>
            </a:r>
            <a:r>
              <a:rPr lang="ru-RU" dirty="0" err="1"/>
              <a:t>творів</a:t>
            </a:r>
            <a:r>
              <a:rPr lang="ru-RU" dirty="0"/>
              <a:t> не </a:t>
            </a:r>
            <a:r>
              <a:rPr lang="ru-RU" dirty="0" err="1"/>
              <a:t>належить</a:t>
            </a:r>
            <a:r>
              <a:rPr lang="ru-RU" dirty="0"/>
              <a:t> до </a:t>
            </a:r>
            <a:r>
              <a:rPr lang="ru-RU" dirty="0" err="1"/>
              <a:t>козацьких</a:t>
            </a:r>
            <a:r>
              <a:rPr lang="ru-RU" dirty="0"/>
              <a:t> </a:t>
            </a:r>
            <a:r>
              <a:rPr lang="ru-RU" dirty="0" err="1"/>
              <a:t>літописів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6EA412F-323E-CFA2-1F44-39B8CB016E0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78499832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A9FB06-7DF6-76FD-EB48-91AE5700B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84972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91928-C022-5752-3560-41051BE4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хронологічну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в </a:t>
            </a:r>
            <a:r>
              <a:rPr lang="ru-RU" dirty="0" err="1"/>
              <a:t>цитованих</a:t>
            </a:r>
            <a:r>
              <a:rPr lang="ru-RU" dirty="0"/>
              <a:t> документах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41B1EC5-BB8D-BC32-8B9C-42FAD22B6DD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3703614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C58BC87-5C78-2FEE-AE96-EA0D2AE8A3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28619059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665432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09513-4E48-1739-3C63-AD0B4099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Яким роком </a:t>
            </a:r>
            <a:r>
              <a:rPr lang="ru-RU" dirty="0" err="1"/>
              <a:t>датується</a:t>
            </a:r>
            <a:r>
              <a:rPr lang="ru-RU" dirty="0"/>
              <a:t> документ,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якого</a:t>
            </a:r>
            <a:r>
              <a:rPr lang="ru-RU" dirty="0"/>
              <a:t> наведено: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F2852E5-8EB6-5A0A-0E4F-D5758A0071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Отож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ми,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старшина,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кошовий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отаман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все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Запорозьке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домовилися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постановили з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ясновельможним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щоб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всіма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генеральними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особами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мають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радитися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наступники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про 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всілякі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справи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без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їхнього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дозволу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поради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починати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гетьманській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резиденції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тричі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рік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має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збиратися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Рада: на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Різдво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Великдень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Покрову.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Радами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Україною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правитиме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 генеральною старшиною...»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A23DA96-8958-D4C4-4F35-00AD76C7E0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212883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4515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96B4F-23DC-F209-3BC2-D5B6AD65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5352CF-0F2B-DB42-CF4F-77DAC387234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720394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7AD3CB6-4B59-9CB1-97CC-08C8B1464C3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2164184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32391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79E34-F207-22B5-2E4C-DA140008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державно-</a:t>
            </a:r>
            <a:r>
              <a:rPr lang="ru-RU" dirty="0" err="1"/>
              <a:t>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483B42E-4B31-4342-BEE2-5E2FB1325C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02899514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321D1A8-AF9F-CAB4-51E5-AF2054D97C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97099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8218-971E-3929-D5DA-596F13CE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Перша </a:t>
            </a:r>
            <a:r>
              <a:rPr lang="ru-RU" dirty="0" err="1"/>
              <a:t>Малоросійська</a:t>
            </a:r>
            <a:r>
              <a:rPr lang="ru-RU" dirty="0"/>
              <a:t> </a:t>
            </a:r>
            <a:r>
              <a:rPr lang="ru-RU" dirty="0" err="1"/>
              <a:t>колегія</a:t>
            </a:r>
            <a:r>
              <a:rPr lang="ru-RU" dirty="0"/>
              <a:t> </a:t>
            </a:r>
            <a:r>
              <a:rPr lang="ru-RU" dirty="0" err="1"/>
              <a:t>розпочала</a:t>
            </a:r>
            <a:r>
              <a:rPr lang="ru-RU" dirty="0"/>
              <a:t> свою </a:t>
            </a:r>
            <a:r>
              <a:rPr lang="ru-RU" dirty="0" err="1"/>
              <a:t>діяльність</a:t>
            </a:r>
            <a:r>
              <a:rPr lang="ru-RU" dirty="0"/>
              <a:t> за </a:t>
            </a:r>
            <a:r>
              <a:rPr lang="ru-RU" dirty="0" err="1"/>
              <a:t>гетьмана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282599-4766-462A-C37A-4163F546A59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769253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4D735F2-CA1D-7E9A-94B3-5ACC344378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4309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60FB8-AF3F-1C56-B0DC-6B97607E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Унаслідок діяльності Першої Малоросійської колегії (1722 – 1727 рр.)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1C95AD2-6487-1A65-30D8-3F64EFC89E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471738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0D68229-B66E-3180-3758-7B593D5163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5496369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951824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B0C8D-E825-822C-9419-CF7E60FD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заходи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здійснено</a:t>
            </a:r>
            <a:r>
              <a:rPr lang="ru-RU" dirty="0"/>
              <a:t> Другою </a:t>
            </a:r>
            <a:r>
              <a:rPr lang="ru-RU" dirty="0" err="1"/>
              <a:t>Малоросійською</a:t>
            </a:r>
            <a:r>
              <a:rPr lang="ru-RU" dirty="0"/>
              <a:t> </a:t>
            </a:r>
            <a:r>
              <a:rPr lang="ru-RU" dirty="0" err="1"/>
              <a:t>колегією</a:t>
            </a:r>
            <a:r>
              <a:rPr lang="ru-RU" dirty="0"/>
              <a:t> на </a:t>
            </a:r>
            <a:r>
              <a:rPr lang="ru-RU" dirty="0" err="1"/>
              <a:t>чолі</a:t>
            </a:r>
            <a:r>
              <a:rPr lang="ru-RU" dirty="0"/>
              <a:t> з П. </a:t>
            </a:r>
            <a:r>
              <a:rPr lang="ru-RU" dirty="0" err="1"/>
              <a:t>Рум’янцевим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AEADF8-BA0C-4EE4-B52D-D75A7A5C84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Проведено ревізію населення, худоби, землі, споруд, підприємств.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Ліквідовано гетьманство.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Знищено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козацькии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устріи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Слобідськоі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України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Уведено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загальноросійські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судові установи.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Упроваджено намісництва, що поділялися на повіти.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Приєднано землі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Правобережноі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України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4274D00-D3D3-607E-7E03-361EBB3286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0600691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0172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AB3FD-0912-7351-FC43-7D180BF9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Який</a:t>
            </a:r>
            <a:r>
              <a:rPr lang="ru-RU" sz="3200" dirty="0"/>
              <a:t> орган </a:t>
            </a:r>
            <a:r>
              <a:rPr lang="ru-RU" sz="3200" dirty="0" err="1"/>
              <a:t>здійснював</a:t>
            </a:r>
            <a:r>
              <a:rPr lang="ru-RU" sz="3200" dirty="0"/>
              <a:t> </a:t>
            </a:r>
            <a:r>
              <a:rPr lang="ru-RU" sz="3200" dirty="0" err="1"/>
              <a:t>управління</a:t>
            </a:r>
            <a:r>
              <a:rPr lang="ru-RU" sz="3200" dirty="0"/>
              <a:t> </a:t>
            </a:r>
            <a:r>
              <a:rPr lang="ru-RU" sz="3200" dirty="0" err="1"/>
              <a:t>Гетьманщиною</a:t>
            </a:r>
            <a:r>
              <a:rPr lang="ru-RU" sz="3200" dirty="0"/>
              <a:t> в </a:t>
            </a:r>
            <a:r>
              <a:rPr lang="ru-RU" sz="3200" dirty="0" err="1"/>
              <a:t>період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гетьмануванням</a:t>
            </a:r>
            <a:r>
              <a:rPr lang="ru-RU" sz="3200" dirty="0"/>
              <a:t> Данила Апостола та </a:t>
            </a:r>
            <a:r>
              <a:rPr lang="ru-RU" sz="3200" dirty="0" err="1"/>
              <a:t>Кирила</a:t>
            </a:r>
            <a:r>
              <a:rPr lang="ru-RU" sz="3200" dirty="0"/>
              <a:t> </a:t>
            </a:r>
            <a:r>
              <a:rPr lang="ru-RU" sz="3200" dirty="0" err="1"/>
              <a:t>Розумовського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CB5AC1D-30F8-F8E5-CBB8-C39D08E144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49017443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5CD0F15-B005-23E5-D310-22B61AA5D8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68837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CAB4-1E67-D5F2-71C9-CEF6AECA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D3B74761-40CE-FAF2-8E19-4E91EC9305C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7105120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24EE1A9C-5227-992B-F791-666FD1E3E7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26906634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972134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C5F2B-F5E9-2C00-F8F4-13DB19AE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назву</a:t>
            </a:r>
            <a:r>
              <a:rPr lang="ru-RU" dirty="0"/>
              <a:t> </a:t>
            </a:r>
            <a:r>
              <a:rPr lang="ru-RU" dirty="0" err="1"/>
              <a:t>військово-адміністративної</a:t>
            </a:r>
            <a:r>
              <a:rPr lang="ru-RU" dirty="0"/>
              <a:t> </a:t>
            </a:r>
            <a:r>
              <a:rPr lang="ru-RU" dirty="0" err="1"/>
              <a:t>одиниці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Січі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ECDEAD8-3B78-C800-6CC4-075AFB4AFE6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70849467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2BC93C9-EFBE-D308-3E90-238B40BA0D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47372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2BF85-7A94-CC4D-355C-CF856B3E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Нова (</a:t>
            </a:r>
            <a:r>
              <a:rPr lang="ru-RU" dirty="0" err="1"/>
              <a:t>Підпільненська</a:t>
            </a:r>
            <a:r>
              <a:rPr lang="ru-RU" dirty="0"/>
              <a:t>) </a:t>
            </a:r>
            <a:r>
              <a:rPr lang="ru-RU" dirty="0" err="1"/>
              <a:t>Січ</a:t>
            </a:r>
            <a:r>
              <a:rPr lang="ru-RU" dirty="0"/>
              <a:t> </a:t>
            </a:r>
            <a:r>
              <a:rPr lang="ru-RU" dirty="0" err="1"/>
              <a:t>відігравала</a:t>
            </a:r>
            <a:r>
              <a:rPr lang="ru-RU" dirty="0"/>
              <a:t> </a:t>
            </a:r>
            <a:r>
              <a:rPr lang="ru-RU" dirty="0" err="1"/>
              <a:t>важливу</a:t>
            </a:r>
            <a:r>
              <a:rPr lang="ru-RU" dirty="0"/>
              <a:t> роль у </a:t>
            </a:r>
            <a:r>
              <a:rPr lang="ru-RU" dirty="0" err="1"/>
              <a:t>російсько-турецьких</a:t>
            </a:r>
            <a:r>
              <a:rPr lang="ru-RU" dirty="0"/>
              <a:t> </a:t>
            </a:r>
            <a:r>
              <a:rPr lang="ru-RU" dirty="0" err="1"/>
              <a:t>війнах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1B78619-C013-6B5D-C653-059084B98E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39928704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BEE1D22-479C-DEE4-EB20-AF6705BE8E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21742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AAAF8-1905-C036-4527-BBD8925E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Відбудова в Києві 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E70F79-FBC2-4456-B76D-0441B11F17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Софійського</a:t>
            </a:r>
            <a:r>
              <a:rPr lang="ru-RU" sz="2800" dirty="0"/>
              <a:t> та </a:t>
            </a:r>
            <a:r>
              <a:rPr lang="ru-RU" sz="2800" dirty="0" err="1"/>
              <a:t>Михайлівського</a:t>
            </a:r>
            <a:r>
              <a:rPr lang="ru-RU" sz="2800" dirty="0"/>
              <a:t> Золотоверхого </a:t>
            </a:r>
            <a:r>
              <a:rPr lang="ru-RU" sz="2800" dirty="0" err="1"/>
              <a:t>соборів</a:t>
            </a:r>
            <a:r>
              <a:rPr lang="ru-RU" sz="2800" dirty="0"/>
              <a:t>, </a:t>
            </a:r>
            <a:r>
              <a:rPr lang="ru-RU" sz="2800" dirty="0" err="1"/>
              <a:t>отримання</a:t>
            </a:r>
            <a:r>
              <a:rPr lang="ru-RU" sz="2800" dirty="0"/>
              <a:t> </a:t>
            </a:r>
            <a:r>
              <a:rPr lang="ru-RU" sz="2800" dirty="0" err="1"/>
              <a:t>Києво-Могилянською</a:t>
            </a:r>
            <a:r>
              <a:rPr lang="ru-RU" sz="2800" dirty="0"/>
              <a:t> </a:t>
            </a:r>
            <a:r>
              <a:rPr lang="ru-RU" sz="2800" dirty="0" err="1"/>
              <a:t>колегією</a:t>
            </a:r>
            <a:r>
              <a:rPr lang="ru-RU" sz="2800" dirty="0"/>
              <a:t> статусу та прав </a:t>
            </a:r>
            <a:r>
              <a:rPr lang="ru-RU" sz="2800" dirty="0" err="1"/>
              <a:t>академії</a:t>
            </a:r>
            <a:r>
              <a:rPr lang="ru-RU" sz="2800" dirty="0"/>
              <a:t> </a:t>
            </a:r>
            <a:r>
              <a:rPr lang="ru-RU" sz="2800" dirty="0" err="1"/>
              <a:t>пов’язані</a:t>
            </a:r>
            <a:r>
              <a:rPr lang="ru-RU" sz="2800" dirty="0"/>
              <a:t> з </a:t>
            </a:r>
            <a:r>
              <a:rPr lang="ru-RU" sz="2800" dirty="0" err="1"/>
              <a:t>гетьманом</a:t>
            </a:r>
            <a:endParaRPr lang="ru-RU" sz="2800" dirty="0"/>
          </a:p>
          <a:p>
            <a:endParaRPr lang="ru-RU" sz="2800" dirty="0"/>
          </a:p>
          <a:p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C53B95-90E7-896C-BBBC-E930183CE4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4966509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86509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18A50-0D60-A93A-643F-7BA47FD0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За </a:t>
            </a:r>
            <a:r>
              <a:rPr lang="ru-RU" sz="3200" dirty="0" err="1"/>
              <a:t>стильовими</a:t>
            </a:r>
            <a:r>
              <a:rPr lang="ru-RU" sz="3200" dirty="0"/>
              <a:t> </a:t>
            </a:r>
            <a:r>
              <a:rPr lang="ru-RU" sz="3200" dirty="0" err="1"/>
              <a:t>ознаками</a:t>
            </a:r>
            <a:r>
              <a:rPr lang="ru-RU" sz="3200" dirty="0"/>
              <a:t> </a:t>
            </a:r>
            <a:r>
              <a:rPr lang="ru-RU" sz="3200" dirty="0" err="1"/>
              <a:t>можна</a:t>
            </a:r>
            <a:r>
              <a:rPr lang="ru-RU" sz="3200" dirty="0"/>
              <a:t> </a:t>
            </a:r>
            <a:r>
              <a:rPr lang="ru-RU" sz="3200" dirty="0" err="1"/>
              <a:t>встановити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зображені</a:t>
            </a:r>
            <a:r>
              <a:rPr lang="ru-RU" sz="3200" dirty="0"/>
              <a:t> </a:t>
            </a:r>
            <a:r>
              <a:rPr lang="ru-RU" sz="3200" dirty="0" err="1"/>
              <a:t>пам’ятки</a:t>
            </a:r>
            <a:r>
              <a:rPr lang="ru-RU" sz="3200" dirty="0"/>
              <a:t> </a:t>
            </a:r>
            <a:r>
              <a:rPr lang="ru-RU" sz="3200" dirty="0" err="1"/>
              <a:t>культури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є прикладами </a:t>
            </a:r>
            <a:r>
              <a:rPr lang="ru-RU" sz="3200" dirty="0" err="1"/>
              <a:t>архітектури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21F81D-EC0E-7AF3-D6C9-EC53785FFA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1296534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C7B0A7CB-62DC-A2B0-A297-2E5D76C4214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692068"/>
            <a:ext cx="4479925" cy="262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4746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2B132-BFA9-DC27-9857-F528A38A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архітектурному</a:t>
            </a:r>
            <a:r>
              <a:rPr lang="ru-RU" dirty="0"/>
              <a:t> </a:t>
            </a:r>
            <a:r>
              <a:rPr lang="ru-RU" dirty="0" err="1"/>
              <a:t>стилі</a:t>
            </a:r>
            <a:r>
              <a:rPr lang="ru-RU" dirty="0"/>
              <a:t> </a:t>
            </a:r>
            <a:r>
              <a:rPr lang="ru-RU" dirty="0" err="1"/>
              <a:t>збудовано</a:t>
            </a:r>
            <a:r>
              <a:rPr lang="ru-RU" dirty="0"/>
              <a:t> </a:t>
            </a:r>
            <a:r>
              <a:rPr lang="ru-RU" dirty="0" err="1"/>
              <a:t>Успенський</a:t>
            </a:r>
            <a:r>
              <a:rPr lang="ru-RU" dirty="0"/>
              <a:t> собор Свято-</a:t>
            </a:r>
            <a:r>
              <a:rPr lang="ru-RU" dirty="0" err="1"/>
              <a:t>Успенської</a:t>
            </a:r>
            <a:r>
              <a:rPr lang="ru-RU" dirty="0"/>
              <a:t> </a:t>
            </a:r>
            <a:r>
              <a:rPr lang="ru-RU" dirty="0" err="1"/>
              <a:t>Києво-Печерської</a:t>
            </a:r>
            <a:r>
              <a:rPr lang="ru-RU" dirty="0"/>
              <a:t> </a:t>
            </a:r>
            <a:r>
              <a:rPr lang="ru-RU" dirty="0" err="1"/>
              <a:t>лаври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7D287B-C4AD-180C-09A6-D14AB13409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0995338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D38393F1-9950-2245-0DD2-67F670DA40C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401651"/>
            <a:ext cx="4479925" cy="320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7355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B74F8-6252-1B4A-34B7-262DF495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Зображена</a:t>
            </a:r>
            <a:r>
              <a:rPr lang="ru-RU" dirty="0"/>
              <a:t> на фото </a:t>
            </a:r>
            <a:r>
              <a:rPr lang="ru-RU" dirty="0" err="1"/>
              <a:t>пам’ятка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є </a:t>
            </a:r>
            <a:r>
              <a:rPr lang="ru-RU" dirty="0" err="1"/>
              <a:t>окрасою</a:t>
            </a:r>
            <a:r>
              <a:rPr lang="ru-RU" dirty="0"/>
              <a:t> </a:t>
            </a:r>
            <a:r>
              <a:rPr lang="ru-RU" dirty="0" err="1"/>
              <a:t>міста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482C0FB-5C38-D2B6-E646-B999196E4C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0505969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BAC2C14A-17EE-38ED-3DBF-396E62A1B40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395682"/>
            <a:ext cx="4479925" cy="321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7645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77FCB-DF4B-270E-2C7E-E6E3B60F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Пам’ятка</a:t>
            </a:r>
            <a:r>
              <a:rPr lang="ru-RU" dirty="0"/>
              <a:t>, </a:t>
            </a:r>
            <a:r>
              <a:rPr lang="ru-RU" dirty="0" err="1"/>
              <a:t>зображена</a:t>
            </a:r>
            <a:r>
              <a:rPr lang="ru-RU" dirty="0"/>
              <a:t> на фото, є </a:t>
            </a:r>
            <a:r>
              <a:rPr lang="ru-RU" dirty="0" err="1"/>
              <a:t>перлиною</a:t>
            </a:r>
            <a:r>
              <a:rPr lang="ru-RU" dirty="0"/>
              <a:t> </a:t>
            </a:r>
            <a:r>
              <a:rPr lang="ru-RU" dirty="0" err="1"/>
              <a:t>архітектурної</a:t>
            </a:r>
            <a:r>
              <a:rPr lang="ru-RU" dirty="0"/>
              <a:t> </a:t>
            </a:r>
            <a:r>
              <a:rPr lang="ru-RU" dirty="0" err="1"/>
              <a:t>спадщини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7598387-2559-7E97-49A3-24DF89C4A8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5848814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5AE32542-08B5-0AD5-A689-7F9E6652E15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1908969"/>
            <a:ext cx="303847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9777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88F0D-51DB-5023-9FFF-235FED5A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dirty="0"/>
              <a:t>Пам’ятка архітектури Жовкви, зображена на фото початку ХХ ст., пов’язана з життєдіяльністю міської громади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FA89109-7569-46E2-36D5-804B5AF875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8191883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768F377-249B-9D54-CF5C-2983FB1A184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2456656"/>
            <a:ext cx="41148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9704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F1235-E9BD-3129-0A4D-ADABEEFED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храм,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використовувався</a:t>
            </a:r>
            <a:r>
              <a:rPr lang="ru-RU" dirty="0"/>
              <a:t> в ХVІІ ст. як </a:t>
            </a:r>
            <a:r>
              <a:rPr lang="ru-RU" dirty="0" err="1"/>
              <a:t>фортифікаційна</a:t>
            </a:r>
            <a:r>
              <a:rPr lang="ru-RU" dirty="0"/>
              <a:t> </a:t>
            </a:r>
            <a:r>
              <a:rPr lang="ru-RU" dirty="0" err="1"/>
              <a:t>споруда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636E07A-E940-D4F0-BAD2-16114EBAD0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43" y="2820395"/>
            <a:ext cx="2734305" cy="261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1EA85E54-473A-8A96-7FE0-2C562B719F6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810" y="2796197"/>
            <a:ext cx="2431837" cy="263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7C0ED884-6493-712C-4F39-77C2B2824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081" y="2753381"/>
            <a:ext cx="2235613" cy="268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6DE3B975-E14C-FD58-DC72-8A00B5822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210" y="2780878"/>
            <a:ext cx="2896681" cy="269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4694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D480D-1299-57F8-6C45-0CAA3FA5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1734 р. </a:t>
            </a:r>
            <a:r>
              <a:rPr lang="ru-RU" dirty="0" err="1"/>
              <a:t>царський</a:t>
            </a:r>
            <a:r>
              <a:rPr lang="ru-RU" dirty="0"/>
              <a:t> уряд дозволив козакам </a:t>
            </a:r>
            <a:r>
              <a:rPr lang="ru-RU" dirty="0" err="1"/>
              <a:t>заснувати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</a:t>
            </a:r>
            <a:r>
              <a:rPr lang="ru-RU" dirty="0" err="1"/>
              <a:t>Січ</a:t>
            </a:r>
            <a:r>
              <a:rPr lang="ru-RU" dirty="0"/>
              <a:t> на р. </a:t>
            </a:r>
            <a:r>
              <a:rPr lang="ru-RU" dirty="0" err="1"/>
              <a:t>Підпільна</a:t>
            </a:r>
            <a:r>
              <a:rPr lang="ru-RU" dirty="0"/>
              <a:t>, тому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прагнув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81993A0-1438-6891-2899-4CF9E73161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08485298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E17C4CB-1888-E374-8EC8-3EEBF3D978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07109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E1730-26FA-C4AE-B771-E86BE470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Установіть</a:t>
            </a:r>
            <a:r>
              <a:rPr lang="ru-RU" sz="3600" dirty="0"/>
              <a:t> </a:t>
            </a:r>
            <a:r>
              <a:rPr lang="ru-RU" sz="3600" dirty="0" err="1"/>
              <a:t>послідовність</a:t>
            </a:r>
            <a:r>
              <a:rPr lang="ru-RU" sz="3600" dirty="0"/>
              <a:t> </a:t>
            </a:r>
            <a:r>
              <a:rPr lang="ru-RU" sz="3600" dirty="0" err="1"/>
              <a:t>подій</a:t>
            </a:r>
            <a:r>
              <a:rPr lang="ru-RU" sz="3600" dirty="0"/>
              <a:t>, </a:t>
            </a:r>
            <a:r>
              <a:rPr lang="ru-RU" sz="3600" dirty="0" err="1"/>
              <a:t>відображених</a:t>
            </a:r>
            <a:r>
              <a:rPr lang="ru-RU" sz="3600" dirty="0"/>
              <a:t> в </a:t>
            </a:r>
            <a:r>
              <a:rPr lang="ru-RU" sz="3600" dirty="0" err="1"/>
              <a:t>уривках</a:t>
            </a:r>
            <a:r>
              <a:rPr lang="ru-RU" sz="3600" dirty="0"/>
              <a:t> з </a:t>
            </a:r>
            <a:r>
              <a:rPr lang="ru-RU" sz="3600" dirty="0" err="1"/>
              <a:t>історичних</a:t>
            </a:r>
            <a:r>
              <a:rPr lang="ru-RU" sz="3600" dirty="0"/>
              <a:t> </a:t>
            </a:r>
            <a:r>
              <a:rPr lang="ru-RU" sz="3600" dirty="0" err="1"/>
              <a:t>джерел</a:t>
            </a:r>
            <a:r>
              <a:rPr lang="ru-RU" sz="3600" dirty="0"/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924DAB-2D31-BD9F-1E69-03F9E2F4DE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45204755"/>
              </p:ext>
            </p:extLst>
          </p:nvPr>
        </p:nvGraphicFramePr>
        <p:xfrm>
          <a:off x="1261872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F692C80-B561-D725-72F8-030D6A8F84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7792414"/>
              </p:ext>
            </p:extLst>
          </p:nvPr>
        </p:nvGraphicFramePr>
        <p:xfrm>
          <a:off x="6126480" y="1828800"/>
          <a:ext cx="44805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056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Краєвид">
  <a:themeElements>
    <a:clrScheme name="Краєвид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Крає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Крає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TM03457515[[fn=Краєвид]]</Template>
  <TotalTime>215</TotalTime>
  <Words>4415</Words>
  <Application>Microsoft Office PowerPoint</Application>
  <PresentationFormat>Широкий екран</PresentationFormat>
  <Paragraphs>504</Paragraphs>
  <Slides>87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87</vt:i4>
      </vt:variant>
    </vt:vector>
  </HeadingPairs>
  <TitlesOfParts>
    <vt:vector size="92" baseType="lpstr">
      <vt:lpstr>Arial</vt:lpstr>
      <vt:lpstr>Century Gothic</vt:lpstr>
      <vt:lpstr>Century Schoolbook</vt:lpstr>
      <vt:lpstr>Wingdings 2</vt:lpstr>
      <vt:lpstr>Краєвид</vt:lpstr>
      <vt:lpstr>Українські землі наприкінці ХVІІ – в першій половині ХVІІІ ст.</vt:lpstr>
      <vt:lpstr>Укажіть портрет гетьмана, діяльність якого описав у документі сучасник подій.</vt:lpstr>
      <vt:lpstr>Гетьманів, зображених на портретах, об’єднує укладення воєнних договорів</vt:lpstr>
      <vt:lpstr>Автором цитованого документа був</vt:lpstr>
      <vt:lpstr>Установіть відповідність між назвами історико-географічних регіонів України та їхніми теренами (друга половина XVII ст.), позначеними на карті.</vt:lpstr>
      <vt:lpstr>У другій половині XVII ст. в Лівобережній Гетьманщині привілейований стан суспільства формувався переважно з</vt:lpstr>
      <vt:lpstr>Установіть відповідність між подіями та прізвищами гетьманів, причетних до них.</vt:lpstr>
      <vt:lpstr>Установіть відповідність між іменем гетьмана та подією, що з ним пов’язана</vt:lpstr>
      <vt:lpstr>Увідповідніть ім'я історичної особи з посадою, яку вона обіймала</vt:lpstr>
      <vt:lpstr>Хто з указаних діячів військово-дипломатичними методами намагався протистояти ліквідації автономних прав Гетьманщини?</vt:lpstr>
      <vt:lpstr>Поєднайте ім’я історичної особи з посадою, яку вона обіймала.</vt:lpstr>
      <vt:lpstr>За часів гетьманування І. Мазепи для соціально-економічного розвитку Лівобережної Гетьманщини був характерний процес</vt:lpstr>
      <vt:lpstr>Діяльність якого гетьмана уславлено на зображеній гравюрі?</vt:lpstr>
      <vt:lpstr>Пам’ятка є яскравим прикладом</vt:lpstr>
      <vt:lpstr>Пам’ятку присвячено діяльності гетьмана</vt:lpstr>
      <vt:lpstr>У пам’ятці уславлено здобутки та успіхи гетьмана в</vt:lpstr>
      <vt:lpstr>В уривку з історичного джерела ідеться про</vt:lpstr>
      <vt:lpstr>Діяльність якого гетьмана можна характеризувати, спираючись на подану карту?</vt:lpstr>
      <vt:lpstr>Проаналізуйте зображену картосхему.</vt:lpstr>
      <vt:lpstr>За наведеною картосхемою можна визначити</vt:lpstr>
      <vt:lpstr>Зображена картосхема дає змогу визначити територію, охоплену повстанням під проводом</vt:lpstr>
      <vt:lpstr>Що стало наслідком подій, відображених на картосхемі?</vt:lpstr>
      <vt:lpstr>Якими цифрами на карті позначено території, на які розповсюджувалася влада І. Мазепи в 1704 — 1708 рр.?</vt:lpstr>
      <vt:lpstr>За часів гетьманування І. Мазепи соціально-економічному розвиткові Лівобережної Гетьманщини був властивий процес</vt:lpstr>
      <vt:lpstr>Про який період у житті І. Мазепи йдеться в уривку з історичного джерела?</vt:lpstr>
      <vt:lpstr>З такою промовою І. Мазепа звернувся до своїх прихильників, пояснюючи причини</vt:lpstr>
      <vt:lpstr>Хто з гетьманів виступив перед своїми прихильниками з такою промовою:</vt:lpstr>
      <vt:lpstr>Прочитайте уривок з історичного джерела та дайте відповідь на запитання.</vt:lpstr>
      <vt:lpstr>Козацьке повстання 1702–1704 рр. під проводом С. Палія спричинено</vt:lpstr>
      <vt:lpstr>Повстання під проводом С. Палія (1702-1704 рр.) спричинено</vt:lpstr>
      <vt:lpstr>Які дії московського царя Петра І стали реакцією на перехід гетьмана І. Мазепи на бік шведського короля Карла ХІІ?</vt:lpstr>
      <vt:lpstr>Укажіть портрет гетьмана Данила Апостола.</vt:lpstr>
      <vt:lpstr>Який орган влади керував Гетьманщиною після смерті Данила Апостола?</vt:lpstr>
      <vt:lpstr>Установіть послідовність перебування при владі гетьманів.</vt:lpstr>
      <vt:lpstr>Після смерті гетьмана Д. Апостола влада в Гетьманщині перейшла до</vt:lpstr>
      <vt:lpstr>Чи правильне твердження?</vt:lpstr>
      <vt:lpstr>Установіть відповідність між діячами культури та фактами їхньої біографії.</vt:lpstr>
      <vt:lpstr>Установіть відповідність між подією та іменем гетьмана, який був до неї причетний.</vt:lpstr>
      <vt:lpstr>Хто є автором ікони, зображеної на фото?</vt:lpstr>
      <vt:lpstr>У якому стилі створено шедеври художнього мистецтва, зображені на фото?</vt:lpstr>
      <vt:lpstr>Хто є автором скульптурної композиції, зображеної на фото?</vt:lpstr>
      <vt:lpstr>Установіть послідовність створення історико-культурних пам’яток України.</vt:lpstr>
      <vt:lpstr>«Літопис Самовидця» Романа Ракушки-Романовського, «Літопис» Григорія Граб'янки, «Літопис» Самійла Величка –</vt:lpstr>
      <vt:lpstr>Установіть послідовність подій суспільно-культурного життя другої половини ХVІ – першої половини ХVІІІ ст.</vt:lpstr>
      <vt:lpstr>У якому історичному документі закріплено такі положення:</vt:lpstr>
      <vt:lpstr>У якому уривку з історичних джерел відображено одне з положень «Пактів й Конституції прав і вольностей Війська Запорозького» (1710 р.) П. Орлика?</vt:lpstr>
      <vt:lpstr>Відповідно до «Пактів і Конституції прав і вольностей Війська Запорозького» П. Орлика</vt:lpstr>
      <vt:lpstr>«Пакти й Конституція прав і вольностей Війська Запорозького» – угода, укладена між гетьманом П. Орликом і</vt:lpstr>
      <vt:lpstr>Ухвалення «Пактів і Конституції прав і вольностей Війська Запорозького» пов’язано з</vt:lpstr>
      <vt:lpstr>Установіть послідовність подій першої половини XVIII ст.</vt:lpstr>
      <vt:lpstr>Установіть послідовність подій XVII–XVIII ст.</vt:lpstr>
      <vt:lpstr>Що стало результатом прийняття козаками умов, висунених царським урядом:</vt:lpstr>
      <vt:lpstr>У якому договорі зазначено такі умови</vt:lpstr>
      <vt:lpstr>«Паланка» — це адміністративно-територіальна одиниця</vt:lpstr>
      <vt:lpstr>У чому полягала особливість козацького полкового устрою Слобідської України в другій половині XVII – середині XVIII ст.?</vt:lpstr>
      <vt:lpstr>Міщани в Лівобережній Гетьманщині на початку XVIII ст. були</vt:lpstr>
      <vt:lpstr>Установіть послідовність подій на українських землях наприкінці ХVІІ – у першій половині ХVІІІ ст.</vt:lpstr>
      <vt:lpstr>Повстання гетьмана І. Мазепи було підтримано</vt:lpstr>
      <vt:lpstr>Установіть відповідність між поняттями та їхніми визначеннями.</vt:lpstr>
      <vt:lpstr>Установіть відповідність між поняттями та їхніми визначеннями.</vt:lpstr>
      <vt:lpstr>Що є свідченням обмеження царською владою автономії України в першій половині XVIII ст.?</vt:lpstr>
      <vt:lpstr>У якому році укладено документ, витяг із якого подано нижче?</vt:lpstr>
      <vt:lpstr>Про яке місто йдеться в уривку з історичного джерела?</vt:lpstr>
      <vt:lpstr>Такий погром міста влаштували 1708 року війська</vt:lpstr>
      <vt:lpstr>Установіть відповідність між поняттями та їхніми визначеннями.</vt:lpstr>
      <vt:lpstr>Соціальний стан</vt:lpstr>
      <vt:lpstr>Який із поданих історико-літературних творів не належить до козацьких літописів?</vt:lpstr>
      <vt:lpstr>Установіть хронологічну послідовність подій, які відображено в цитованих документах</vt:lpstr>
      <vt:lpstr>Яким роком датується документ, уривок з якого наведено:</vt:lpstr>
      <vt:lpstr>Установіть послідовність подій, описаних в уривках з історичних джерел.</vt:lpstr>
      <vt:lpstr>Установіть послідовність подій державно-політичного життя XVIII ст.</vt:lpstr>
      <vt:lpstr>Перша Малоросійська колегія розпочала свою діяльність за гетьмана</vt:lpstr>
      <vt:lpstr>Унаслідок діяльності Першої Малоросійської колегії (1722 – 1727 рр.)</vt:lpstr>
      <vt:lpstr>Які заходи було здійснено Другою Малоросійською колегією на чолі з П. Рум’янцевим?</vt:lpstr>
      <vt:lpstr>Який орган здійснював управління Гетьманщиною в період між гетьмануванням Данила Апостола та Кирила Розумовського?</vt:lpstr>
      <vt:lpstr>Установіть відповідність між поняттями та їхніми визначеннями.</vt:lpstr>
      <vt:lpstr>Укажіть назву військово-адміністративної одиниці Нової Січі.</vt:lpstr>
      <vt:lpstr>Нова (Підпільненська) Січ відігравала важливу роль у російсько-турецьких війнах</vt:lpstr>
      <vt:lpstr>Відбудова в Києві </vt:lpstr>
      <vt:lpstr>За стильовими ознаками можна встановити, що зображені пам’ятки культури України є прикладами архітектури</vt:lpstr>
      <vt:lpstr>У якому архітектурному стилі збудовано Успенський собор Свято-Успенської Києво-Печерської лаври?</vt:lpstr>
      <vt:lpstr>Зображена на фото пам’ятка архітектури є окрасою міста</vt:lpstr>
      <vt:lpstr>Пам’ятка, зображена на фото, є перлиною архітектурної спадщини</vt:lpstr>
      <vt:lpstr>Пам’ятка архітектури Жовкви, зображена на фото початку ХХ ст., пов’язана з життєдіяльністю міської громади</vt:lpstr>
      <vt:lpstr>Який храм, із зображених на фото, використовувався в ХVІІ ст. як фортифікаційна споруда?</vt:lpstr>
      <vt:lpstr>У 1734 р. царський уряд дозволив козакам заснувати Нову Січ на р. Підпільна, тому що прагнув</vt:lpstr>
      <vt:lpstr>Установіть послідовність подій, відображених в уривках з історичних джерел.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4</cp:revision>
  <dcterms:created xsi:type="dcterms:W3CDTF">2024-12-06T20:25:19Z</dcterms:created>
  <dcterms:modified xsi:type="dcterms:W3CDTF">2024-12-07T15:04:24Z</dcterms:modified>
</cp:coreProperties>
</file>